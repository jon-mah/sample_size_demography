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8"/>
  </p:notesMasterIdLst>
  <p:sldIdLst>
    <p:sldId id="422" r:id="rId2"/>
    <p:sldId id="423" r:id="rId3"/>
    <p:sldId id="513" r:id="rId4"/>
    <p:sldId id="514" r:id="rId5"/>
    <p:sldId id="511" r:id="rId6"/>
    <p:sldId id="512" r:id="rId7"/>
  </p:sldIdLst>
  <p:sldSz cx="22860000" cy="2286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ginal_submission" id="{E4BD4140-1328-4ECB-9711-031F54ACF92C}">
          <p14:sldIdLst>
            <p14:sldId id="422"/>
            <p14:sldId id="423"/>
            <p14:sldId id="513"/>
            <p14:sldId id="514"/>
            <p14:sldId id="511"/>
            <p14:sldId id="5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D050"/>
    <a:srgbClr val="D2232E"/>
    <a:srgbClr val="393F7C"/>
    <a:srgbClr val="000000"/>
    <a:srgbClr val="5ABA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C2D69E-D7C9-482D-BD86-D021A5A5A4BC}" v="12" dt="2025-09-18T14:18:22.5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79" autoAdjust="0"/>
    <p:restoredTop sz="94660"/>
  </p:normalViewPr>
  <p:slideViewPr>
    <p:cSldViewPr snapToGrid="0">
      <p:cViewPr>
        <p:scale>
          <a:sx n="50" d="100"/>
          <a:sy n="50" d="100"/>
        </p:scale>
        <p:origin x="3264" y="-25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A5D66373-2F43-49C1-972D-0BE2B77E544E}"/>
    <pc:docChg chg="custSel addSld modSld">
      <pc:chgData name="Jonathan Mah" userId="5261b2f2f3e51194" providerId="LiveId" clId="{A5D66373-2F43-49C1-972D-0BE2B77E544E}" dt="2025-09-18T14:18:29.994" v="216" actId="478"/>
      <pc:docMkLst>
        <pc:docMk/>
      </pc:docMkLst>
      <pc:sldChg chg="addSp delSp modSp mod">
        <pc:chgData name="Jonathan Mah" userId="5261b2f2f3e51194" providerId="LiveId" clId="{A5D66373-2F43-49C1-972D-0BE2B77E544E}" dt="2025-09-18T14:18:29.994" v="216" actId="478"/>
        <pc:sldMkLst>
          <pc:docMk/>
          <pc:sldMk cId="2802148690" sldId="511"/>
        </pc:sldMkLst>
        <pc:spChg chg="add mod">
          <ac:chgData name="Jonathan Mah" userId="5261b2f2f3e51194" providerId="LiveId" clId="{A5D66373-2F43-49C1-972D-0BE2B77E544E}" dt="2025-09-18T14:18:22.586" v="211"/>
          <ac:spMkLst>
            <pc:docMk/>
            <pc:sldMk cId="2802148690" sldId="511"/>
            <ac:spMk id="2" creationId="{60542D96-FF60-ECA1-6057-C2ACDF999B03}"/>
          </ac:spMkLst>
        </pc:spChg>
        <pc:spChg chg="add mod">
          <ac:chgData name="Jonathan Mah" userId="5261b2f2f3e51194" providerId="LiveId" clId="{A5D66373-2F43-49C1-972D-0BE2B77E544E}" dt="2025-09-18T14:18:22.586" v="211"/>
          <ac:spMkLst>
            <pc:docMk/>
            <pc:sldMk cId="2802148690" sldId="511"/>
            <ac:spMk id="5" creationId="{96A0025B-8A69-C4CF-91B6-E1E7752BA3FC}"/>
          </ac:spMkLst>
        </pc:spChg>
        <pc:spChg chg="add mod">
          <ac:chgData name="Jonathan Mah" userId="5261b2f2f3e51194" providerId="LiveId" clId="{A5D66373-2F43-49C1-972D-0BE2B77E544E}" dt="2025-09-18T14:18:22.586" v="211"/>
          <ac:spMkLst>
            <pc:docMk/>
            <pc:sldMk cId="2802148690" sldId="511"/>
            <ac:spMk id="6" creationId="{CE3B1FC4-4ED6-C87B-1315-F18E45DF43B2}"/>
          </ac:spMkLst>
        </pc:spChg>
        <pc:spChg chg="add mod">
          <ac:chgData name="Jonathan Mah" userId="5261b2f2f3e51194" providerId="LiveId" clId="{A5D66373-2F43-49C1-972D-0BE2B77E544E}" dt="2025-09-18T14:18:22.586" v="211"/>
          <ac:spMkLst>
            <pc:docMk/>
            <pc:sldMk cId="2802148690" sldId="511"/>
            <ac:spMk id="9" creationId="{3EBA55B4-FC9C-3E86-4029-BCD7B578EE63}"/>
          </ac:spMkLst>
        </pc:spChg>
        <pc:spChg chg="add mod">
          <ac:chgData name="Jonathan Mah" userId="5261b2f2f3e51194" providerId="LiveId" clId="{A5D66373-2F43-49C1-972D-0BE2B77E544E}" dt="2025-09-18T14:18:22.586" v="211"/>
          <ac:spMkLst>
            <pc:docMk/>
            <pc:sldMk cId="2802148690" sldId="511"/>
            <ac:spMk id="10" creationId="{F3E1D971-95F8-7EF5-0F96-DB3EF7734734}"/>
          </ac:spMkLst>
        </pc:spChg>
        <pc:spChg chg="add mod">
          <ac:chgData name="Jonathan Mah" userId="5261b2f2f3e51194" providerId="LiveId" clId="{A5D66373-2F43-49C1-972D-0BE2B77E544E}" dt="2025-09-18T14:18:22.586" v="211"/>
          <ac:spMkLst>
            <pc:docMk/>
            <pc:sldMk cId="2802148690" sldId="511"/>
            <ac:spMk id="11" creationId="{CE142DD9-B208-2540-777F-147A620A1205}"/>
          </ac:spMkLst>
        </pc:spChg>
        <pc:spChg chg="add mod">
          <ac:chgData name="Jonathan Mah" userId="5261b2f2f3e51194" providerId="LiveId" clId="{A5D66373-2F43-49C1-972D-0BE2B77E544E}" dt="2025-09-18T14:18:22.586" v="211"/>
          <ac:spMkLst>
            <pc:docMk/>
            <pc:sldMk cId="2802148690" sldId="511"/>
            <ac:spMk id="13" creationId="{77EF0786-4FDD-BE25-1D42-C54282FE144D}"/>
          </ac:spMkLst>
        </pc:spChg>
        <pc:spChg chg="add mod">
          <ac:chgData name="Jonathan Mah" userId="5261b2f2f3e51194" providerId="LiveId" clId="{A5D66373-2F43-49C1-972D-0BE2B77E544E}" dt="2025-09-18T14:18:22.586" v="211"/>
          <ac:spMkLst>
            <pc:docMk/>
            <pc:sldMk cId="2802148690" sldId="511"/>
            <ac:spMk id="15" creationId="{37ADB705-605C-9F27-1127-79D955CAA08A}"/>
          </ac:spMkLst>
        </pc:spChg>
        <pc:spChg chg="add mod">
          <ac:chgData name="Jonathan Mah" userId="5261b2f2f3e51194" providerId="LiveId" clId="{A5D66373-2F43-49C1-972D-0BE2B77E544E}" dt="2025-09-18T14:18:22.586" v="211"/>
          <ac:spMkLst>
            <pc:docMk/>
            <pc:sldMk cId="2802148690" sldId="511"/>
            <ac:spMk id="24" creationId="{C14B3BB8-6FF5-40D2-52B1-E36AF0C31AC2}"/>
          </ac:spMkLst>
        </pc:spChg>
        <pc:spChg chg="add del mod">
          <ac:chgData name="Jonathan Mah" userId="5261b2f2f3e51194" providerId="LiveId" clId="{A5D66373-2F43-49C1-972D-0BE2B77E544E}" dt="2025-09-18T14:18:25.310" v="214"/>
          <ac:spMkLst>
            <pc:docMk/>
            <pc:sldMk cId="2802148690" sldId="511"/>
            <ac:spMk id="27" creationId="{9FDFF586-96EC-CAAB-783E-B91F7212A3E6}"/>
          </ac:spMkLst>
        </pc:spChg>
        <pc:spChg chg="del">
          <ac:chgData name="Jonathan Mah" userId="5261b2f2f3e51194" providerId="LiveId" clId="{A5D66373-2F43-49C1-972D-0BE2B77E544E}" dt="2025-09-18T14:18:28.421" v="215" actId="478"/>
          <ac:spMkLst>
            <pc:docMk/>
            <pc:sldMk cId="2802148690" sldId="511"/>
            <ac:spMk id="28" creationId="{B10DAA7A-4528-6EE9-7D2D-6963C42B0DB9}"/>
          </ac:spMkLst>
        </pc:spChg>
        <pc:spChg chg="del">
          <ac:chgData name="Jonathan Mah" userId="5261b2f2f3e51194" providerId="LiveId" clId="{A5D66373-2F43-49C1-972D-0BE2B77E544E}" dt="2025-09-18T14:18:29.994" v="216" actId="478"/>
          <ac:spMkLst>
            <pc:docMk/>
            <pc:sldMk cId="2802148690" sldId="511"/>
            <ac:spMk id="29" creationId="{3589FBF4-C294-779D-CE9E-307FEF211416}"/>
          </ac:spMkLst>
        </pc:spChg>
      </pc:sldChg>
      <pc:sldChg chg="addSp delSp modSp add mod">
        <pc:chgData name="Jonathan Mah" userId="5261b2f2f3e51194" providerId="LiveId" clId="{A5D66373-2F43-49C1-972D-0BE2B77E544E}" dt="2025-09-18T14:15:50.827" v="210" actId="20577"/>
        <pc:sldMkLst>
          <pc:docMk/>
          <pc:sldMk cId="3115890439" sldId="514"/>
        </pc:sldMkLst>
        <pc:spChg chg="add mod">
          <ac:chgData name="Jonathan Mah" userId="5261b2f2f3e51194" providerId="LiveId" clId="{A5D66373-2F43-49C1-972D-0BE2B77E544E}" dt="2025-09-18T14:15:27.841" v="188" actId="1076"/>
          <ac:spMkLst>
            <pc:docMk/>
            <pc:sldMk cId="3115890439" sldId="514"/>
            <ac:spMk id="2" creationId="{5B31E4C3-ACD0-B366-CF24-E7E3204453B7}"/>
          </ac:spMkLst>
        </pc:spChg>
        <pc:spChg chg="add mod">
          <ac:chgData name="Jonathan Mah" userId="5261b2f2f3e51194" providerId="LiveId" clId="{A5D66373-2F43-49C1-972D-0BE2B77E544E}" dt="2025-09-18T14:15:27.841" v="188" actId="1076"/>
          <ac:spMkLst>
            <pc:docMk/>
            <pc:sldMk cId="3115890439" sldId="514"/>
            <ac:spMk id="3" creationId="{D06C547C-ED59-3A59-A77A-5707E1067237}"/>
          </ac:spMkLst>
        </pc:spChg>
        <pc:spChg chg="add mod">
          <ac:chgData name="Jonathan Mah" userId="5261b2f2f3e51194" providerId="LiveId" clId="{A5D66373-2F43-49C1-972D-0BE2B77E544E}" dt="2025-09-18T14:13:32.156" v="19" actId="1076"/>
          <ac:spMkLst>
            <pc:docMk/>
            <pc:sldMk cId="3115890439" sldId="514"/>
            <ac:spMk id="4" creationId="{BEF183FC-8E40-0805-F970-6BC2CD35B945}"/>
          </ac:spMkLst>
        </pc:spChg>
        <pc:spChg chg="add mod">
          <ac:chgData name="Jonathan Mah" userId="5261b2f2f3e51194" providerId="LiveId" clId="{A5D66373-2F43-49C1-972D-0BE2B77E544E}" dt="2025-09-18T14:15:27.841" v="188" actId="1076"/>
          <ac:spMkLst>
            <pc:docMk/>
            <pc:sldMk cId="3115890439" sldId="514"/>
            <ac:spMk id="7" creationId="{E162C257-86B9-7CEF-6B47-486CF3A3FD28}"/>
          </ac:spMkLst>
        </pc:spChg>
        <pc:spChg chg="add mod">
          <ac:chgData name="Jonathan Mah" userId="5261b2f2f3e51194" providerId="LiveId" clId="{A5D66373-2F43-49C1-972D-0BE2B77E544E}" dt="2025-09-18T14:15:27.841" v="188" actId="1076"/>
          <ac:spMkLst>
            <pc:docMk/>
            <pc:sldMk cId="3115890439" sldId="514"/>
            <ac:spMk id="11" creationId="{1D7B2B36-D8C1-E308-1094-93B527AE3601}"/>
          </ac:spMkLst>
        </pc:spChg>
        <pc:spChg chg="add mod">
          <ac:chgData name="Jonathan Mah" userId="5261b2f2f3e51194" providerId="LiveId" clId="{A5D66373-2F43-49C1-972D-0BE2B77E544E}" dt="2025-09-18T14:15:27.841" v="188" actId="1076"/>
          <ac:spMkLst>
            <pc:docMk/>
            <pc:sldMk cId="3115890439" sldId="514"/>
            <ac:spMk id="12" creationId="{26803EF5-4780-4CA6-BA89-06DCBE1A1C3D}"/>
          </ac:spMkLst>
        </pc:spChg>
        <pc:spChg chg="add mod">
          <ac:chgData name="Jonathan Mah" userId="5261b2f2f3e51194" providerId="LiveId" clId="{A5D66373-2F43-49C1-972D-0BE2B77E544E}" dt="2025-09-18T14:15:27.841" v="188" actId="1076"/>
          <ac:spMkLst>
            <pc:docMk/>
            <pc:sldMk cId="3115890439" sldId="514"/>
            <ac:spMk id="16" creationId="{5A08003B-9790-BBBD-46D9-E44CA2E022E2}"/>
          </ac:spMkLst>
        </pc:spChg>
        <pc:spChg chg="add del mod">
          <ac:chgData name="Jonathan Mah" userId="5261b2f2f3e51194" providerId="LiveId" clId="{A5D66373-2F43-49C1-972D-0BE2B77E544E}" dt="2025-09-18T14:12:52.564" v="10" actId="478"/>
          <ac:spMkLst>
            <pc:docMk/>
            <pc:sldMk cId="3115890439" sldId="514"/>
            <ac:spMk id="19" creationId="{02977B1A-9C2E-0F5E-FE8D-4644B77F7B1E}"/>
          </ac:spMkLst>
        </pc:spChg>
        <pc:spChg chg="add mod">
          <ac:chgData name="Jonathan Mah" userId="5261b2f2f3e51194" providerId="LiveId" clId="{A5D66373-2F43-49C1-972D-0BE2B77E544E}" dt="2025-09-18T14:15:27.841" v="188" actId="1076"/>
          <ac:spMkLst>
            <pc:docMk/>
            <pc:sldMk cId="3115890439" sldId="514"/>
            <ac:spMk id="23" creationId="{BAF9DAE4-BB5B-6D57-46DD-8EE5E2A65F53}"/>
          </ac:spMkLst>
        </pc:spChg>
        <pc:spChg chg="add del mod">
          <ac:chgData name="Jonathan Mah" userId="5261b2f2f3e51194" providerId="LiveId" clId="{A5D66373-2F43-49C1-972D-0BE2B77E544E}" dt="2025-09-18T14:14:41.547" v="127" actId="478"/>
          <ac:spMkLst>
            <pc:docMk/>
            <pc:sldMk cId="3115890439" sldId="514"/>
            <ac:spMk id="27" creationId="{55DC2F69-5B5E-5F9C-1BC0-8324138262ED}"/>
          </ac:spMkLst>
        </pc:spChg>
        <pc:spChg chg="add mod">
          <ac:chgData name="Jonathan Mah" userId="5261b2f2f3e51194" providerId="LiveId" clId="{A5D66373-2F43-49C1-972D-0BE2B77E544E}" dt="2025-09-18T14:15:27.841" v="188" actId="1076"/>
          <ac:spMkLst>
            <pc:docMk/>
            <pc:sldMk cId="3115890439" sldId="514"/>
            <ac:spMk id="28" creationId="{D69448EE-8142-CF05-66CE-EAE7A4C9278F}"/>
          </ac:spMkLst>
        </pc:spChg>
        <pc:spChg chg="add mod">
          <ac:chgData name="Jonathan Mah" userId="5261b2f2f3e51194" providerId="LiveId" clId="{A5D66373-2F43-49C1-972D-0BE2B77E544E}" dt="2025-09-18T14:15:50.827" v="210" actId="20577"/>
          <ac:spMkLst>
            <pc:docMk/>
            <pc:sldMk cId="3115890439" sldId="514"/>
            <ac:spMk id="29" creationId="{0BC98B23-169F-16C2-A3FC-62053088ACC3}"/>
          </ac:spMkLst>
        </pc:spChg>
        <pc:spChg chg="add del mod">
          <ac:chgData name="Jonathan Mah" userId="5261b2f2f3e51194" providerId="LiveId" clId="{A5D66373-2F43-49C1-972D-0BE2B77E544E}" dt="2025-09-18T14:15:44.954" v="189" actId="478"/>
          <ac:spMkLst>
            <pc:docMk/>
            <pc:sldMk cId="3115890439" sldId="514"/>
            <ac:spMk id="30" creationId="{5CD631AB-3AA6-A137-CB4F-6FF5A686495D}"/>
          </ac:spMkLst>
        </pc:spChg>
        <pc:cxnChg chg="add mod">
          <ac:chgData name="Jonathan Mah" userId="5261b2f2f3e51194" providerId="LiveId" clId="{A5D66373-2F43-49C1-972D-0BE2B77E544E}" dt="2025-09-18T14:13:29.255" v="18" actId="1076"/>
          <ac:cxnSpMkLst>
            <pc:docMk/>
            <pc:sldMk cId="3115890439" sldId="514"/>
            <ac:cxnSpMk id="20" creationId="{069D5CDA-8392-0C20-7FB2-2DAB479B884D}"/>
          </ac:cxnSpMkLst>
        </pc:cxnChg>
      </pc:sldChg>
    </pc:docChg>
  </pc:docChgLst>
  <pc:docChgLst>
    <pc:chgData name="Jonathan Mah" userId="5261b2f2f3e51194" providerId="LiveId" clId="{D0E1D0F2-3E04-4D0A-847D-0FECA4BDAAD3}"/>
    <pc:docChg chg="undo custSel addSld delSld modSld delSection modSection">
      <pc:chgData name="Jonathan Mah" userId="5261b2f2f3e51194" providerId="LiveId" clId="{D0E1D0F2-3E04-4D0A-847D-0FECA4BDAAD3}" dt="2025-07-28T22:06:25.700" v="2206" actId="1038"/>
      <pc:docMkLst>
        <pc:docMk/>
      </pc:docMkLst>
      <pc:sldChg chg="delSp del mod">
        <pc:chgData name="Jonathan Mah" userId="5261b2f2f3e51194" providerId="LiveId" clId="{D0E1D0F2-3E04-4D0A-847D-0FECA4BDAAD3}" dt="2025-07-28T19:54:01.841" v="26" actId="47"/>
        <pc:sldMkLst>
          <pc:docMk/>
          <pc:sldMk cId="2548783154" sldId="412"/>
        </pc:sldMkLst>
      </pc:sldChg>
      <pc:sldChg chg="del">
        <pc:chgData name="Jonathan Mah" userId="5261b2f2f3e51194" providerId="LiveId" clId="{D0E1D0F2-3E04-4D0A-847D-0FECA4BDAAD3}" dt="2025-07-28T19:52:19.870" v="2" actId="47"/>
        <pc:sldMkLst>
          <pc:docMk/>
          <pc:sldMk cId="3979493213" sldId="413"/>
        </pc:sldMkLst>
      </pc:sldChg>
      <pc:sldChg chg="del">
        <pc:chgData name="Jonathan Mah" userId="5261b2f2f3e51194" providerId="LiveId" clId="{D0E1D0F2-3E04-4D0A-847D-0FECA4BDAAD3}" dt="2025-07-28T19:52:21.048" v="3" actId="47"/>
        <pc:sldMkLst>
          <pc:docMk/>
          <pc:sldMk cId="3956265726" sldId="414"/>
        </pc:sldMkLst>
      </pc:sldChg>
      <pc:sldChg chg="del">
        <pc:chgData name="Jonathan Mah" userId="5261b2f2f3e51194" providerId="LiveId" clId="{D0E1D0F2-3E04-4D0A-847D-0FECA4BDAAD3}" dt="2025-07-28T19:52:10.761" v="0" actId="47"/>
        <pc:sldMkLst>
          <pc:docMk/>
          <pc:sldMk cId="3952196035" sldId="420"/>
        </pc:sldMkLst>
      </pc:sldChg>
      <pc:sldChg chg="addSp delSp modSp mod">
        <pc:chgData name="Jonathan Mah" userId="5261b2f2f3e51194" providerId="LiveId" clId="{D0E1D0F2-3E04-4D0A-847D-0FECA4BDAAD3}" dt="2025-07-28T21:07:52.079" v="452" actId="1076"/>
        <pc:sldMkLst>
          <pc:docMk/>
          <pc:sldMk cId="2126933953" sldId="423"/>
        </pc:sldMkLst>
      </pc:sldChg>
      <pc:sldChg chg="del">
        <pc:chgData name="Jonathan Mah" userId="5261b2f2f3e51194" providerId="LiveId" clId="{D0E1D0F2-3E04-4D0A-847D-0FECA4BDAAD3}" dt="2025-07-28T19:52:18.375" v="1" actId="47"/>
        <pc:sldMkLst>
          <pc:docMk/>
          <pc:sldMk cId="3690159507" sldId="425"/>
        </pc:sldMkLst>
      </pc:sldChg>
      <pc:sldChg chg="del">
        <pc:chgData name="Jonathan Mah" userId="5261b2f2f3e51194" providerId="LiveId" clId="{D0E1D0F2-3E04-4D0A-847D-0FECA4BDAAD3}" dt="2025-07-28T19:52:18.375" v="1" actId="47"/>
        <pc:sldMkLst>
          <pc:docMk/>
          <pc:sldMk cId="3701550022" sldId="427"/>
        </pc:sldMkLst>
      </pc:sldChg>
      <pc:sldChg chg="del">
        <pc:chgData name="Jonathan Mah" userId="5261b2f2f3e51194" providerId="LiveId" clId="{D0E1D0F2-3E04-4D0A-847D-0FECA4BDAAD3}" dt="2025-07-28T19:52:22.386" v="4" actId="47"/>
        <pc:sldMkLst>
          <pc:docMk/>
          <pc:sldMk cId="2775238939" sldId="430"/>
        </pc:sldMkLst>
      </pc:sldChg>
      <pc:sldChg chg="del">
        <pc:chgData name="Jonathan Mah" userId="5261b2f2f3e51194" providerId="LiveId" clId="{D0E1D0F2-3E04-4D0A-847D-0FECA4BDAAD3}" dt="2025-07-28T19:52:26.472" v="5" actId="47"/>
        <pc:sldMkLst>
          <pc:docMk/>
          <pc:sldMk cId="1679589188" sldId="432"/>
        </pc:sldMkLst>
      </pc:sldChg>
      <pc:sldChg chg="del">
        <pc:chgData name="Jonathan Mah" userId="5261b2f2f3e51194" providerId="LiveId" clId="{D0E1D0F2-3E04-4D0A-847D-0FECA4BDAAD3}" dt="2025-07-28T19:52:26.472" v="5" actId="47"/>
        <pc:sldMkLst>
          <pc:docMk/>
          <pc:sldMk cId="1330139619" sldId="433"/>
        </pc:sldMkLst>
      </pc:sldChg>
      <pc:sldChg chg="del">
        <pc:chgData name="Jonathan Mah" userId="5261b2f2f3e51194" providerId="LiveId" clId="{D0E1D0F2-3E04-4D0A-847D-0FECA4BDAAD3}" dt="2025-07-28T19:52:26.472" v="5" actId="47"/>
        <pc:sldMkLst>
          <pc:docMk/>
          <pc:sldMk cId="777357300" sldId="434"/>
        </pc:sldMkLst>
      </pc:sldChg>
      <pc:sldChg chg="del">
        <pc:chgData name="Jonathan Mah" userId="5261b2f2f3e51194" providerId="LiveId" clId="{D0E1D0F2-3E04-4D0A-847D-0FECA4BDAAD3}" dt="2025-07-28T19:52:26.472" v="5" actId="47"/>
        <pc:sldMkLst>
          <pc:docMk/>
          <pc:sldMk cId="2611612387" sldId="435"/>
        </pc:sldMkLst>
      </pc:sldChg>
      <pc:sldChg chg="del">
        <pc:chgData name="Jonathan Mah" userId="5261b2f2f3e51194" providerId="LiveId" clId="{D0E1D0F2-3E04-4D0A-847D-0FECA4BDAAD3}" dt="2025-07-28T19:52:30.301" v="6" actId="47"/>
        <pc:sldMkLst>
          <pc:docMk/>
          <pc:sldMk cId="1025585485" sldId="438"/>
        </pc:sldMkLst>
      </pc:sldChg>
      <pc:sldChg chg="del">
        <pc:chgData name="Jonathan Mah" userId="5261b2f2f3e51194" providerId="LiveId" clId="{D0E1D0F2-3E04-4D0A-847D-0FECA4BDAAD3}" dt="2025-07-28T19:52:30.967" v="7" actId="47"/>
        <pc:sldMkLst>
          <pc:docMk/>
          <pc:sldMk cId="946828120" sldId="439"/>
        </pc:sldMkLst>
      </pc:sldChg>
      <pc:sldChg chg="del">
        <pc:chgData name="Jonathan Mah" userId="5261b2f2f3e51194" providerId="LiveId" clId="{D0E1D0F2-3E04-4D0A-847D-0FECA4BDAAD3}" dt="2025-07-28T19:52:26.472" v="5" actId="47"/>
        <pc:sldMkLst>
          <pc:docMk/>
          <pc:sldMk cId="2893417591" sldId="442"/>
        </pc:sldMkLst>
      </pc:sldChg>
      <pc:sldChg chg="del">
        <pc:chgData name="Jonathan Mah" userId="5261b2f2f3e51194" providerId="LiveId" clId="{D0E1D0F2-3E04-4D0A-847D-0FECA4BDAAD3}" dt="2025-07-28T19:52:31.924" v="8" actId="47"/>
        <pc:sldMkLst>
          <pc:docMk/>
          <pc:sldMk cId="1308277891" sldId="446"/>
        </pc:sldMkLst>
      </pc:sldChg>
      <pc:sldChg chg="del">
        <pc:chgData name="Jonathan Mah" userId="5261b2f2f3e51194" providerId="LiveId" clId="{D0E1D0F2-3E04-4D0A-847D-0FECA4BDAAD3}" dt="2025-07-28T19:52:26.472" v="5" actId="47"/>
        <pc:sldMkLst>
          <pc:docMk/>
          <pc:sldMk cId="3124893641" sldId="448"/>
        </pc:sldMkLst>
      </pc:sldChg>
      <pc:sldChg chg="del">
        <pc:chgData name="Jonathan Mah" userId="5261b2f2f3e51194" providerId="LiveId" clId="{D0E1D0F2-3E04-4D0A-847D-0FECA4BDAAD3}" dt="2025-07-28T19:52:32.530" v="9" actId="47"/>
        <pc:sldMkLst>
          <pc:docMk/>
          <pc:sldMk cId="3271002948" sldId="449"/>
        </pc:sldMkLst>
      </pc:sldChg>
      <pc:sldChg chg="del">
        <pc:chgData name="Jonathan Mah" userId="5261b2f2f3e51194" providerId="LiveId" clId="{D0E1D0F2-3E04-4D0A-847D-0FECA4BDAAD3}" dt="2025-07-28T19:52:32.744" v="10" actId="47"/>
        <pc:sldMkLst>
          <pc:docMk/>
          <pc:sldMk cId="454695809" sldId="450"/>
        </pc:sldMkLst>
      </pc:sldChg>
      <pc:sldChg chg="del">
        <pc:chgData name="Jonathan Mah" userId="5261b2f2f3e51194" providerId="LiveId" clId="{D0E1D0F2-3E04-4D0A-847D-0FECA4BDAAD3}" dt="2025-07-28T19:52:34.242" v="12" actId="47"/>
        <pc:sldMkLst>
          <pc:docMk/>
          <pc:sldMk cId="2356087699" sldId="451"/>
        </pc:sldMkLst>
      </pc:sldChg>
      <pc:sldChg chg="del">
        <pc:chgData name="Jonathan Mah" userId="5261b2f2f3e51194" providerId="LiveId" clId="{D0E1D0F2-3E04-4D0A-847D-0FECA4BDAAD3}" dt="2025-07-28T19:52:35.503" v="13" actId="47"/>
        <pc:sldMkLst>
          <pc:docMk/>
          <pc:sldMk cId="1287624721" sldId="452"/>
        </pc:sldMkLst>
      </pc:sldChg>
      <pc:sldChg chg="del">
        <pc:chgData name="Jonathan Mah" userId="5261b2f2f3e51194" providerId="LiveId" clId="{D0E1D0F2-3E04-4D0A-847D-0FECA4BDAAD3}" dt="2025-07-28T19:52:44.501" v="14" actId="47"/>
        <pc:sldMkLst>
          <pc:docMk/>
          <pc:sldMk cId="3734765804" sldId="453"/>
        </pc:sldMkLst>
      </pc:sldChg>
      <pc:sldChg chg="del">
        <pc:chgData name="Jonathan Mah" userId="5261b2f2f3e51194" providerId="LiveId" clId="{D0E1D0F2-3E04-4D0A-847D-0FECA4BDAAD3}" dt="2025-07-28T19:52:10.761" v="0" actId="47"/>
        <pc:sldMkLst>
          <pc:docMk/>
          <pc:sldMk cId="1313585543" sldId="454"/>
        </pc:sldMkLst>
      </pc:sldChg>
      <pc:sldChg chg="del">
        <pc:chgData name="Jonathan Mah" userId="5261b2f2f3e51194" providerId="LiveId" clId="{D0E1D0F2-3E04-4D0A-847D-0FECA4BDAAD3}" dt="2025-07-28T19:52:18.375" v="1" actId="47"/>
        <pc:sldMkLst>
          <pc:docMk/>
          <pc:sldMk cId="1767038063" sldId="455"/>
        </pc:sldMkLst>
      </pc:sldChg>
      <pc:sldChg chg="del">
        <pc:chgData name="Jonathan Mah" userId="5261b2f2f3e51194" providerId="LiveId" clId="{D0E1D0F2-3E04-4D0A-847D-0FECA4BDAAD3}" dt="2025-07-28T19:52:44.501" v="14" actId="47"/>
        <pc:sldMkLst>
          <pc:docMk/>
          <pc:sldMk cId="2098746185" sldId="456"/>
        </pc:sldMkLst>
      </pc:sldChg>
      <pc:sldChg chg="del">
        <pc:chgData name="Jonathan Mah" userId="5261b2f2f3e51194" providerId="LiveId" clId="{D0E1D0F2-3E04-4D0A-847D-0FECA4BDAAD3}" dt="2025-07-28T19:52:44.501" v="14" actId="47"/>
        <pc:sldMkLst>
          <pc:docMk/>
          <pc:sldMk cId="3606136103" sldId="457"/>
        </pc:sldMkLst>
      </pc:sldChg>
      <pc:sldChg chg="del">
        <pc:chgData name="Jonathan Mah" userId="5261b2f2f3e51194" providerId="LiveId" clId="{D0E1D0F2-3E04-4D0A-847D-0FECA4BDAAD3}" dt="2025-07-28T19:52:44.501" v="14" actId="47"/>
        <pc:sldMkLst>
          <pc:docMk/>
          <pc:sldMk cId="2839755505" sldId="458"/>
        </pc:sldMkLst>
      </pc:sldChg>
      <pc:sldChg chg="del">
        <pc:chgData name="Jonathan Mah" userId="5261b2f2f3e51194" providerId="LiveId" clId="{D0E1D0F2-3E04-4D0A-847D-0FECA4BDAAD3}" dt="2025-07-28T19:52:44.501" v="14" actId="47"/>
        <pc:sldMkLst>
          <pc:docMk/>
          <pc:sldMk cId="3270000141" sldId="459"/>
        </pc:sldMkLst>
      </pc:sldChg>
      <pc:sldChg chg="del">
        <pc:chgData name="Jonathan Mah" userId="5261b2f2f3e51194" providerId="LiveId" clId="{D0E1D0F2-3E04-4D0A-847D-0FECA4BDAAD3}" dt="2025-07-28T19:52:44.501" v="14" actId="47"/>
        <pc:sldMkLst>
          <pc:docMk/>
          <pc:sldMk cId="1334374382" sldId="460"/>
        </pc:sldMkLst>
      </pc:sldChg>
      <pc:sldChg chg="del">
        <pc:chgData name="Jonathan Mah" userId="5261b2f2f3e51194" providerId="LiveId" clId="{D0E1D0F2-3E04-4D0A-847D-0FECA4BDAAD3}" dt="2025-07-28T19:52:44.501" v="14" actId="47"/>
        <pc:sldMkLst>
          <pc:docMk/>
          <pc:sldMk cId="603531214" sldId="461"/>
        </pc:sldMkLst>
      </pc:sldChg>
      <pc:sldChg chg="del">
        <pc:chgData name="Jonathan Mah" userId="5261b2f2f3e51194" providerId="LiveId" clId="{D0E1D0F2-3E04-4D0A-847D-0FECA4BDAAD3}" dt="2025-07-28T19:54:04.629" v="27" actId="47"/>
        <pc:sldMkLst>
          <pc:docMk/>
          <pc:sldMk cId="3536469938" sldId="462"/>
        </pc:sldMkLst>
      </pc:sldChg>
      <pc:sldChg chg="del">
        <pc:chgData name="Jonathan Mah" userId="5261b2f2f3e51194" providerId="LiveId" clId="{D0E1D0F2-3E04-4D0A-847D-0FECA4BDAAD3}" dt="2025-07-28T19:54:05.435" v="28" actId="47"/>
        <pc:sldMkLst>
          <pc:docMk/>
          <pc:sldMk cId="4170773521" sldId="463"/>
        </pc:sldMkLst>
      </pc:sldChg>
      <pc:sldChg chg="del">
        <pc:chgData name="Jonathan Mah" userId="5261b2f2f3e51194" providerId="LiveId" clId="{D0E1D0F2-3E04-4D0A-847D-0FECA4BDAAD3}" dt="2025-07-28T19:52:18.375" v="1" actId="47"/>
        <pc:sldMkLst>
          <pc:docMk/>
          <pc:sldMk cId="1525011850" sldId="464"/>
        </pc:sldMkLst>
      </pc:sldChg>
      <pc:sldChg chg="del">
        <pc:chgData name="Jonathan Mah" userId="5261b2f2f3e51194" providerId="LiveId" clId="{D0E1D0F2-3E04-4D0A-847D-0FECA4BDAAD3}" dt="2025-07-28T19:52:18.375" v="1" actId="47"/>
        <pc:sldMkLst>
          <pc:docMk/>
          <pc:sldMk cId="1236432807" sldId="465"/>
        </pc:sldMkLst>
      </pc:sldChg>
      <pc:sldChg chg="del">
        <pc:chgData name="Jonathan Mah" userId="5261b2f2f3e51194" providerId="LiveId" clId="{D0E1D0F2-3E04-4D0A-847D-0FECA4BDAAD3}" dt="2025-07-28T19:52:18.375" v="1" actId="47"/>
        <pc:sldMkLst>
          <pc:docMk/>
          <pc:sldMk cId="1864094813" sldId="466"/>
        </pc:sldMkLst>
      </pc:sldChg>
      <pc:sldChg chg="del">
        <pc:chgData name="Jonathan Mah" userId="5261b2f2f3e51194" providerId="LiveId" clId="{D0E1D0F2-3E04-4D0A-847D-0FECA4BDAAD3}" dt="2025-07-28T19:52:44.501" v="14" actId="47"/>
        <pc:sldMkLst>
          <pc:docMk/>
          <pc:sldMk cId="129739385" sldId="467"/>
        </pc:sldMkLst>
      </pc:sldChg>
      <pc:sldChg chg="del">
        <pc:chgData name="Jonathan Mah" userId="5261b2f2f3e51194" providerId="LiveId" clId="{D0E1D0F2-3E04-4D0A-847D-0FECA4BDAAD3}" dt="2025-07-28T19:53:40.874" v="23" actId="47"/>
        <pc:sldMkLst>
          <pc:docMk/>
          <pc:sldMk cId="2739727224" sldId="468"/>
        </pc:sldMkLst>
      </pc:sldChg>
      <pc:sldChg chg="del">
        <pc:chgData name="Jonathan Mah" userId="5261b2f2f3e51194" providerId="LiveId" clId="{D0E1D0F2-3E04-4D0A-847D-0FECA4BDAAD3}" dt="2025-07-28T19:52:33.190" v="11" actId="47"/>
        <pc:sldMkLst>
          <pc:docMk/>
          <pc:sldMk cId="413548980" sldId="469"/>
        </pc:sldMkLst>
      </pc:sldChg>
      <pc:sldChg chg="del">
        <pc:chgData name="Jonathan Mah" userId="5261b2f2f3e51194" providerId="LiveId" clId="{D0E1D0F2-3E04-4D0A-847D-0FECA4BDAAD3}" dt="2025-07-28T19:53:12.745" v="15" actId="47"/>
        <pc:sldMkLst>
          <pc:docMk/>
          <pc:sldMk cId="2483485070" sldId="470"/>
        </pc:sldMkLst>
      </pc:sldChg>
      <pc:sldChg chg="del">
        <pc:chgData name="Jonathan Mah" userId="5261b2f2f3e51194" providerId="LiveId" clId="{D0E1D0F2-3E04-4D0A-847D-0FECA4BDAAD3}" dt="2025-07-28T19:53:12.745" v="15" actId="47"/>
        <pc:sldMkLst>
          <pc:docMk/>
          <pc:sldMk cId="1287424033" sldId="471"/>
        </pc:sldMkLst>
      </pc:sldChg>
      <pc:sldChg chg="del">
        <pc:chgData name="Jonathan Mah" userId="5261b2f2f3e51194" providerId="LiveId" clId="{D0E1D0F2-3E04-4D0A-847D-0FECA4BDAAD3}" dt="2025-07-28T19:53:12.745" v="15" actId="47"/>
        <pc:sldMkLst>
          <pc:docMk/>
          <pc:sldMk cId="1475529617" sldId="472"/>
        </pc:sldMkLst>
      </pc:sldChg>
      <pc:sldChg chg="del">
        <pc:chgData name="Jonathan Mah" userId="5261b2f2f3e51194" providerId="LiveId" clId="{D0E1D0F2-3E04-4D0A-847D-0FECA4BDAAD3}" dt="2025-07-28T19:53:12.745" v="15" actId="47"/>
        <pc:sldMkLst>
          <pc:docMk/>
          <pc:sldMk cId="2872192705" sldId="474"/>
        </pc:sldMkLst>
      </pc:sldChg>
      <pc:sldChg chg="del">
        <pc:chgData name="Jonathan Mah" userId="5261b2f2f3e51194" providerId="LiveId" clId="{D0E1D0F2-3E04-4D0A-847D-0FECA4BDAAD3}" dt="2025-07-28T19:52:26.472" v="5" actId="47"/>
        <pc:sldMkLst>
          <pc:docMk/>
          <pc:sldMk cId="3265863745" sldId="475"/>
        </pc:sldMkLst>
      </pc:sldChg>
      <pc:sldChg chg="del">
        <pc:chgData name="Jonathan Mah" userId="5261b2f2f3e51194" providerId="LiveId" clId="{D0E1D0F2-3E04-4D0A-847D-0FECA4BDAAD3}" dt="2025-07-28T19:53:12.745" v="15" actId="47"/>
        <pc:sldMkLst>
          <pc:docMk/>
          <pc:sldMk cId="1021430039" sldId="476"/>
        </pc:sldMkLst>
      </pc:sldChg>
      <pc:sldChg chg="del">
        <pc:chgData name="Jonathan Mah" userId="5261b2f2f3e51194" providerId="LiveId" clId="{D0E1D0F2-3E04-4D0A-847D-0FECA4BDAAD3}" dt="2025-07-28T19:53:12.745" v="15" actId="47"/>
        <pc:sldMkLst>
          <pc:docMk/>
          <pc:sldMk cId="697229030" sldId="477"/>
        </pc:sldMkLst>
      </pc:sldChg>
      <pc:sldChg chg="del">
        <pc:chgData name="Jonathan Mah" userId="5261b2f2f3e51194" providerId="LiveId" clId="{D0E1D0F2-3E04-4D0A-847D-0FECA4BDAAD3}" dt="2025-07-28T19:53:40.874" v="23" actId="47"/>
        <pc:sldMkLst>
          <pc:docMk/>
          <pc:sldMk cId="2979009684" sldId="488"/>
        </pc:sldMkLst>
      </pc:sldChg>
      <pc:sldChg chg="del">
        <pc:chgData name="Jonathan Mah" userId="5261b2f2f3e51194" providerId="LiveId" clId="{D0E1D0F2-3E04-4D0A-847D-0FECA4BDAAD3}" dt="2025-07-28T19:53:40.874" v="23" actId="47"/>
        <pc:sldMkLst>
          <pc:docMk/>
          <pc:sldMk cId="1669289526" sldId="489"/>
        </pc:sldMkLst>
      </pc:sldChg>
      <pc:sldChg chg="del">
        <pc:chgData name="Jonathan Mah" userId="5261b2f2f3e51194" providerId="LiveId" clId="{D0E1D0F2-3E04-4D0A-847D-0FECA4BDAAD3}" dt="2025-07-28T19:53:40.874" v="23" actId="47"/>
        <pc:sldMkLst>
          <pc:docMk/>
          <pc:sldMk cId="1653053635" sldId="490"/>
        </pc:sldMkLst>
      </pc:sldChg>
      <pc:sldChg chg="del">
        <pc:chgData name="Jonathan Mah" userId="5261b2f2f3e51194" providerId="LiveId" clId="{D0E1D0F2-3E04-4D0A-847D-0FECA4BDAAD3}" dt="2025-07-28T19:53:40.874" v="23" actId="47"/>
        <pc:sldMkLst>
          <pc:docMk/>
          <pc:sldMk cId="2443938735" sldId="491"/>
        </pc:sldMkLst>
      </pc:sldChg>
      <pc:sldChg chg="del">
        <pc:chgData name="Jonathan Mah" userId="5261b2f2f3e51194" providerId="LiveId" clId="{D0E1D0F2-3E04-4D0A-847D-0FECA4BDAAD3}" dt="2025-07-28T19:53:40.874" v="23" actId="47"/>
        <pc:sldMkLst>
          <pc:docMk/>
          <pc:sldMk cId="1428109623" sldId="492"/>
        </pc:sldMkLst>
      </pc:sldChg>
      <pc:sldChg chg="del">
        <pc:chgData name="Jonathan Mah" userId="5261b2f2f3e51194" providerId="LiveId" clId="{D0E1D0F2-3E04-4D0A-847D-0FECA4BDAAD3}" dt="2025-07-28T19:53:34.683" v="22" actId="47"/>
        <pc:sldMkLst>
          <pc:docMk/>
          <pc:sldMk cId="3248953249" sldId="493"/>
        </pc:sldMkLst>
      </pc:sldChg>
      <pc:sldChg chg="del">
        <pc:chgData name="Jonathan Mah" userId="5261b2f2f3e51194" providerId="LiveId" clId="{D0E1D0F2-3E04-4D0A-847D-0FECA4BDAAD3}" dt="2025-07-28T19:53:34.683" v="22" actId="47"/>
        <pc:sldMkLst>
          <pc:docMk/>
          <pc:sldMk cId="2773307599" sldId="494"/>
        </pc:sldMkLst>
      </pc:sldChg>
      <pc:sldChg chg="del">
        <pc:chgData name="Jonathan Mah" userId="5261b2f2f3e51194" providerId="LiveId" clId="{D0E1D0F2-3E04-4D0A-847D-0FECA4BDAAD3}" dt="2025-07-28T19:53:34.683" v="22" actId="47"/>
        <pc:sldMkLst>
          <pc:docMk/>
          <pc:sldMk cId="3784933868" sldId="495"/>
        </pc:sldMkLst>
      </pc:sldChg>
      <pc:sldChg chg="del">
        <pc:chgData name="Jonathan Mah" userId="5261b2f2f3e51194" providerId="LiveId" clId="{D0E1D0F2-3E04-4D0A-847D-0FECA4BDAAD3}" dt="2025-07-28T19:53:34.683" v="22" actId="47"/>
        <pc:sldMkLst>
          <pc:docMk/>
          <pc:sldMk cId="1237087859" sldId="496"/>
        </pc:sldMkLst>
      </pc:sldChg>
      <pc:sldChg chg="del">
        <pc:chgData name="Jonathan Mah" userId="5261b2f2f3e51194" providerId="LiveId" clId="{D0E1D0F2-3E04-4D0A-847D-0FECA4BDAAD3}" dt="2025-07-28T19:53:30.124" v="21" actId="47"/>
        <pc:sldMkLst>
          <pc:docMk/>
          <pc:sldMk cId="127886192" sldId="497"/>
        </pc:sldMkLst>
      </pc:sldChg>
      <pc:sldChg chg="del">
        <pc:chgData name="Jonathan Mah" userId="5261b2f2f3e51194" providerId="LiveId" clId="{D0E1D0F2-3E04-4D0A-847D-0FECA4BDAAD3}" dt="2025-07-28T19:53:30.124" v="21" actId="47"/>
        <pc:sldMkLst>
          <pc:docMk/>
          <pc:sldMk cId="3405342697" sldId="499"/>
        </pc:sldMkLst>
      </pc:sldChg>
      <pc:sldChg chg="del">
        <pc:chgData name="Jonathan Mah" userId="5261b2f2f3e51194" providerId="LiveId" clId="{D0E1D0F2-3E04-4D0A-847D-0FECA4BDAAD3}" dt="2025-07-28T19:53:30.124" v="21" actId="47"/>
        <pc:sldMkLst>
          <pc:docMk/>
          <pc:sldMk cId="2678952578" sldId="500"/>
        </pc:sldMkLst>
      </pc:sldChg>
      <pc:sldChg chg="del">
        <pc:chgData name="Jonathan Mah" userId="5261b2f2f3e51194" providerId="LiveId" clId="{D0E1D0F2-3E04-4D0A-847D-0FECA4BDAAD3}" dt="2025-07-28T19:53:30.124" v="21" actId="47"/>
        <pc:sldMkLst>
          <pc:docMk/>
          <pc:sldMk cId="65601317" sldId="501"/>
        </pc:sldMkLst>
      </pc:sldChg>
      <pc:sldChg chg="del">
        <pc:chgData name="Jonathan Mah" userId="5261b2f2f3e51194" providerId="LiveId" clId="{D0E1D0F2-3E04-4D0A-847D-0FECA4BDAAD3}" dt="2025-07-28T19:53:25.485" v="20" actId="47"/>
        <pc:sldMkLst>
          <pc:docMk/>
          <pc:sldMk cId="1954560384" sldId="502"/>
        </pc:sldMkLst>
      </pc:sldChg>
      <pc:sldChg chg="del">
        <pc:chgData name="Jonathan Mah" userId="5261b2f2f3e51194" providerId="LiveId" clId="{D0E1D0F2-3E04-4D0A-847D-0FECA4BDAAD3}" dt="2025-07-28T19:53:30.124" v="21" actId="47"/>
        <pc:sldMkLst>
          <pc:docMk/>
          <pc:sldMk cId="3144218365" sldId="503"/>
        </pc:sldMkLst>
      </pc:sldChg>
      <pc:sldChg chg="del">
        <pc:chgData name="Jonathan Mah" userId="5261b2f2f3e51194" providerId="LiveId" clId="{D0E1D0F2-3E04-4D0A-847D-0FECA4BDAAD3}" dt="2025-07-28T19:53:30.124" v="21" actId="47"/>
        <pc:sldMkLst>
          <pc:docMk/>
          <pc:sldMk cId="621514271" sldId="504"/>
        </pc:sldMkLst>
      </pc:sldChg>
      <pc:sldChg chg="del">
        <pc:chgData name="Jonathan Mah" userId="5261b2f2f3e51194" providerId="LiveId" clId="{D0E1D0F2-3E04-4D0A-847D-0FECA4BDAAD3}" dt="2025-07-28T19:53:30.124" v="21" actId="47"/>
        <pc:sldMkLst>
          <pc:docMk/>
          <pc:sldMk cId="1653732264" sldId="505"/>
        </pc:sldMkLst>
      </pc:sldChg>
      <pc:sldChg chg="del">
        <pc:chgData name="Jonathan Mah" userId="5261b2f2f3e51194" providerId="LiveId" clId="{D0E1D0F2-3E04-4D0A-847D-0FECA4BDAAD3}" dt="2025-07-28T19:53:34.683" v="22" actId="47"/>
        <pc:sldMkLst>
          <pc:docMk/>
          <pc:sldMk cId="198185164" sldId="506"/>
        </pc:sldMkLst>
      </pc:sldChg>
      <pc:sldChg chg="del">
        <pc:chgData name="Jonathan Mah" userId="5261b2f2f3e51194" providerId="LiveId" clId="{D0E1D0F2-3E04-4D0A-847D-0FECA4BDAAD3}" dt="2025-07-28T19:53:34.683" v="22" actId="47"/>
        <pc:sldMkLst>
          <pc:docMk/>
          <pc:sldMk cId="415997708" sldId="508"/>
        </pc:sldMkLst>
      </pc:sldChg>
      <pc:sldChg chg="del">
        <pc:chgData name="Jonathan Mah" userId="5261b2f2f3e51194" providerId="LiveId" clId="{D0E1D0F2-3E04-4D0A-847D-0FECA4BDAAD3}" dt="2025-07-28T19:53:30.124" v="21" actId="47"/>
        <pc:sldMkLst>
          <pc:docMk/>
          <pc:sldMk cId="845728079" sldId="509"/>
        </pc:sldMkLst>
      </pc:sldChg>
      <pc:sldChg chg="del">
        <pc:chgData name="Jonathan Mah" userId="5261b2f2f3e51194" providerId="LiveId" clId="{D0E1D0F2-3E04-4D0A-847D-0FECA4BDAAD3}" dt="2025-07-28T19:53:24.171" v="19" actId="47"/>
        <pc:sldMkLst>
          <pc:docMk/>
          <pc:sldMk cId="481508947" sldId="510"/>
        </pc:sldMkLst>
      </pc:sldChg>
      <pc:sldChg chg="del">
        <pc:chgData name="Jonathan Mah" userId="5261b2f2f3e51194" providerId="LiveId" clId="{D0E1D0F2-3E04-4D0A-847D-0FECA4BDAAD3}" dt="2025-07-28T19:53:22.572" v="18" actId="47"/>
        <pc:sldMkLst>
          <pc:docMk/>
          <pc:sldMk cId="848009671" sldId="513"/>
        </pc:sldMkLst>
      </pc:sldChg>
      <pc:sldChg chg="addSp delSp modSp add mod">
        <pc:chgData name="Jonathan Mah" userId="5261b2f2f3e51194" providerId="LiveId" clId="{D0E1D0F2-3E04-4D0A-847D-0FECA4BDAAD3}" dt="2025-07-28T22:06:25.700" v="2206" actId="1038"/>
        <pc:sldMkLst>
          <pc:docMk/>
          <pc:sldMk cId="1663706368" sldId="513"/>
        </pc:sldMkLst>
      </pc:sldChg>
      <pc:sldChg chg="del">
        <pc:chgData name="Jonathan Mah" userId="5261b2f2f3e51194" providerId="LiveId" clId="{D0E1D0F2-3E04-4D0A-847D-0FECA4BDAAD3}" dt="2025-07-28T19:53:22.205" v="17" actId="47"/>
        <pc:sldMkLst>
          <pc:docMk/>
          <pc:sldMk cId="3254604077" sldId="514"/>
        </pc:sldMkLst>
      </pc:sldChg>
      <pc:sldChg chg="del">
        <pc:chgData name="Jonathan Mah" userId="5261b2f2f3e51194" providerId="LiveId" clId="{D0E1D0F2-3E04-4D0A-847D-0FECA4BDAAD3}" dt="2025-07-28T19:53:30.124" v="21" actId="47"/>
        <pc:sldMkLst>
          <pc:docMk/>
          <pc:sldMk cId="3377054046" sldId="515"/>
        </pc:sldMkLst>
      </pc:sldChg>
      <pc:sldChg chg="del">
        <pc:chgData name="Jonathan Mah" userId="5261b2f2f3e51194" providerId="LiveId" clId="{D0E1D0F2-3E04-4D0A-847D-0FECA4BDAAD3}" dt="2025-07-28T19:53:34.683" v="22" actId="47"/>
        <pc:sldMkLst>
          <pc:docMk/>
          <pc:sldMk cId="4211400240" sldId="51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4F4B04-6A50-4A51-B675-D86EC6563060}" type="datetimeFigureOut">
              <a:rPr lang="en-US" smtClean="0"/>
              <a:t>9/18/2025</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66EEF-0D0A-4529-B3B7-A8E483F72DC0}" type="slidenum">
              <a:rPr lang="en-US" smtClean="0"/>
              <a:t>‹#›</a:t>
            </a:fld>
            <a:endParaRPr lang="en-US"/>
          </a:p>
        </p:txBody>
      </p:sp>
    </p:spTree>
    <p:extLst>
      <p:ext uri="{BB962C8B-B14F-4D97-AF65-F5344CB8AC3E}">
        <p14:creationId xmlns:p14="http://schemas.microsoft.com/office/powerpoint/2010/main" val="23873249"/>
      </p:ext>
    </p:extLst>
  </p:cSld>
  <p:clrMap bg1="lt1" tx1="dk1" bg2="lt2" tx2="dk2" accent1="accent1" accent2="accent2" accent3="accent3" accent4="accent4" accent5="accent5" accent6="accent6" hlink="hlink" folHlink="folHlink"/>
  <p:notesStyle>
    <a:lvl1pPr marL="0" algn="l" defTabSz="2194560" rtl="0" eaLnBrk="1" latinLnBrk="0" hangingPunct="1">
      <a:defRPr sz="2880" kern="1200">
        <a:solidFill>
          <a:schemeClr val="tx1"/>
        </a:solidFill>
        <a:latin typeface="+mn-lt"/>
        <a:ea typeface="+mn-ea"/>
        <a:cs typeface="+mn-cs"/>
      </a:defRPr>
    </a:lvl1pPr>
    <a:lvl2pPr marL="1097280" algn="l" defTabSz="2194560" rtl="0" eaLnBrk="1" latinLnBrk="0" hangingPunct="1">
      <a:defRPr sz="2880" kern="1200">
        <a:solidFill>
          <a:schemeClr val="tx1"/>
        </a:solidFill>
        <a:latin typeface="+mn-lt"/>
        <a:ea typeface="+mn-ea"/>
        <a:cs typeface="+mn-cs"/>
      </a:defRPr>
    </a:lvl2pPr>
    <a:lvl3pPr marL="2194560" algn="l" defTabSz="2194560" rtl="0" eaLnBrk="1" latinLnBrk="0" hangingPunct="1">
      <a:defRPr sz="2880" kern="1200">
        <a:solidFill>
          <a:schemeClr val="tx1"/>
        </a:solidFill>
        <a:latin typeface="+mn-lt"/>
        <a:ea typeface="+mn-ea"/>
        <a:cs typeface="+mn-cs"/>
      </a:defRPr>
    </a:lvl3pPr>
    <a:lvl4pPr marL="3291840" algn="l" defTabSz="2194560" rtl="0" eaLnBrk="1" latinLnBrk="0" hangingPunct="1">
      <a:defRPr sz="2880" kern="1200">
        <a:solidFill>
          <a:schemeClr val="tx1"/>
        </a:solidFill>
        <a:latin typeface="+mn-lt"/>
        <a:ea typeface="+mn-ea"/>
        <a:cs typeface="+mn-cs"/>
      </a:defRPr>
    </a:lvl4pPr>
    <a:lvl5pPr marL="4389120" algn="l" defTabSz="2194560" rtl="0" eaLnBrk="1" latinLnBrk="0" hangingPunct="1">
      <a:defRPr sz="2880" kern="1200">
        <a:solidFill>
          <a:schemeClr val="tx1"/>
        </a:solidFill>
        <a:latin typeface="+mn-lt"/>
        <a:ea typeface="+mn-ea"/>
        <a:cs typeface="+mn-cs"/>
      </a:defRPr>
    </a:lvl5pPr>
    <a:lvl6pPr marL="5486400" algn="l" defTabSz="2194560" rtl="0" eaLnBrk="1" latinLnBrk="0" hangingPunct="1">
      <a:defRPr sz="2880" kern="1200">
        <a:solidFill>
          <a:schemeClr val="tx1"/>
        </a:solidFill>
        <a:latin typeface="+mn-lt"/>
        <a:ea typeface="+mn-ea"/>
        <a:cs typeface="+mn-cs"/>
      </a:defRPr>
    </a:lvl6pPr>
    <a:lvl7pPr marL="6583680" algn="l" defTabSz="2194560" rtl="0" eaLnBrk="1" latinLnBrk="0" hangingPunct="1">
      <a:defRPr sz="2880" kern="1200">
        <a:solidFill>
          <a:schemeClr val="tx1"/>
        </a:solidFill>
        <a:latin typeface="+mn-lt"/>
        <a:ea typeface="+mn-ea"/>
        <a:cs typeface="+mn-cs"/>
      </a:defRPr>
    </a:lvl7pPr>
    <a:lvl8pPr marL="7680960" algn="l" defTabSz="2194560" rtl="0" eaLnBrk="1" latinLnBrk="0" hangingPunct="1">
      <a:defRPr sz="2880" kern="1200">
        <a:solidFill>
          <a:schemeClr val="tx1"/>
        </a:solidFill>
        <a:latin typeface="+mn-lt"/>
        <a:ea typeface="+mn-ea"/>
        <a:cs typeface="+mn-cs"/>
      </a:defRPr>
    </a:lvl8pPr>
    <a:lvl9pPr marL="8778240" algn="l" defTabSz="2194560" rtl="0" eaLnBrk="1" latinLnBrk="0" hangingPunct="1">
      <a:defRPr sz="28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885950" y="1143000"/>
            <a:ext cx="30861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evidence that North American gut microbiomes have depleted genetic diversity relative to African gut microbiomes, likely due to differences in diet, environment,  and a host of other factors which can broadly be grouped together as “urbanization”, we proceeded with inferring the demographic models, which allow us to infer parameters such as the time since the last major demographic event and the magnitude of any change in population size. Here, we used four different demographic models, with cartoons (explain cartoons).</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a:p>
        </p:txBody>
      </p:sp>
    </p:spTree>
    <p:extLst>
      <p:ext uri="{BB962C8B-B14F-4D97-AF65-F5344CB8AC3E}">
        <p14:creationId xmlns:p14="http://schemas.microsoft.com/office/powerpoint/2010/main" val="1253817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14500" y="3741210"/>
            <a:ext cx="19431000" cy="7958667"/>
          </a:xfrm>
        </p:spPr>
        <p:txBody>
          <a:bodyPr anchor="b"/>
          <a:lstStyle>
            <a:lvl1pPr algn="ctr">
              <a:defRPr sz="15000"/>
            </a:lvl1pPr>
          </a:lstStyle>
          <a:p>
            <a:r>
              <a:rPr lang="en-US"/>
              <a:t>Click to edit Master title style</a:t>
            </a:r>
            <a:endParaRPr lang="en-US" dirty="0"/>
          </a:p>
        </p:txBody>
      </p:sp>
      <p:sp>
        <p:nvSpPr>
          <p:cNvPr id="3" name="Subtitle 2"/>
          <p:cNvSpPr>
            <a:spLocks noGrp="1"/>
          </p:cNvSpPr>
          <p:nvPr>
            <p:ph type="subTitle" idx="1"/>
          </p:nvPr>
        </p:nvSpPr>
        <p:spPr>
          <a:xfrm>
            <a:off x="2857500" y="12006793"/>
            <a:ext cx="17145000" cy="5519207"/>
          </a:xfrm>
        </p:spPr>
        <p:txBody>
          <a:bodyPr/>
          <a:lstStyle>
            <a:lvl1pPr marL="0" indent="0" algn="ctr">
              <a:buNone/>
              <a:defRPr sz="6000"/>
            </a:lvl1pPr>
            <a:lvl2pPr marL="1143000" indent="0" algn="ctr">
              <a:buNone/>
              <a:defRPr sz="5000"/>
            </a:lvl2pPr>
            <a:lvl3pPr marL="2286000" indent="0" algn="ctr">
              <a:buNone/>
              <a:defRPr sz="4500"/>
            </a:lvl3pPr>
            <a:lvl4pPr marL="3429000" indent="0" algn="ctr">
              <a:buNone/>
              <a:defRPr sz="4000"/>
            </a:lvl4pPr>
            <a:lvl5pPr marL="4572000" indent="0" algn="ctr">
              <a:buNone/>
              <a:defRPr sz="4000"/>
            </a:lvl5pPr>
            <a:lvl6pPr marL="5715000" indent="0" algn="ctr">
              <a:buNone/>
              <a:defRPr sz="4000"/>
            </a:lvl6pPr>
            <a:lvl7pPr marL="6858000" indent="0" algn="ctr">
              <a:buNone/>
              <a:defRPr sz="4000"/>
            </a:lvl7pPr>
            <a:lvl8pPr marL="8001000" indent="0" algn="ctr">
              <a:buNone/>
              <a:defRPr sz="4000"/>
            </a:lvl8pPr>
            <a:lvl9pPr marL="91440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9/18/2025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646833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9/18/2025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26748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59720" y="5699132"/>
            <a:ext cx="19716750" cy="9509123"/>
          </a:xfrm>
        </p:spPr>
        <p:txBody>
          <a:bodyPr anchor="b"/>
          <a:lstStyle>
            <a:lvl1pPr>
              <a:defRPr sz="15000"/>
            </a:lvl1pPr>
          </a:lstStyle>
          <a:p>
            <a:r>
              <a:rPr lang="en-US"/>
              <a:t>Click to edit Master title style</a:t>
            </a:r>
            <a:endParaRPr lang="en-US" dirty="0"/>
          </a:p>
        </p:txBody>
      </p:sp>
      <p:sp>
        <p:nvSpPr>
          <p:cNvPr id="3" name="Text Placeholder 2"/>
          <p:cNvSpPr>
            <a:spLocks noGrp="1"/>
          </p:cNvSpPr>
          <p:nvPr>
            <p:ph type="body" idx="1"/>
          </p:nvPr>
        </p:nvSpPr>
        <p:spPr>
          <a:xfrm>
            <a:off x="1559720" y="15298215"/>
            <a:ext cx="19716750" cy="5000623"/>
          </a:xfrm>
        </p:spPr>
        <p:txBody>
          <a:bodyPr/>
          <a:lstStyle>
            <a:lvl1pPr marL="0" indent="0">
              <a:buNone/>
              <a:defRPr sz="6000">
                <a:solidFill>
                  <a:schemeClr val="tx1"/>
                </a:solidFill>
              </a:defRPr>
            </a:lvl1pPr>
            <a:lvl2pPr marL="1143000" indent="0">
              <a:buNone/>
              <a:defRPr sz="5000">
                <a:solidFill>
                  <a:schemeClr val="tx1">
                    <a:tint val="75000"/>
                  </a:schemeClr>
                </a:solidFill>
              </a:defRPr>
            </a:lvl2pPr>
            <a:lvl3pPr marL="2286000" indent="0">
              <a:buNone/>
              <a:defRPr sz="4500">
                <a:solidFill>
                  <a:schemeClr val="tx1">
                    <a:tint val="75000"/>
                  </a:schemeClr>
                </a:solidFill>
              </a:defRPr>
            </a:lvl3pPr>
            <a:lvl4pPr marL="3429000" indent="0">
              <a:buNone/>
              <a:defRPr sz="4000">
                <a:solidFill>
                  <a:schemeClr val="tx1">
                    <a:tint val="75000"/>
                  </a:schemeClr>
                </a:solidFill>
              </a:defRPr>
            </a:lvl4pPr>
            <a:lvl5pPr marL="4572000" indent="0">
              <a:buNone/>
              <a:defRPr sz="4000">
                <a:solidFill>
                  <a:schemeClr val="tx1">
                    <a:tint val="75000"/>
                  </a:schemeClr>
                </a:solidFill>
              </a:defRPr>
            </a:lvl5pPr>
            <a:lvl6pPr marL="5715000" indent="0">
              <a:buNone/>
              <a:defRPr sz="4000">
                <a:solidFill>
                  <a:schemeClr val="tx1">
                    <a:tint val="75000"/>
                  </a:schemeClr>
                </a:solidFill>
              </a:defRPr>
            </a:lvl6pPr>
            <a:lvl7pPr marL="6858000" indent="0">
              <a:buNone/>
              <a:defRPr sz="4000">
                <a:solidFill>
                  <a:schemeClr val="tx1">
                    <a:tint val="75000"/>
                  </a:schemeClr>
                </a:solidFill>
              </a:defRPr>
            </a:lvl7pPr>
            <a:lvl8pPr marL="8001000" indent="0">
              <a:buNone/>
              <a:defRPr sz="4000">
                <a:solidFill>
                  <a:schemeClr val="tx1">
                    <a:tint val="75000"/>
                  </a:schemeClr>
                </a:solidFill>
              </a:defRPr>
            </a:lvl8pPr>
            <a:lvl9pPr marL="9144000" indent="0">
              <a:buNone/>
              <a:defRPr sz="4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E435BD-4569-4C00-96FD-DE6EEAA430DA}" type="datetimeFigureOut">
              <a:rPr lang="en-US" smtClean="0"/>
              <a:t>9/18/2025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881340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7162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57287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E435BD-4569-4C00-96FD-DE6EEAA430DA}" type="datetimeFigureOut">
              <a:rPr lang="en-US" smtClean="0"/>
              <a:t>9/18/2025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43315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217089"/>
            <a:ext cx="19716750" cy="441854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74605" y="5603877"/>
            <a:ext cx="9670850"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4" name="Content Placeholder 3"/>
          <p:cNvSpPr>
            <a:spLocks noGrp="1"/>
          </p:cNvSpPr>
          <p:nvPr>
            <p:ph sz="half" idx="2"/>
          </p:nvPr>
        </p:nvSpPr>
        <p:spPr>
          <a:xfrm>
            <a:off x="1574605" y="8350250"/>
            <a:ext cx="9670850"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572876" y="5603877"/>
            <a:ext cx="9718478"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6" name="Content Placeholder 5"/>
          <p:cNvSpPr>
            <a:spLocks noGrp="1"/>
          </p:cNvSpPr>
          <p:nvPr>
            <p:ph sz="quarter" idx="4"/>
          </p:nvPr>
        </p:nvSpPr>
        <p:spPr>
          <a:xfrm>
            <a:off x="11572876" y="8350250"/>
            <a:ext cx="9718478"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E435BD-4569-4C00-96FD-DE6EEAA430DA}" type="datetimeFigureOut">
              <a:rPr lang="en-US" smtClean="0"/>
              <a:t>9/18/2025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992497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E435BD-4569-4C00-96FD-DE6EEAA430DA}" type="datetimeFigureOut">
              <a:rPr lang="en-US" smtClean="0"/>
              <a:t>9/18/2025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6185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E435BD-4569-4C00-96FD-DE6EEAA430DA}" type="datetimeFigureOut">
              <a:rPr lang="en-US" smtClean="0"/>
              <a:t>9/18/2025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3654460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Content Placeholder 2"/>
          <p:cNvSpPr>
            <a:spLocks noGrp="1"/>
          </p:cNvSpPr>
          <p:nvPr>
            <p:ph idx="1"/>
          </p:nvPr>
        </p:nvSpPr>
        <p:spPr>
          <a:xfrm>
            <a:off x="9718477" y="3291422"/>
            <a:ext cx="11572875" cy="16245417"/>
          </a:xfrm>
        </p:spPr>
        <p:txBody>
          <a:bodyPr/>
          <a:lstStyle>
            <a:lvl1pPr>
              <a:defRPr sz="8000"/>
            </a:lvl1pPr>
            <a:lvl2pPr>
              <a:defRPr sz="7000"/>
            </a:lvl2pPr>
            <a:lvl3pPr>
              <a:defRPr sz="6000"/>
            </a:lvl3pPr>
            <a:lvl4pPr>
              <a:defRPr sz="5000"/>
            </a:lvl4pPr>
            <a:lvl5pPr>
              <a:defRPr sz="5000"/>
            </a:lvl5pPr>
            <a:lvl6pPr>
              <a:defRPr sz="5000"/>
            </a:lvl6pPr>
            <a:lvl7pPr>
              <a:defRPr sz="5000"/>
            </a:lvl7pPr>
            <a:lvl8pPr>
              <a:defRPr sz="5000"/>
            </a:lvl8pPr>
            <a:lvl9pPr>
              <a:defRPr sz="5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9/18/2025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33264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718477" y="3291422"/>
            <a:ext cx="11572875" cy="16245417"/>
          </a:xfrm>
        </p:spPr>
        <p:txBody>
          <a:bodyPr anchor="t"/>
          <a:lstStyle>
            <a:lvl1pPr marL="0" indent="0">
              <a:buNone/>
              <a:defRPr sz="8000"/>
            </a:lvl1pPr>
            <a:lvl2pPr marL="1143000" indent="0">
              <a:buNone/>
              <a:defRPr sz="7000"/>
            </a:lvl2pPr>
            <a:lvl3pPr marL="2286000" indent="0">
              <a:buNone/>
              <a:defRPr sz="6000"/>
            </a:lvl3pPr>
            <a:lvl4pPr marL="3429000" indent="0">
              <a:buNone/>
              <a:defRPr sz="5000"/>
            </a:lvl4pPr>
            <a:lvl5pPr marL="4572000" indent="0">
              <a:buNone/>
              <a:defRPr sz="5000"/>
            </a:lvl5pPr>
            <a:lvl6pPr marL="5715000" indent="0">
              <a:buNone/>
              <a:defRPr sz="5000"/>
            </a:lvl6pPr>
            <a:lvl7pPr marL="6858000" indent="0">
              <a:buNone/>
              <a:defRPr sz="5000"/>
            </a:lvl7pPr>
            <a:lvl8pPr marL="8001000" indent="0">
              <a:buNone/>
              <a:defRPr sz="5000"/>
            </a:lvl8pPr>
            <a:lvl9pPr marL="9144000" indent="0">
              <a:buNone/>
              <a:defRPr sz="5000"/>
            </a:lvl9pPr>
          </a:lstStyle>
          <a:p>
            <a:r>
              <a:rPr lang="en-US"/>
              <a:t>Click icon to add picture</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9/18/2025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72294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9/18/2025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286485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359189" y="1217084"/>
            <a:ext cx="4929188" cy="193727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71626" y="1217084"/>
            <a:ext cx="14501813" cy="193727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9/18/2025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617087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71625" y="1217089"/>
            <a:ext cx="19716750" cy="441854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71625" y="6085417"/>
            <a:ext cx="19716750" cy="145044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71625" y="21187839"/>
            <a:ext cx="5143500" cy="1217083"/>
          </a:xfrm>
          <a:prstGeom prst="rect">
            <a:avLst/>
          </a:prstGeom>
        </p:spPr>
        <p:txBody>
          <a:bodyPr vert="horz" lIns="91440" tIns="45720" rIns="91440" bIns="45720" rtlCol="0" anchor="ctr"/>
          <a:lstStyle>
            <a:lvl1pPr algn="l">
              <a:defRPr sz="3000">
                <a:solidFill>
                  <a:schemeClr val="tx1">
                    <a:tint val="75000"/>
                  </a:schemeClr>
                </a:solidFill>
              </a:defRPr>
            </a:lvl1pPr>
          </a:lstStyle>
          <a:p>
            <a:fld id="{54E435BD-4569-4C00-96FD-DE6EEAA430DA}" type="datetimeFigureOut">
              <a:rPr lang="en-US" smtClean="0"/>
              <a:t>9/18/2025</a:t>
            </a:fld>
            <a:endParaRPr lang="en-US"/>
          </a:p>
        </p:txBody>
      </p:sp>
      <p:sp>
        <p:nvSpPr>
          <p:cNvPr id="5" name="Footer Placeholder 4"/>
          <p:cNvSpPr>
            <a:spLocks noGrp="1"/>
          </p:cNvSpPr>
          <p:nvPr>
            <p:ph type="ftr" sz="quarter" idx="3"/>
          </p:nvPr>
        </p:nvSpPr>
        <p:spPr>
          <a:xfrm>
            <a:off x="7572375" y="21187839"/>
            <a:ext cx="7715250" cy="1217083"/>
          </a:xfrm>
          <a:prstGeom prst="rect">
            <a:avLst/>
          </a:prstGeom>
        </p:spPr>
        <p:txBody>
          <a:bodyPr vert="horz" lIns="91440" tIns="45720" rIns="91440" bIns="45720" rtlCol="0" anchor="ctr"/>
          <a:lstStyle>
            <a:lvl1pPr algn="ctr">
              <a:defRPr sz="3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6144875" y="21187839"/>
            <a:ext cx="5143500" cy="1217083"/>
          </a:xfrm>
          <a:prstGeom prst="rect">
            <a:avLst/>
          </a:prstGeom>
        </p:spPr>
        <p:txBody>
          <a:bodyPr vert="horz" lIns="91440" tIns="45720" rIns="91440" bIns="45720" rtlCol="0" anchor="ctr"/>
          <a:lstStyle>
            <a:lvl1pPr algn="r">
              <a:defRPr sz="3000">
                <a:solidFill>
                  <a:schemeClr val="tx1">
                    <a:tint val="75000"/>
                  </a:schemeClr>
                </a:solidFill>
              </a:defRPr>
            </a:lvl1pPr>
          </a:lstStyle>
          <a:p>
            <a:fld id="{A6F35474-F7C1-45E5-A05F-D70385F49662}" type="slidenum">
              <a:rPr lang="en-US" smtClean="0"/>
              <a:t>‹#›</a:t>
            </a:fld>
            <a:endParaRPr lang="en-US"/>
          </a:p>
        </p:txBody>
      </p:sp>
    </p:spTree>
    <p:extLst>
      <p:ext uri="{BB962C8B-B14F-4D97-AF65-F5344CB8AC3E}">
        <p14:creationId xmlns:p14="http://schemas.microsoft.com/office/powerpoint/2010/main" val="14888857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286000" rtl="0" eaLnBrk="1" latinLnBrk="0" hangingPunct="1">
        <a:lnSpc>
          <a:spcPct val="90000"/>
        </a:lnSpc>
        <a:spcBef>
          <a:spcPct val="0"/>
        </a:spcBef>
        <a:buNone/>
        <a:defRPr sz="11000" kern="1200">
          <a:solidFill>
            <a:schemeClr val="tx1"/>
          </a:solidFill>
          <a:latin typeface="+mj-lt"/>
          <a:ea typeface="+mj-ea"/>
          <a:cs typeface="+mj-cs"/>
        </a:defRPr>
      </a:lvl1pPr>
    </p:titleStyle>
    <p:bodyStyle>
      <a:lvl1pPr marL="571500" indent="-571500" algn="l" defTabSz="2286000" rtl="0" eaLnBrk="1" latinLnBrk="0" hangingPunct="1">
        <a:lnSpc>
          <a:spcPct val="90000"/>
        </a:lnSpc>
        <a:spcBef>
          <a:spcPts val="2500"/>
        </a:spcBef>
        <a:buFont typeface="Arial" panose="020B0604020202020204" pitchFamily="34" charset="0"/>
        <a:buChar char="•"/>
        <a:defRPr sz="7000" kern="1200">
          <a:solidFill>
            <a:schemeClr val="tx1"/>
          </a:solidFill>
          <a:latin typeface="+mn-lt"/>
          <a:ea typeface="+mn-ea"/>
          <a:cs typeface="+mn-cs"/>
        </a:defRPr>
      </a:lvl1pPr>
      <a:lvl2pPr marL="1714500" indent="-571500" algn="l" defTabSz="2286000" rtl="0" eaLnBrk="1" latinLnBrk="0" hangingPunct="1">
        <a:lnSpc>
          <a:spcPct val="90000"/>
        </a:lnSpc>
        <a:spcBef>
          <a:spcPts val="1250"/>
        </a:spcBef>
        <a:buFont typeface="Arial" panose="020B0604020202020204" pitchFamily="34" charset="0"/>
        <a:buChar char="•"/>
        <a:defRPr sz="6000" kern="1200">
          <a:solidFill>
            <a:schemeClr val="tx1"/>
          </a:solidFill>
          <a:latin typeface="+mn-lt"/>
          <a:ea typeface="+mn-ea"/>
          <a:cs typeface="+mn-cs"/>
        </a:defRPr>
      </a:lvl2pPr>
      <a:lvl3pPr marL="2857500" indent="-571500" algn="l" defTabSz="2286000" rtl="0" eaLnBrk="1" latinLnBrk="0" hangingPunct="1">
        <a:lnSpc>
          <a:spcPct val="90000"/>
        </a:lnSpc>
        <a:spcBef>
          <a:spcPts val="1250"/>
        </a:spcBef>
        <a:buFont typeface="Arial" panose="020B0604020202020204" pitchFamily="34" charset="0"/>
        <a:buChar char="•"/>
        <a:defRPr sz="5000" kern="1200">
          <a:solidFill>
            <a:schemeClr val="tx1"/>
          </a:solidFill>
          <a:latin typeface="+mn-lt"/>
          <a:ea typeface="+mn-ea"/>
          <a:cs typeface="+mn-cs"/>
        </a:defRPr>
      </a:lvl3pPr>
      <a:lvl4pPr marL="4000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4pPr>
      <a:lvl5pPr marL="5143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5pPr>
      <a:lvl6pPr marL="6286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6pPr>
      <a:lvl7pPr marL="7429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7pPr>
      <a:lvl8pPr marL="8572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8pPr>
      <a:lvl9pPr marL="9715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9pPr>
    </p:bodyStyle>
    <p:otherStyle>
      <a:defPPr>
        <a:defRPr lang="en-US"/>
      </a:defPPr>
      <a:lvl1pPr marL="0" algn="l" defTabSz="2286000" rtl="0" eaLnBrk="1" latinLnBrk="0" hangingPunct="1">
        <a:defRPr sz="4500" kern="1200">
          <a:solidFill>
            <a:schemeClr val="tx1"/>
          </a:solidFill>
          <a:latin typeface="+mn-lt"/>
          <a:ea typeface="+mn-ea"/>
          <a:cs typeface="+mn-cs"/>
        </a:defRPr>
      </a:lvl1pPr>
      <a:lvl2pPr marL="1143000" algn="l" defTabSz="2286000" rtl="0" eaLnBrk="1" latinLnBrk="0" hangingPunct="1">
        <a:defRPr sz="4500" kern="1200">
          <a:solidFill>
            <a:schemeClr val="tx1"/>
          </a:solidFill>
          <a:latin typeface="+mn-lt"/>
          <a:ea typeface="+mn-ea"/>
          <a:cs typeface="+mn-cs"/>
        </a:defRPr>
      </a:lvl2pPr>
      <a:lvl3pPr marL="2286000" algn="l" defTabSz="2286000" rtl="0" eaLnBrk="1" latinLnBrk="0" hangingPunct="1">
        <a:defRPr sz="4500" kern="1200">
          <a:solidFill>
            <a:schemeClr val="tx1"/>
          </a:solidFill>
          <a:latin typeface="+mn-lt"/>
          <a:ea typeface="+mn-ea"/>
          <a:cs typeface="+mn-cs"/>
        </a:defRPr>
      </a:lvl3pPr>
      <a:lvl4pPr marL="3429000" algn="l" defTabSz="2286000" rtl="0" eaLnBrk="1" latinLnBrk="0" hangingPunct="1">
        <a:defRPr sz="4500" kern="1200">
          <a:solidFill>
            <a:schemeClr val="tx1"/>
          </a:solidFill>
          <a:latin typeface="+mn-lt"/>
          <a:ea typeface="+mn-ea"/>
          <a:cs typeface="+mn-cs"/>
        </a:defRPr>
      </a:lvl4pPr>
      <a:lvl5pPr marL="4572000" algn="l" defTabSz="2286000" rtl="0" eaLnBrk="1" latinLnBrk="0" hangingPunct="1">
        <a:defRPr sz="4500" kern="1200">
          <a:solidFill>
            <a:schemeClr val="tx1"/>
          </a:solidFill>
          <a:latin typeface="+mn-lt"/>
          <a:ea typeface="+mn-ea"/>
          <a:cs typeface="+mn-cs"/>
        </a:defRPr>
      </a:lvl5pPr>
      <a:lvl6pPr marL="5715000" algn="l" defTabSz="2286000" rtl="0" eaLnBrk="1" latinLnBrk="0" hangingPunct="1">
        <a:defRPr sz="4500" kern="1200">
          <a:solidFill>
            <a:schemeClr val="tx1"/>
          </a:solidFill>
          <a:latin typeface="+mn-lt"/>
          <a:ea typeface="+mn-ea"/>
          <a:cs typeface="+mn-cs"/>
        </a:defRPr>
      </a:lvl6pPr>
      <a:lvl7pPr marL="6858000" algn="l" defTabSz="2286000" rtl="0" eaLnBrk="1" latinLnBrk="0" hangingPunct="1">
        <a:defRPr sz="4500" kern="1200">
          <a:solidFill>
            <a:schemeClr val="tx1"/>
          </a:solidFill>
          <a:latin typeface="+mn-lt"/>
          <a:ea typeface="+mn-ea"/>
          <a:cs typeface="+mn-cs"/>
        </a:defRPr>
      </a:lvl7pPr>
      <a:lvl8pPr marL="8001000" algn="l" defTabSz="2286000" rtl="0" eaLnBrk="1" latinLnBrk="0" hangingPunct="1">
        <a:defRPr sz="4500" kern="1200">
          <a:solidFill>
            <a:schemeClr val="tx1"/>
          </a:solidFill>
          <a:latin typeface="+mn-lt"/>
          <a:ea typeface="+mn-ea"/>
          <a:cs typeface="+mn-cs"/>
        </a:defRPr>
      </a:lvl8pPr>
      <a:lvl9pPr marL="9144000" algn="l" defTabSz="2286000" rtl="0" eaLnBrk="1" latinLnBrk="0" hangingPunct="1">
        <a:defRPr sz="4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Box 55">
            <a:extLst>
              <a:ext uri="{FF2B5EF4-FFF2-40B4-BE49-F238E27FC236}">
                <a16:creationId xmlns:a16="http://schemas.microsoft.com/office/drawing/2014/main" id="{CE0379EF-B99B-A0E7-2B25-7CE7974E7DE2}"/>
              </a:ext>
            </a:extLst>
          </p:cNvPr>
          <p:cNvSpPr txBox="1"/>
          <p:nvPr/>
        </p:nvSpPr>
        <p:spPr>
          <a:xfrm>
            <a:off x="8977670" y="3228893"/>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7" name="TextBox 56">
            <a:extLst>
              <a:ext uri="{FF2B5EF4-FFF2-40B4-BE49-F238E27FC236}">
                <a16:creationId xmlns:a16="http://schemas.microsoft.com/office/drawing/2014/main" id="{550B4DEA-843C-20F4-3D56-7894DEFE437C}"/>
              </a:ext>
            </a:extLst>
          </p:cNvPr>
          <p:cNvSpPr txBox="1"/>
          <p:nvPr/>
        </p:nvSpPr>
        <p:spPr>
          <a:xfrm>
            <a:off x="16003713" y="3247791"/>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8" name="TextBox 57">
            <a:extLst>
              <a:ext uri="{FF2B5EF4-FFF2-40B4-BE49-F238E27FC236}">
                <a16:creationId xmlns:a16="http://schemas.microsoft.com/office/drawing/2014/main" id="{059A81B6-EE1C-2162-B385-477DE05655E7}"/>
              </a:ext>
            </a:extLst>
          </p:cNvPr>
          <p:cNvSpPr txBox="1"/>
          <p:nvPr/>
        </p:nvSpPr>
        <p:spPr>
          <a:xfrm>
            <a:off x="15592897" y="4074564"/>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9" name="TextBox 58">
            <a:extLst>
              <a:ext uri="{FF2B5EF4-FFF2-40B4-BE49-F238E27FC236}">
                <a16:creationId xmlns:a16="http://schemas.microsoft.com/office/drawing/2014/main" id="{197AE925-A4B7-A85C-D444-82A04AB9536B}"/>
              </a:ext>
            </a:extLst>
          </p:cNvPr>
          <p:cNvSpPr txBox="1"/>
          <p:nvPr/>
        </p:nvSpPr>
        <p:spPr>
          <a:xfrm>
            <a:off x="8492342" y="4074565"/>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0" name="TextBox 59">
            <a:extLst>
              <a:ext uri="{FF2B5EF4-FFF2-40B4-BE49-F238E27FC236}">
                <a16:creationId xmlns:a16="http://schemas.microsoft.com/office/drawing/2014/main" id="{C74F9B43-A5A5-81E0-4736-382B7131B8A9}"/>
              </a:ext>
            </a:extLst>
          </p:cNvPr>
          <p:cNvSpPr txBox="1"/>
          <p:nvPr/>
        </p:nvSpPr>
        <p:spPr>
          <a:xfrm>
            <a:off x="3381101" y="3233899"/>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61" name="TextBox 60">
            <a:extLst>
              <a:ext uri="{FF2B5EF4-FFF2-40B4-BE49-F238E27FC236}">
                <a16:creationId xmlns:a16="http://schemas.microsoft.com/office/drawing/2014/main" id="{D14EF38B-B89E-0830-0076-59B41C14CE79}"/>
              </a:ext>
            </a:extLst>
          </p:cNvPr>
          <p:cNvSpPr txBox="1"/>
          <p:nvPr/>
        </p:nvSpPr>
        <p:spPr>
          <a:xfrm>
            <a:off x="3079284" y="4074565"/>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62" name="Rectangle 61">
            <a:extLst>
              <a:ext uri="{FF2B5EF4-FFF2-40B4-BE49-F238E27FC236}">
                <a16:creationId xmlns:a16="http://schemas.microsoft.com/office/drawing/2014/main" id="{69F1E40A-8A34-FAF4-600E-DBB73398A5A9}"/>
              </a:ext>
            </a:extLst>
          </p:cNvPr>
          <p:cNvSpPr/>
          <p:nvPr/>
        </p:nvSpPr>
        <p:spPr>
          <a:xfrm>
            <a:off x="4287752" y="5488986"/>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8CF7FD89-2B37-5411-78F5-02C6310620A3}"/>
              </a:ext>
            </a:extLst>
          </p:cNvPr>
          <p:cNvSpPr/>
          <p:nvPr/>
        </p:nvSpPr>
        <p:spPr>
          <a:xfrm>
            <a:off x="8922197" y="5488985"/>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FE99F00F-3E23-F3AC-9834-2D5E0DDB6514}"/>
              </a:ext>
            </a:extLst>
          </p:cNvPr>
          <p:cNvSpPr/>
          <p:nvPr/>
        </p:nvSpPr>
        <p:spPr>
          <a:xfrm>
            <a:off x="9243711" y="6885211"/>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E9BFE77D-B565-9F30-455F-F2B9A5060D7F}"/>
              </a:ext>
            </a:extLst>
          </p:cNvPr>
          <p:cNvSpPr/>
          <p:nvPr/>
        </p:nvSpPr>
        <p:spPr>
          <a:xfrm>
            <a:off x="10898769" y="5488985"/>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FF067CDC-6881-4A50-6064-5EFF5EC19858}"/>
              </a:ext>
            </a:extLst>
          </p:cNvPr>
          <p:cNvSpPr/>
          <p:nvPr/>
        </p:nvSpPr>
        <p:spPr>
          <a:xfrm>
            <a:off x="10291606" y="8505206"/>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26195334-2C88-8CB3-6767-268E6655F5E4}"/>
              </a:ext>
            </a:extLst>
          </p:cNvPr>
          <p:cNvSpPr/>
          <p:nvPr/>
        </p:nvSpPr>
        <p:spPr>
          <a:xfrm>
            <a:off x="16212624" y="5488986"/>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F04566C0-5EE9-4E6A-7CC2-3CD2512305F4}"/>
              </a:ext>
            </a:extLst>
          </p:cNvPr>
          <p:cNvSpPr/>
          <p:nvPr/>
        </p:nvSpPr>
        <p:spPr>
          <a:xfrm>
            <a:off x="15862474" y="6542122"/>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9" name="Rectangle 68">
            <a:extLst>
              <a:ext uri="{FF2B5EF4-FFF2-40B4-BE49-F238E27FC236}">
                <a16:creationId xmlns:a16="http://schemas.microsoft.com/office/drawing/2014/main" id="{110831FE-3105-90C7-A480-FCD35961B123}"/>
              </a:ext>
            </a:extLst>
          </p:cNvPr>
          <p:cNvSpPr/>
          <p:nvPr/>
        </p:nvSpPr>
        <p:spPr>
          <a:xfrm>
            <a:off x="16050020" y="7557030"/>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0" name="Rectangle 69">
            <a:extLst>
              <a:ext uri="{FF2B5EF4-FFF2-40B4-BE49-F238E27FC236}">
                <a16:creationId xmlns:a16="http://schemas.microsoft.com/office/drawing/2014/main" id="{D4DB33C3-13AC-9D5D-0BE0-CF48A48FDF58}"/>
              </a:ext>
            </a:extLst>
          </p:cNvPr>
          <p:cNvSpPr/>
          <p:nvPr/>
        </p:nvSpPr>
        <p:spPr>
          <a:xfrm>
            <a:off x="17414882" y="5488985"/>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1" name="Rectangle 70">
            <a:extLst>
              <a:ext uri="{FF2B5EF4-FFF2-40B4-BE49-F238E27FC236}">
                <a16:creationId xmlns:a16="http://schemas.microsoft.com/office/drawing/2014/main" id="{4398ECE3-758D-98D7-CF20-3860CD0B59C8}"/>
              </a:ext>
            </a:extLst>
          </p:cNvPr>
          <p:cNvSpPr/>
          <p:nvPr/>
        </p:nvSpPr>
        <p:spPr>
          <a:xfrm>
            <a:off x="17725838" y="6070981"/>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2" name="Rectangle 71">
            <a:extLst>
              <a:ext uri="{FF2B5EF4-FFF2-40B4-BE49-F238E27FC236}">
                <a16:creationId xmlns:a16="http://schemas.microsoft.com/office/drawing/2014/main" id="{FB78F0CD-CE1D-C075-AE54-6DF3360DC85F}"/>
              </a:ext>
            </a:extLst>
          </p:cNvPr>
          <p:cNvSpPr/>
          <p:nvPr/>
        </p:nvSpPr>
        <p:spPr>
          <a:xfrm>
            <a:off x="18013098" y="6612351"/>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3" name="Rectangle 72">
            <a:extLst>
              <a:ext uri="{FF2B5EF4-FFF2-40B4-BE49-F238E27FC236}">
                <a16:creationId xmlns:a16="http://schemas.microsoft.com/office/drawing/2014/main" id="{C7A64BD1-9F6F-F296-50DC-79777D5FC30A}"/>
              </a:ext>
            </a:extLst>
          </p:cNvPr>
          <p:cNvSpPr/>
          <p:nvPr/>
        </p:nvSpPr>
        <p:spPr>
          <a:xfrm>
            <a:off x="19755195" y="5488985"/>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4" name="Rectangle 73">
            <a:extLst>
              <a:ext uri="{FF2B5EF4-FFF2-40B4-BE49-F238E27FC236}">
                <a16:creationId xmlns:a16="http://schemas.microsoft.com/office/drawing/2014/main" id="{0FE2B0F3-E6FE-87C6-93FF-1BEF026579C0}"/>
              </a:ext>
            </a:extLst>
          </p:cNvPr>
          <p:cNvSpPr/>
          <p:nvPr/>
        </p:nvSpPr>
        <p:spPr>
          <a:xfrm>
            <a:off x="19425902" y="7781781"/>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5" name="Rectangle 74">
            <a:extLst>
              <a:ext uri="{FF2B5EF4-FFF2-40B4-BE49-F238E27FC236}">
                <a16:creationId xmlns:a16="http://schemas.microsoft.com/office/drawing/2014/main" id="{8E253870-AA94-6109-14E9-BF744EE1E335}"/>
              </a:ext>
            </a:extLst>
          </p:cNvPr>
          <p:cNvSpPr/>
          <p:nvPr/>
        </p:nvSpPr>
        <p:spPr>
          <a:xfrm>
            <a:off x="19107355" y="8343291"/>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6" name="Rectangle 75">
            <a:extLst>
              <a:ext uri="{FF2B5EF4-FFF2-40B4-BE49-F238E27FC236}">
                <a16:creationId xmlns:a16="http://schemas.microsoft.com/office/drawing/2014/main" id="{5BBBB157-3D13-3DA6-925B-C2B4C06B2AC8}"/>
              </a:ext>
            </a:extLst>
          </p:cNvPr>
          <p:cNvSpPr/>
          <p:nvPr/>
        </p:nvSpPr>
        <p:spPr>
          <a:xfrm>
            <a:off x="14495506" y="5488985"/>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7" name="Rectangle 76">
            <a:extLst>
              <a:ext uri="{FF2B5EF4-FFF2-40B4-BE49-F238E27FC236}">
                <a16:creationId xmlns:a16="http://schemas.microsoft.com/office/drawing/2014/main" id="{B6A2D0F9-C38F-55D8-AA4E-80ED88950EDA}"/>
              </a:ext>
            </a:extLst>
          </p:cNvPr>
          <p:cNvSpPr/>
          <p:nvPr/>
        </p:nvSpPr>
        <p:spPr>
          <a:xfrm>
            <a:off x="14267726" y="8628143"/>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8" name="Rectangle 77">
            <a:extLst>
              <a:ext uri="{FF2B5EF4-FFF2-40B4-BE49-F238E27FC236}">
                <a16:creationId xmlns:a16="http://schemas.microsoft.com/office/drawing/2014/main" id="{A217B279-795F-6D2D-76C4-EB71CD776956}"/>
              </a:ext>
            </a:extLst>
          </p:cNvPr>
          <p:cNvSpPr/>
          <p:nvPr/>
        </p:nvSpPr>
        <p:spPr>
          <a:xfrm>
            <a:off x="14693536" y="7313783"/>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79" name="Straight Arrow Connector 78">
            <a:extLst>
              <a:ext uri="{FF2B5EF4-FFF2-40B4-BE49-F238E27FC236}">
                <a16:creationId xmlns:a16="http://schemas.microsoft.com/office/drawing/2014/main" id="{39B927FA-BE68-FB73-4837-532DFFE12AC5}"/>
              </a:ext>
            </a:extLst>
          </p:cNvPr>
          <p:cNvCxnSpPr/>
          <p:nvPr/>
        </p:nvCxnSpPr>
        <p:spPr>
          <a:xfrm>
            <a:off x="2875463" y="5488986"/>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5F7C8508-EB41-BC5B-FF42-A25F4A5E9E73}"/>
              </a:ext>
            </a:extLst>
          </p:cNvPr>
          <p:cNvSpPr txBox="1"/>
          <p:nvPr/>
        </p:nvSpPr>
        <p:spPr>
          <a:xfrm rot="16200000">
            <a:off x="1865275" y="6916201"/>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81" name="TextBox 80">
            <a:extLst>
              <a:ext uri="{FF2B5EF4-FFF2-40B4-BE49-F238E27FC236}">
                <a16:creationId xmlns:a16="http://schemas.microsoft.com/office/drawing/2014/main" id="{0E41B384-D83F-2C75-E4DA-07D46D552D34}"/>
              </a:ext>
            </a:extLst>
          </p:cNvPr>
          <p:cNvSpPr txBox="1"/>
          <p:nvPr/>
        </p:nvSpPr>
        <p:spPr>
          <a:xfrm>
            <a:off x="2519137" y="9753643"/>
            <a:ext cx="4961699" cy="553998"/>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Effective Population Size</a:t>
            </a:r>
          </a:p>
        </p:txBody>
      </p:sp>
      <p:sp>
        <p:nvSpPr>
          <p:cNvPr id="87" name="TextBox 86">
            <a:extLst>
              <a:ext uri="{FF2B5EF4-FFF2-40B4-BE49-F238E27FC236}">
                <a16:creationId xmlns:a16="http://schemas.microsoft.com/office/drawing/2014/main" id="{4E720F61-AB8F-F176-B7A9-AF4C99F2363A}"/>
              </a:ext>
            </a:extLst>
          </p:cNvPr>
          <p:cNvSpPr txBox="1"/>
          <p:nvPr/>
        </p:nvSpPr>
        <p:spPr>
          <a:xfrm>
            <a:off x="2519136" y="2461598"/>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89" name="TextBox 88">
            <a:extLst>
              <a:ext uri="{FF2B5EF4-FFF2-40B4-BE49-F238E27FC236}">
                <a16:creationId xmlns:a16="http://schemas.microsoft.com/office/drawing/2014/main" id="{3B60D952-59FE-4095-A402-03C94F9F3871}"/>
              </a:ext>
            </a:extLst>
          </p:cNvPr>
          <p:cNvSpPr txBox="1"/>
          <p:nvPr/>
        </p:nvSpPr>
        <p:spPr>
          <a:xfrm>
            <a:off x="8405374" y="2461597"/>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91" name="TextBox 90">
            <a:extLst>
              <a:ext uri="{FF2B5EF4-FFF2-40B4-BE49-F238E27FC236}">
                <a16:creationId xmlns:a16="http://schemas.microsoft.com/office/drawing/2014/main" id="{6D1B1F74-FE28-E904-05EA-E55A46281AD7}"/>
              </a:ext>
            </a:extLst>
          </p:cNvPr>
          <p:cNvSpPr txBox="1"/>
          <p:nvPr/>
        </p:nvSpPr>
        <p:spPr>
          <a:xfrm>
            <a:off x="15543371" y="24670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cxnSp>
        <p:nvCxnSpPr>
          <p:cNvPr id="2" name="Straight Arrow Connector 1">
            <a:extLst>
              <a:ext uri="{FF2B5EF4-FFF2-40B4-BE49-F238E27FC236}">
                <a16:creationId xmlns:a16="http://schemas.microsoft.com/office/drawing/2014/main" id="{CB4A1A71-F772-0F0B-18AD-A7C49BA38E33}"/>
              </a:ext>
            </a:extLst>
          </p:cNvPr>
          <p:cNvCxnSpPr>
            <a:cxnSpLocks/>
          </p:cNvCxnSpPr>
          <p:nvPr/>
        </p:nvCxnSpPr>
        <p:spPr>
          <a:xfrm>
            <a:off x="3745769" y="9569835"/>
            <a:ext cx="2286000" cy="0"/>
          </a:xfrm>
          <a:prstGeom prst="straightConnector1">
            <a:avLst/>
          </a:prstGeom>
          <a:ln w="76200">
            <a:headEnd type="triangle"/>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FD3A128A-0A72-3130-9EB8-A35673D46126}"/>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 name="TextBox 5">
            <a:extLst>
              <a:ext uri="{FF2B5EF4-FFF2-40B4-BE49-F238E27FC236}">
                <a16:creationId xmlns:a16="http://schemas.microsoft.com/office/drawing/2014/main" id="{0461E8FA-41FD-D1B0-279B-F4A7060650EC}"/>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10" name="TextBox 9">
            <a:extLst>
              <a:ext uri="{FF2B5EF4-FFF2-40B4-BE49-F238E27FC236}">
                <a16:creationId xmlns:a16="http://schemas.microsoft.com/office/drawing/2014/main" id="{CC6D6C3E-E704-FCE4-B0BF-6F8CE1D01931}"/>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28" name="TextBox 27">
            <a:extLst>
              <a:ext uri="{FF2B5EF4-FFF2-40B4-BE49-F238E27FC236}">
                <a16:creationId xmlns:a16="http://schemas.microsoft.com/office/drawing/2014/main" id="{2CBFBE07-2D83-E997-DAE3-9A967F36100F}"/>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82" name="TextBox 81">
            <a:extLst>
              <a:ext uri="{FF2B5EF4-FFF2-40B4-BE49-F238E27FC236}">
                <a16:creationId xmlns:a16="http://schemas.microsoft.com/office/drawing/2014/main" id="{5EAF1081-1CF5-1071-37F2-E7B5D588225A}"/>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83" name="TextBox 82">
            <a:extLst>
              <a:ext uri="{FF2B5EF4-FFF2-40B4-BE49-F238E27FC236}">
                <a16:creationId xmlns:a16="http://schemas.microsoft.com/office/drawing/2014/main" id="{702CD765-2FAB-94E0-A19D-5C25D8DAA5F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4" name="Rectangle 83">
            <a:extLst>
              <a:ext uri="{FF2B5EF4-FFF2-40B4-BE49-F238E27FC236}">
                <a16:creationId xmlns:a16="http://schemas.microsoft.com/office/drawing/2014/main" id="{4C940484-B1D3-CF07-7C5C-2D1747A3C580}"/>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5" name="Rectangle 84">
            <a:extLst>
              <a:ext uri="{FF2B5EF4-FFF2-40B4-BE49-F238E27FC236}">
                <a16:creationId xmlns:a16="http://schemas.microsoft.com/office/drawing/2014/main" id="{75FD8EE8-A116-D50F-10A7-FEAFFEDD448D}"/>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6" name="Rectangle 85">
            <a:extLst>
              <a:ext uri="{FF2B5EF4-FFF2-40B4-BE49-F238E27FC236}">
                <a16:creationId xmlns:a16="http://schemas.microsoft.com/office/drawing/2014/main" id="{89E2662C-A25A-7BAD-AF03-BBE3E785FF33}"/>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8" name="Rectangle 87">
            <a:extLst>
              <a:ext uri="{FF2B5EF4-FFF2-40B4-BE49-F238E27FC236}">
                <a16:creationId xmlns:a16="http://schemas.microsoft.com/office/drawing/2014/main" id="{CC5D9B5C-7CE7-A99D-5401-2C6679DE5907}"/>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0" name="Rectangle 89">
            <a:extLst>
              <a:ext uri="{FF2B5EF4-FFF2-40B4-BE49-F238E27FC236}">
                <a16:creationId xmlns:a16="http://schemas.microsoft.com/office/drawing/2014/main" id="{267AB76C-6D63-8EC3-A88E-33DAAE43C8E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2" name="Rectangle 91">
            <a:extLst>
              <a:ext uri="{FF2B5EF4-FFF2-40B4-BE49-F238E27FC236}">
                <a16:creationId xmlns:a16="http://schemas.microsoft.com/office/drawing/2014/main" id="{52682DD2-27D9-03DB-C961-24DD50085546}"/>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3" name="Rectangle 92">
            <a:extLst>
              <a:ext uri="{FF2B5EF4-FFF2-40B4-BE49-F238E27FC236}">
                <a16:creationId xmlns:a16="http://schemas.microsoft.com/office/drawing/2014/main" id="{865105BA-7B8A-B339-DB31-A6231AD2C1D4}"/>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4" name="Rectangle 93">
            <a:extLst>
              <a:ext uri="{FF2B5EF4-FFF2-40B4-BE49-F238E27FC236}">
                <a16:creationId xmlns:a16="http://schemas.microsoft.com/office/drawing/2014/main" id="{96AA046B-7D66-B640-9083-A1C93FFCB53D}"/>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5" name="Rectangle 94">
            <a:extLst>
              <a:ext uri="{FF2B5EF4-FFF2-40B4-BE49-F238E27FC236}">
                <a16:creationId xmlns:a16="http://schemas.microsoft.com/office/drawing/2014/main" id="{8A0D5299-374C-B715-D505-F019248C8945}"/>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6" name="Rectangle 95">
            <a:extLst>
              <a:ext uri="{FF2B5EF4-FFF2-40B4-BE49-F238E27FC236}">
                <a16:creationId xmlns:a16="http://schemas.microsoft.com/office/drawing/2014/main" id="{61A7337C-7627-F7E8-452A-34D3A738389C}"/>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7" name="Rectangle 96">
            <a:extLst>
              <a:ext uri="{FF2B5EF4-FFF2-40B4-BE49-F238E27FC236}">
                <a16:creationId xmlns:a16="http://schemas.microsoft.com/office/drawing/2014/main" id="{79D7610E-473E-B6F2-70E8-543E6C24AE16}"/>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8" name="Rectangle 97">
            <a:extLst>
              <a:ext uri="{FF2B5EF4-FFF2-40B4-BE49-F238E27FC236}">
                <a16:creationId xmlns:a16="http://schemas.microsoft.com/office/drawing/2014/main" id="{4BBC0DB2-CA17-0813-AD71-D819E4A55C93}"/>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9" name="Rectangle 98">
            <a:extLst>
              <a:ext uri="{FF2B5EF4-FFF2-40B4-BE49-F238E27FC236}">
                <a16:creationId xmlns:a16="http://schemas.microsoft.com/office/drawing/2014/main" id="{7B7FF642-EF04-EB5E-83D3-6BEB2E97298F}"/>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0" name="Rectangle 99">
            <a:extLst>
              <a:ext uri="{FF2B5EF4-FFF2-40B4-BE49-F238E27FC236}">
                <a16:creationId xmlns:a16="http://schemas.microsoft.com/office/drawing/2014/main" id="{A0411819-E78D-D8CC-3635-A1E6C9E06887}"/>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2" name="Rectangle 101">
            <a:extLst>
              <a:ext uri="{FF2B5EF4-FFF2-40B4-BE49-F238E27FC236}">
                <a16:creationId xmlns:a16="http://schemas.microsoft.com/office/drawing/2014/main" id="{5BF47572-1D1A-77E1-C0E9-99E955A426AD}"/>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3" name="Rectangle 112">
            <a:extLst>
              <a:ext uri="{FF2B5EF4-FFF2-40B4-BE49-F238E27FC236}">
                <a16:creationId xmlns:a16="http://schemas.microsoft.com/office/drawing/2014/main" id="{67D195A9-F297-4871-0D83-D12492937B8E}"/>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4" name="Rectangle 123">
            <a:extLst>
              <a:ext uri="{FF2B5EF4-FFF2-40B4-BE49-F238E27FC236}">
                <a16:creationId xmlns:a16="http://schemas.microsoft.com/office/drawing/2014/main" id="{8AABB60B-499E-B673-DC03-CA45858A11A1}"/>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135" name="Straight Arrow Connector 134">
            <a:extLst>
              <a:ext uri="{FF2B5EF4-FFF2-40B4-BE49-F238E27FC236}">
                <a16:creationId xmlns:a16="http://schemas.microsoft.com/office/drawing/2014/main" id="{0C100F66-5B1B-E94F-5B88-571F2E814956}"/>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48" name="TextBox 147">
            <a:extLst>
              <a:ext uri="{FF2B5EF4-FFF2-40B4-BE49-F238E27FC236}">
                <a16:creationId xmlns:a16="http://schemas.microsoft.com/office/drawing/2014/main" id="{F935A257-0BF8-1EE0-7C5C-4A81B01678C2}"/>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150" name="TextBox 149">
            <a:extLst>
              <a:ext uri="{FF2B5EF4-FFF2-40B4-BE49-F238E27FC236}">
                <a16:creationId xmlns:a16="http://schemas.microsoft.com/office/drawing/2014/main" id="{FE44ACEB-EE84-EFAD-6881-66747BCDA8BE}"/>
              </a:ext>
            </a:extLst>
          </p:cNvPr>
          <p:cNvSpPr txBox="1"/>
          <p:nvPr/>
        </p:nvSpPr>
        <p:spPr>
          <a:xfrm>
            <a:off x="2616687" y="128504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151" name="TextBox 150">
            <a:extLst>
              <a:ext uri="{FF2B5EF4-FFF2-40B4-BE49-F238E27FC236}">
                <a16:creationId xmlns:a16="http://schemas.microsoft.com/office/drawing/2014/main" id="{CFD9D1D4-CED0-4E03-92A3-C69B9D4BAAFB}"/>
              </a:ext>
            </a:extLst>
          </p:cNvPr>
          <p:cNvSpPr txBox="1"/>
          <p:nvPr/>
        </p:nvSpPr>
        <p:spPr>
          <a:xfrm>
            <a:off x="8502925" y="12850494"/>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153" name="TextBox 152">
            <a:extLst>
              <a:ext uri="{FF2B5EF4-FFF2-40B4-BE49-F238E27FC236}">
                <a16:creationId xmlns:a16="http://schemas.microsoft.com/office/drawing/2014/main" id="{72328C27-0A97-E49E-B952-49CC981F3B31}"/>
              </a:ext>
            </a:extLst>
          </p:cNvPr>
          <p:cNvSpPr txBox="1"/>
          <p:nvPr/>
        </p:nvSpPr>
        <p:spPr>
          <a:xfrm>
            <a:off x="15732362" y="12855993"/>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29572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566C64-33B4-D69F-A07A-7AABF0CB533E}"/>
              </a:ext>
            </a:extLst>
          </p:cNvPr>
          <p:cNvSpPr txBox="1"/>
          <p:nvPr/>
        </p:nvSpPr>
        <p:spPr>
          <a:xfrm>
            <a:off x="4122820" y="1209368"/>
            <a:ext cx="235962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 name="TextBox 4">
            <a:extLst>
              <a:ext uri="{FF2B5EF4-FFF2-40B4-BE49-F238E27FC236}">
                <a16:creationId xmlns:a16="http://schemas.microsoft.com/office/drawing/2014/main" id="{0B8DB436-7BEB-6FC3-E818-8DF890279EC5}"/>
              </a:ext>
            </a:extLst>
          </p:cNvPr>
          <p:cNvSpPr txBox="1"/>
          <p:nvPr/>
        </p:nvSpPr>
        <p:spPr>
          <a:xfrm>
            <a:off x="7662185" y="1209368"/>
            <a:ext cx="2699019"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EEAB0D76-42BF-673D-C73F-9374D561A3FD}"/>
              </a:ext>
            </a:extLst>
          </p:cNvPr>
          <p:cNvSpPr txBox="1"/>
          <p:nvPr/>
        </p:nvSpPr>
        <p:spPr>
          <a:xfrm>
            <a:off x="7149967" y="9831953"/>
            <a:ext cx="4014562"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7" name="TextBox 6">
            <a:extLst>
              <a:ext uri="{FF2B5EF4-FFF2-40B4-BE49-F238E27FC236}">
                <a16:creationId xmlns:a16="http://schemas.microsoft.com/office/drawing/2014/main" id="{A2CF1071-47A6-D8E9-DD6C-B6918D8C3769}"/>
              </a:ext>
            </a:extLst>
          </p:cNvPr>
          <p:cNvSpPr txBox="1"/>
          <p:nvPr/>
        </p:nvSpPr>
        <p:spPr>
          <a:xfrm>
            <a:off x="3374279" y="9831954"/>
            <a:ext cx="4014561"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11" name="Rectangle 10">
            <a:extLst>
              <a:ext uri="{FF2B5EF4-FFF2-40B4-BE49-F238E27FC236}">
                <a16:creationId xmlns:a16="http://schemas.microsoft.com/office/drawing/2014/main" id="{56E5EA01-39A4-5644-DD58-A9DECE617716}"/>
              </a:ext>
            </a:extLst>
          </p:cNvPr>
          <p:cNvSpPr/>
          <p:nvPr/>
        </p:nvSpPr>
        <p:spPr>
          <a:xfrm>
            <a:off x="4450484" y="2113873"/>
            <a:ext cx="1466961" cy="174557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5347345-A465-EA7C-BD9D-5557D857B2DD}"/>
              </a:ext>
            </a:extLst>
          </p:cNvPr>
          <p:cNvSpPr/>
          <p:nvPr/>
        </p:nvSpPr>
        <p:spPr>
          <a:xfrm>
            <a:off x="4771997" y="3859445"/>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BD9F205E-6974-EBA7-9EC3-F6D8954146E7}"/>
              </a:ext>
            </a:extLst>
          </p:cNvPr>
          <p:cNvSpPr/>
          <p:nvPr/>
        </p:nvSpPr>
        <p:spPr>
          <a:xfrm>
            <a:off x="8624923" y="2113873"/>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C08057AF-0E75-5686-1F68-EFEE23F32660}"/>
              </a:ext>
            </a:extLst>
          </p:cNvPr>
          <p:cNvSpPr/>
          <p:nvPr/>
        </p:nvSpPr>
        <p:spPr>
          <a:xfrm>
            <a:off x="8397143" y="5253032"/>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59567512-1A9A-EA11-8BC1-EC0E68658617}"/>
              </a:ext>
            </a:extLst>
          </p:cNvPr>
          <p:cNvSpPr/>
          <p:nvPr/>
        </p:nvSpPr>
        <p:spPr>
          <a:xfrm>
            <a:off x="8822953" y="3938671"/>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27" name="Straight Arrow Connector 26">
            <a:extLst>
              <a:ext uri="{FF2B5EF4-FFF2-40B4-BE49-F238E27FC236}">
                <a16:creationId xmlns:a16="http://schemas.microsoft.com/office/drawing/2014/main" id="{EE434D0C-00F8-6B98-67EE-E4BBD25DD68F}"/>
              </a:ext>
            </a:extLst>
          </p:cNvPr>
          <p:cNvCxnSpPr/>
          <p:nvPr/>
        </p:nvCxnSpPr>
        <p:spPr>
          <a:xfrm>
            <a:off x="3304655" y="6428402"/>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D113EFA9-1AF6-F6FE-7EF0-75ECC3CA5812}"/>
              </a:ext>
            </a:extLst>
          </p:cNvPr>
          <p:cNvSpPr txBox="1"/>
          <p:nvPr/>
        </p:nvSpPr>
        <p:spPr>
          <a:xfrm rot="16200000">
            <a:off x="2294467" y="7855617"/>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29" name="TextBox 28">
            <a:extLst>
              <a:ext uri="{FF2B5EF4-FFF2-40B4-BE49-F238E27FC236}">
                <a16:creationId xmlns:a16="http://schemas.microsoft.com/office/drawing/2014/main" id="{8531D876-88AE-4755-8979-FF8D4C7F2CCB}"/>
              </a:ext>
            </a:extLst>
          </p:cNvPr>
          <p:cNvSpPr txBox="1"/>
          <p:nvPr/>
        </p:nvSpPr>
        <p:spPr>
          <a:xfrm>
            <a:off x="1181884" y="6304052"/>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0" name="TextBox 29">
            <a:extLst>
              <a:ext uri="{FF2B5EF4-FFF2-40B4-BE49-F238E27FC236}">
                <a16:creationId xmlns:a16="http://schemas.microsoft.com/office/drawing/2014/main" id="{A3FBB3F6-CDF7-8F7E-B9FE-31F381005430}"/>
              </a:ext>
            </a:extLst>
          </p:cNvPr>
          <p:cNvSpPr txBox="1"/>
          <p:nvPr/>
        </p:nvSpPr>
        <p:spPr>
          <a:xfrm>
            <a:off x="1472264" y="9408826"/>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2" name="Rectangle 1">
            <a:extLst>
              <a:ext uri="{FF2B5EF4-FFF2-40B4-BE49-F238E27FC236}">
                <a16:creationId xmlns:a16="http://schemas.microsoft.com/office/drawing/2014/main" id="{D80223C5-416F-C8FF-AB89-F746F6089ADB}"/>
              </a:ext>
            </a:extLst>
          </p:cNvPr>
          <p:cNvSpPr/>
          <p:nvPr/>
        </p:nvSpPr>
        <p:spPr>
          <a:xfrm>
            <a:off x="4874910" y="6304051"/>
            <a:ext cx="581883" cy="313915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41AB1750-CAEE-FABA-8A61-7CF844081CCA}"/>
              </a:ext>
            </a:extLst>
          </p:cNvPr>
          <p:cNvSpPr/>
          <p:nvPr/>
        </p:nvSpPr>
        <p:spPr>
          <a:xfrm>
            <a:off x="4267748" y="9443207"/>
            <a:ext cx="1794160" cy="2802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C872BB63-91B1-8C0D-B675-B26ED4579D0C}"/>
              </a:ext>
            </a:extLst>
          </p:cNvPr>
          <p:cNvSpPr/>
          <p:nvPr/>
        </p:nvSpPr>
        <p:spPr>
          <a:xfrm>
            <a:off x="8673777" y="6304050"/>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2" name="Rectangle 31">
            <a:extLst>
              <a:ext uri="{FF2B5EF4-FFF2-40B4-BE49-F238E27FC236}">
                <a16:creationId xmlns:a16="http://schemas.microsoft.com/office/drawing/2014/main" id="{92DC2879-A3CB-3542-49F0-10AB63CDE34A}"/>
              </a:ext>
            </a:extLst>
          </p:cNvPr>
          <p:cNvSpPr/>
          <p:nvPr/>
        </p:nvSpPr>
        <p:spPr>
          <a:xfrm>
            <a:off x="8445997" y="94432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3" name="Rectangle 32">
            <a:extLst>
              <a:ext uri="{FF2B5EF4-FFF2-40B4-BE49-F238E27FC236}">
                <a16:creationId xmlns:a16="http://schemas.microsoft.com/office/drawing/2014/main" id="{ED20DA58-FF88-86A7-448E-F35C4EC4C144}"/>
              </a:ext>
            </a:extLst>
          </p:cNvPr>
          <p:cNvSpPr/>
          <p:nvPr/>
        </p:nvSpPr>
        <p:spPr>
          <a:xfrm>
            <a:off x="8871807" y="8128848"/>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E40D1039-6D84-ACBB-2BDF-B10D95FF53F3}"/>
              </a:ext>
            </a:extLst>
          </p:cNvPr>
          <p:cNvCxnSpPr/>
          <p:nvPr/>
        </p:nvCxnSpPr>
        <p:spPr>
          <a:xfrm>
            <a:off x="3304656" y="2155295"/>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7B205D6-34CB-BB0F-9EF1-350A345C2080}"/>
              </a:ext>
            </a:extLst>
          </p:cNvPr>
          <p:cNvSpPr txBox="1"/>
          <p:nvPr/>
        </p:nvSpPr>
        <p:spPr>
          <a:xfrm rot="16200000">
            <a:off x="2294468" y="3582510"/>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6FA518AA-29E2-F719-CB42-62AC6A0C1E3D}"/>
              </a:ext>
            </a:extLst>
          </p:cNvPr>
          <p:cNvSpPr txBox="1"/>
          <p:nvPr/>
        </p:nvSpPr>
        <p:spPr>
          <a:xfrm>
            <a:off x="1181885" y="2030945"/>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0398B865-D378-B0C9-1ABA-5A09D85E46A1}"/>
              </a:ext>
            </a:extLst>
          </p:cNvPr>
          <p:cNvSpPr txBox="1"/>
          <p:nvPr/>
        </p:nvSpPr>
        <p:spPr>
          <a:xfrm>
            <a:off x="1472265" y="5135719"/>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CABFD97-21D1-3540-BB20-28E0252FD00D}"/>
              </a:ext>
            </a:extLst>
          </p:cNvPr>
          <p:cNvSpPr/>
          <p:nvPr/>
        </p:nvSpPr>
        <p:spPr>
          <a:xfrm>
            <a:off x="110076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1DDE22A2-11C9-B369-63B9-177ACABD96D2}"/>
              </a:ext>
            </a:extLst>
          </p:cNvPr>
          <p:cNvSpPr/>
          <p:nvPr/>
        </p:nvSpPr>
        <p:spPr>
          <a:xfrm>
            <a:off x="110076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6F338A14-0521-FB0D-0107-2C0AF7AC64C8}"/>
              </a:ext>
            </a:extLst>
          </p:cNvPr>
          <p:cNvSpPr/>
          <p:nvPr/>
        </p:nvSpPr>
        <p:spPr>
          <a:xfrm>
            <a:off x="12040034" y="2150749"/>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22FAC87-0BD0-5735-4101-ABDDEFB840FD}"/>
              </a:ext>
            </a:extLst>
          </p:cNvPr>
          <p:cNvCxnSpPr>
            <a:stCxn id="40" idx="1"/>
            <a:endCxn id="40" idx="3"/>
          </p:cNvCxnSpPr>
          <p:nvPr/>
        </p:nvCxnSpPr>
        <p:spPr>
          <a:xfrm>
            <a:off x="12040034" y="38420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89AA565-5602-C266-7478-CB825AD375E0}"/>
              </a:ext>
            </a:extLst>
          </p:cNvPr>
          <p:cNvCxnSpPr/>
          <p:nvPr/>
        </p:nvCxnSpPr>
        <p:spPr>
          <a:xfrm>
            <a:off x="12040034" y="42992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5E9CB227-78CD-1821-DF36-B14915826C4D}"/>
              </a:ext>
            </a:extLst>
          </p:cNvPr>
          <p:cNvCxnSpPr/>
          <p:nvPr/>
        </p:nvCxnSpPr>
        <p:spPr>
          <a:xfrm>
            <a:off x="12040034" y="471069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2C7B8CA-979F-5553-0839-C36866B002A5}"/>
              </a:ext>
            </a:extLst>
          </p:cNvPr>
          <p:cNvCxnSpPr/>
          <p:nvPr/>
        </p:nvCxnSpPr>
        <p:spPr>
          <a:xfrm>
            <a:off x="12040034" y="5067139"/>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47693939-031A-6F2A-1224-A9A81A40D1A8}"/>
              </a:ext>
            </a:extLst>
          </p:cNvPr>
          <p:cNvCxnSpPr/>
          <p:nvPr/>
        </p:nvCxnSpPr>
        <p:spPr>
          <a:xfrm>
            <a:off x="12040034" y="5334006"/>
            <a:ext cx="717709" cy="0"/>
          </a:xfrm>
          <a:prstGeom prst="line">
            <a:avLst/>
          </a:prstGeom>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9300C9A-DB03-2EA8-B8F6-A874D298B821}"/>
              </a:ext>
            </a:extLst>
          </p:cNvPr>
          <p:cNvSpPr/>
          <p:nvPr/>
        </p:nvSpPr>
        <p:spPr>
          <a:xfrm>
            <a:off x="12040034" y="6304050"/>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7CC6AACF-84FE-3C11-2379-01DAC0BFFCA1}"/>
              </a:ext>
            </a:extLst>
          </p:cNvPr>
          <p:cNvCxnSpPr>
            <a:stCxn id="56" idx="1"/>
            <a:endCxn id="56" idx="3"/>
          </p:cNvCxnSpPr>
          <p:nvPr/>
        </p:nvCxnSpPr>
        <p:spPr>
          <a:xfrm>
            <a:off x="12040034" y="79953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9AA012A9-070B-A453-4E26-7C0C0FC1C82E}"/>
              </a:ext>
            </a:extLst>
          </p:cNvPr>
          <p:cNvCxnSpPr/>
          <p:nvPr/>
        </p:nvCxnSpPr>
        <p:spPr>
          <a:xfrm>
            <a:off x="12040034" y="86049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E9CCD1A5-EBCD-DE13-EA50-B367BC6401D5}"/>
              </a:ext>
            </a:extLst>
          </p:cNvPr>
          <p:cNvCxnSpPr/>
          <p:nvPr/>
        </p:nvCxnSpPr>
        <p:spPr>
          <a:xfrm>
            <a:off x="12040034" y="892495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0ECB0001-7B5E-74E9-079D-BBAE9A435CF1}"/>
              </a:ext>
            </a:extLst>
          </p:cNvPr>
          <p:cNvCxnSpPr/>
          <p:nvPr/>
        </p:nvCxnSpPr>
        <p:spPr>
          <a:xfrm>
            <a:off x="12040034" y="91611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FC977ED-3172-59E3-FB02-3070649AC55D}"/>
              </a:ext>
            </a:extLst>
          </p:cNvPr>
          <p:cNvCxnSpPr/>
          <p:nvPr/>
        </p:nvCxnSpPr>
        <p:spPr>
          <a:xfrm>
            <a:off x="12040034" y="9289020"/>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AE644FA0-90EE-8EB7-1BA4-C790C078FE6A}"/>
              </a:ext>
            </a:extLst>
          </p:cNvPr>
          <p:cNvCxnSpPr/>
          <p:nvPr/>
        </p:nvCxnSpPr>
        <p:spPr>
          <a:xfrm>
            <a:off x="12040034" y="9374325"/>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FFD7C198-E05D-297C-060F-02F406DCC08D}"/>
              </a:ext>
            </a:extLst>
          </p:cNvPr>
          <p:cNvCxnSpPr/>
          <p:nvPr/>
        </p:nvCxnSpPr>
        <p:spPr>
          <a:xfrm>
            <a:off x="12040034" y="94278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BEA43D34-01C2-B69F-097B-6C9B996E4213}"/>
              </a:ext>
            </a:extLst>
          </p:cNvPr>
          <p:cNvCxnSpPr/>
          <p:nvPr/>
        </p:nvCxnSpPr>
        <p:spPr>
          <a:xfrm>
            <a:off x="12040034" y="94735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F59FE7AE-8CC2-D654-9900-7237D98F2A4F}"/>
              </a:ext>
            </a:extLst>
          </p:cNvPr>
          <p:cNvCxnSpPr/>
          <p:nvPr/>
        </p:nvCxnSpPr>
        <p:spPr>
          <a:xfrm>
            <a:off x="12040034" y="951016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6" name="Straight Connector 65">
            <a:extLst>
              <a:ext uri="{FF2B5EF4-FFF2-40B4-BE49-F238E27FC236}">
                <a16:creationId xmlns:a16="http://schemas.microsoft.com/office/drawing/2014/main" id="{297C2DC5-B94F-A9FF-01FA-CB1952061A3F}"/>
              </a:ext>
            </a:extLst>
          </p:cNvPr>
          <p:cNvCxnSpPr/>
          <p:nvPr/>
        </p:nvCxnSpPr>
        <p:spPr>
          <a:xfrm>
            <a:off x="12040034" y="955588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6CAE23A1-4620-5BF5-30C4-FA3A303F865C}"/>
              </a:ext>
            </a:extLst>
          </p:cNvPr>
          <p:cNvCxnSpPr/>
          <p:nvPr/>
        </p:nvCxnSpPr>
        <p:spPr>
          <a:xfrm>
            <a:off x="12040034" y="95878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878B5FE7-86D4-A2C0-D367-BC50899620DC}"/>
              </a:ext>
            </a:extLst>
          </p:cNvPr>
          <p:cNvCxnSpPr/>
          <p:nvPr/>
        </p:nvCxnSpPr>
        <p:spPr>
          <a:xfrm>
            <a:off x="12040034" y="961684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2C34BC83-4E30-0B52-2849-E78A03754EBD}"/>
              </a:ext>
            </a:extLst>
          </p:cNvPr>
          <p:cNvCxnSpPr/>
          <p:nvPr/>
        </p:nvCxnSpPr>
        <p:spPr>
          <a:xfrm>
            <a:off x="12040034" y="9639331"/>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8FB52A12-5E7E-6A2C-C7ED-25F2585EEC1D}"/>
              </a:ext>
            </a:extLst>
          </p:cNvPr>
          <p:cNvCxnSpPr/>
          <p:nvPr/>
        </p:nvCxnSpPr>
        <p:spPr>
          <a:xfrm>
            <a:off x="12040034" y="9662191"/>
            <a:ext cx="7177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26933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BA38-C7D3-585D-CE42-25A1FCE1A1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1540C7-14CA-40F0-5CA8-92853EDA5393}"/>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9160EB17-883E-0B7B-2B81-484C6D598F42}"/>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84993CD9-337D-ADA4-91F3-2DFE8B8865A9}"/>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F465BAA8-681A-D5C6-C32D-4E34EFC3096B}"/>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F7AE871F-00DB-AAEE-90F9-99616EEAE020}"/>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D0BA5B5F-5DBA-5FBE-5FB7-C51C11AA6505}"/>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DED98B2-9791-8335-20DF-EACF4A4DFD3B}"/>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7B45B846-7AB3-9C79-E068-227AD53D4FD6}"/>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637402CA-94A2-7A6D-AC4F-433FB2DD8C14}"/>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8A67FEB-D131-C70E-38AC-81199569CBCB}"/>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75181FFF-4A0B-C576-74C0-3EC0FC1BBCF3}"/>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4BADBDCF-86B6-D17F-1D38-3D1292745407}"/>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6352D362-9A9F-C93A-55DB-6B5743FADFA9}"/>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647F9EB-6456-AE24-65DA-EA4757D24CFF}"/>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1AF2C6E5-CBB5-1AB2-C438-02589CA06572}"/>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4C19948-9DC0-5FD6-37A1-A17971347241}"/>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294E77DF-C4EE-31C1-85F5-E12AE9F549E2}"/>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D66FC7D2-07C2-6441-2457-AF1BC3B3B7B4}"/>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AF03396F-A389-E53A-7188-56EB3ABDF50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699CDF-6B5A-5006-49BB-77AE2E475670}"/>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62369F2-B0CB-FED4-2B90-FF533F506543}"/>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AF3CF3DA-12F7-E7E8-D214-AC6EE0B7887F}"/>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2F8AF2A-7B8F-A175-39B1-888A145D274B}"/>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182D8AB6-C14D-E017-B126-EC80F544ED56}"/>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4714411E-9E15-C044-FD20-FDD95B3CD81F}"/>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B6738AE-FF7E-EEDD-EE75-0F62D938570C}"/>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E5EA91F2-176D-298A-EAFF-7550A8200703}"/>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EBE1E538-3CB1-8174-CD37-3BCC678EF595}"/>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6330B629-D011-F42B-B0E3-A53B714D3870}"/>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288CF384-909F-D4CB-763F-B61C4A338A8B}"/>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44ED7668-2965-3F3C-8515-93D74C3EEF98}"/>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8FFC02D5-F71E-13F4-1E75-32C44BB7F7D2}"/>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4849F4-CE36-7363-C00B-F53250F6ACEC}"/>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14780343-7233-C5D1-07FC-2B477302258F}"/>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36EDF656-7D13-ADFC-D4C9-2E881468601A}"/>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7D232405-6066-6177-5FC8-3FA331A2172B}"/>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EC3C7F2D-A40A-9398-EFFD-E9FBF720EAE9}"/>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2C4AE86C-9595-E99B-F26D-B14308D5F3F4}"/>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E0CEC3CF-CFEC-4C06-35AB-C8137FF4567C}"/>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0D0F3972-67EB-D5F8-FB48-ABE1642E691D}"/>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AA2181C5-EFDD-C2F3-7168-C6356D1B66DF}"/>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1A15B325-1724-F456-3A8A-78C1884924D0}"/>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68CF7246-BBE2-E326-411D-4267B73A82B3}"/>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3C3EC8A2-6780-01EC-11DC-2639F99B7407}"/>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20DFA889-14F4-AE23-80BC-7C6C7AF62347}"/>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872B991D-0ADA-E25A-D346-8B4B3892DB9F}"/>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E9E6ABFA-AA21-27AA-354C-0D017E6BD393}"/>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10ED7B93-EB71-3679-38B5-10F02460AA5F}"/>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0F222D5-9752-5E7E-9A52-739900DA19F6}"/>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9FB62C51-2790-B690-650A-B143CE5F409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9BDB81DF-E3C8-8441-EBD5-6FB7720377F9}"/>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F9D00522-688F-B292-BBED-4009D19E2390}"/>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EDCD4B7-8670-7730-79C3-3C47661FC309}"/>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5AC7219F-555D-3B5A-F8DB-45AB55019A25}"/>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8F5BB56F-0992-196D-DD5D-B3E9C2E8870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ACDAF4E8-6457-CFD4-AFDB-8BAFE7EA8259}"/>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26DB2F09-18C3-A96E-3539-2165FC1394D0}"/>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3E892C6B-AA7F-B1F0-CDD8-EEAAC360894D}"/>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CA8E42D5-03A2-1786-AC06-B3FCE1CF58E4}"/>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7EA79BC-625C-1A43-7527-9B19A003E9BC}"/>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BAB087DE-5B56-C2BD-D028-669BFC2713EF}"/>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8B435891-6841-4A2C-6957-5C4EDFE7BE7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E2EF270C-B1C2-FFC5-8E60-41B8074E0852}"/>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7A64E399-57DD-3338-AD6A-2982E857BB67}"/>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E8C55E4C-4DF3-12AE-9000-E027753029DC}"/>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E338373A-0901-6E9A-295D-C9E42A4A909E}"/>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AD93D329-74A3-DAF7-C8D9-272EF765F09D}"/>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37CA5E2A-E086-A72F-AFBB-8848C866F1DF}"/>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11358C1-7000-F30F-78B1-D43856F98EE6}"/>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30C27DFC-C26F-13AF-97C3-9C72015BB73F}"/>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845BCD1A-0AE7-CA83-5C96-5186D0CE7F60}"/>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4AD9D2E-DB42-58B3-E088-DD447AB0C8D1}"/>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699ADAEC-A47E-DBDF-C35F-1E56C289782A}"/>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54E1AFF0-1B4E-9352-2401-CCA98F2E5134}"/>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C11E6C42-96FD-12BA-6421-2DA0BF9EF21A}"/>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11865559-E351-B484-FB2D-0405E5E1652C}"/>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37063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158A4-33AD-0136-CDEE-9A8C6E08FB9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9EDE98C-B6DE-36F6-4117-BDEDC370B85E}"/>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89834369-2410-C45F-1910-81481BC0A321}"/>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947B44D4-291F-26CA-AC19-E5FA8790E035}"/>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683BCF9B-A1BC-E444-1B0F-A0AA503621D8}"/>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23450772-C04C-F1AD-74FE-283D69CAFF1B}"/>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17B955F4-650B-821F-D0AD-4DC9C2493273}"/>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29CB2A7-4F0B-E15E-49A0-A7D656A9BDBA}"/>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AA9D65F4-F4E7-7BE6-20D3-0D727E123AED}"/>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CCD89ED2-DB71-4394-8A85-10CA02CB15F6}"/>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02E0666-F567-4C4A-EF62-0DECA5779CBC}"/>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B0E495B8-7282-F03B-A972-6AB43C48F6CB}"/>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5147B84F-87CB-216D-1852-B550D2405F12}"/>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7C126F3-F114-5CDE-D6A2-E5985D239A83}"/>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0DC6BAE-4A97-C9A5-7A92-B3A7E197FBAC}"/>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ACBC2E3C-7CF4-5CC4-AAF4-CB26A139D4EA}"/>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EE5852B-D2B0-30DF-B678-A88DD1740E8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2C59657-9515-CB06-5D64-D494FBFD20E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4501448B-B235-6449-A076-1E2D2FAB2D35}"/>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D9900EB-DB14-24A5-83E1-CB80AE39B7AF}"/>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B9522E4-0A2D-1B1B-24F4-CFD2927E611D}"/>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39CEB97-767F-46A7-72AE-558AB29EDD86}"/>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D8FD9F61-C00F-52AB-E345-C1A3F13B4418}"/>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40A1CCA-19E3-8EE3-CCF2-B29599D06092}"/>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543CE367-93E7-C588-93C7-01E30D3BA644}"/>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324025B-5F72-FBB8-927D-4504B9095EE4}"/>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A17B462D-11C0-416B-D942-E01070C1D5D1}"/>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7FD29D97-87FE-5165-1344-616C397BE646}"/>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9F7F0D5-6BA9-7572-1263-2DCEA8F952D3}"/>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8D0B70CA-A8BF-966C-3058-CC894F5C3539}"/>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08DFE627-050B-485C-9A56-7429791011E0}"/>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97CEF0-68BC-653E-44E7-61C38C4E80A4}"/>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65C7E3F0-87DA-D100-94CC-66AF3B176F07}"/>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CB1EB8FC-466A-39D9-C7E6-D1F70BAB45CB}"/>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62B9D140-C7CC-C0EA-DF9E-177E42C46815}"/>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FB27798-5BCE-3623-9E7E-CD54C02ECFBC}"/>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4AD7F90D-79C7-C3DA-8A79-3DB52761FA55}"/>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4F18CB82-EB07-236A-B1AE-FA9A6CC100A8}"/>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2ED86BE-E7B1-02CB-A0E0-EB31138654CF}"/>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209ED7BE-8854-30D5-5ADE-95299A18A8CA}"/>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8DAF16-7E40-EB4B-8490-1418E3FD7FEB}"/>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C18AC4B3-31C8-BFAB-DB48-D8A93E857322}"/>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53EE8D30-D44B-2FB7-0A15-EF1E213BC83F}"/>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C303CF05-0C7E-3454-E9B6-51B3C100787A}"/>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8F6614CA-A780-C780-CC5F-7DE02A3A861E}"/>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0FC9D5D-70AD-201D-54FA-E417F20A17D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7F48879A-C9E7-ABF9-4521-58140B028D75}"/>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99DCEC82-2C1B-D0CD-A9C3-187DB7199907}"/>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926AD675-87F6-DF11-AD8D-B7DEDA6D62D6}"/>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B242541C-75B3-EDA7-6132-B43ACB47EEA9}"/>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DF3CFFA-9CF1-4063-ED25-F6BD90DA2B8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8F66ECA1-5E71-5834-FE62-54519419F446}"/>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816F2DFD-B400-0FC0-E319-A51D9CC619B1}"/>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C89F38CA-35CD-985F-725E-366E5D18850C}"/>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C5696FC5-E215-197E-F75F-2677995F6A87}"/>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5E790235-3F78-96E0-EC39-B1813FB38B8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CA8BBC4A-6621-F603-50DF-9A73582263A4}"/>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DB6B97E6-E423-E8A9-0D8C-1F99555A9385}"/>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E097B205-3814-E199-FAB2-196CAE96E091}"/>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EB1DF1DB-C484-8F75-E82D-10E9B960069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804812A5-229D-1777-1021-CF7C6A77AD46}"/>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9FDDC84F-FC47-93D5-21B3-30F35BFB74B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BEA6734A-AE96-C4D9-DE56-22EB5E9BB23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AA6C369A-DA59-44DF-DA7B-F44FEC9C6D76}"/>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C20CB841-78CB-7520-4EC5-5F4BF8883DBD}"/>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2EA0F03C-F88E-ED3B-9571-B12A4346A5BB}"/>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372C950-5F87-5C03-6D15-2A5D96BBB904}"/>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BF875D9-70C5-ACD5-50E0-ED8A4291A10F}"/>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59CDD2E2-5FED-3136-6BFB-E38ED1FC3C61}"/>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3F897C6-19E2-DE39-F340-739FE0B986DD}"/>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00714910-B464-F137-2CA5-795E831A1E96}"/>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EC7EAF86-B808-9DF6-9F7C-06A2DFCE586A}"/>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A7891011-C3B0-75C5-9B07-F80A9B937EFB}"/>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00BFF35F-78AD-2407-B472-0796576C85BB}"/>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C299DF3D-517E-75CC-26B4-BEBB4D8051C9}"/>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F4D2CEC6-B123-28DE-F5A6-2FF8A7A6C2D4}"/>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2D4CE580-5C66-A585-0C41-EB235FFF828D}"/>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B31E4C3-ACD0-B366-CF24-E7E3204453B7}"/>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D06C547C-ED59-3A59-A77A-5707E1067237}"/>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EF183FC-8E40-0805-F970-6BC2CD35B945}"/>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E162C257-86B9-7CEF-6B47-486CF3A3FD28}"/>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D7B2B36-D8C1-E308-1094-93B527AE3601}"/>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26803EF5-4780-4CA6-BA89-06DCBE1A1C3D}"/>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A08003B-9790-BBBD-46D9-E44CA2E022E2}"/>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069D5CDA-8392-0C20-7FB2-2DAB479B884D}"/>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BAF9DAE4-BB5B-6D57-46DD-8EE5E2A65F53}"/>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D69448EE-8142-CF05-66CE-EAE7A4C9278F}"/>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0BC98B23-169F-16C2-A3FC-62053088ACC3}"/>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3115890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542D96-FF60-ECA1-6057-C2ACDF999B03}"/>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3" name="TextBox 2">
            <a:extLst>
              <a:ext uri="{FF2B5EF4-FFF2-40B4-BE49-F238E27FC236}">
                <a16:creationId xmlns:a16="http://schemas.microsoft.com/office/drawing/2014/main" id="{D37A58EE-9DD8-82AF-6B8F-5BF9565AF959}"/>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TextBox 3">
            <a:extLst>
              <a:ext uri="{FF2B5EF4-FFF2-40B4-BE49-F238E27FC236}">
                <a16:creationId xmlns:a16="http://schemas.microsoft.com/office/drawing/2014/main" id="{D75BA58D-6499-10F1-3BF5-3E79637A7163}"/>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 name="TextBox 4">
            <a:extLst>
              <a:ext uri="{FF2B5EF4-FFF2-40B4-BE49-F238E27FC236}">
                <a16:creationId xmlns:a16="http://schemas.microsoft.com/office/drawing/2014/main" id="{96A0025B-8A69-C4CF-91B6-E1E7752BA3FC}"/>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 name="TextBox 5">
            <a:extLst>
              <a:ext uri="{FF2B5EF4-FFF2-40B4-BE49-F238E27FC236}">
                <a16:creationId xmlns:a16="http://schemas.microsoft.com/office/drawing/2014/main" id="{CE3B1FC4-4ED6-C87B-1315-F18E45DF43B2}"/>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7" name="TextBox 6">
            <a:extLst>
              <a:ext uri="{FF2B5EF4-FFF2-40B4-BE49-F238E27FC236}">
                <a16:creationId xmlns:a16="http://schemas.microsoft.com/office/drawing/2014/main" id="{334C5E25-7A44-8ECD-F0B8-935ED33212C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 name="Rectangle 7">
            <a:extLst>
              <a:ext uri="{FF2B5EF4-FFF2-40B4-BE49-F238E27FC236}">
                <a16:creationId xmlns:a16="http://schemas.microsoft.com/office/drawing/2014/main" id="{474C4BAA-E193-8344-C899-2E1B6714A575}"/>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EBA55B4-FC9C-3E86-4029-BCD7B578EE63}"/>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3E1D971-95F8-7EF5-0F96-DB3EF7734734}"/>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CE142DD9-B208-2540-777F-147A620A1205}"/>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0D2DED5D-0466-164E-A40C-57DDC75ED54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7EF0786-4FDD-BE25-1D42-C54282FE144D}"/>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AD8610DE-990F-3009-B638-CAB9CB655206}"/>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37ADB705-605C-9F27-1127-79D955CAA08A}"/>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9CDC785F-8293-154F-C34C-80A317FFF37D}"/>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E91A2E2A-A110-6CD9-5AD2-EBCE3314F791}"/>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E2FD842D-BD43-C6F5-0E01-36AB5451FE07}"/>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34B61D31-A1BE-DDA8-2639-F04F7A399508}"/>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86851BFC-69B9-5099-ACBC-ED5F8FFF8E7D}"/>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C0BA906C-E45F-59E1-B024-33F472D6D55E}"/>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87E28E27-9E2E-2910-BE80-68F7C02E5D2B}"/>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75AE3B8C-2308-EF71-7276-C1F1A2FF0460}"/>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C14B3BB8-6FF5-40D2-52B1-E36AF0C31AC2}"/>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25" name="Straight Arrow Connector 24">
            <a:extLst>
              <a:ext uri="{FF2B5EF4-FFF2-40B4-BE49-F238E27FC236}">
                <a16:creationId xmlns:a16="http://schemas.microsoft.com/office/drawing/2014/main" id="{E67D05FC-BD05-9B09-3E70-69A679F5E3AD}"/>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62DA564-E096-9DB4-F531-79706FE31581}"/>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Tree>
    <p:extLst>
      <p:ext uri="{BB962C8B-B14F-4D97-AF65-F5344CB8AC3E}">
        <p14:creationId xmlns:p14="http://schemas.microsoft.com/office/powerpoint/2010/main" val="2802148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106164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7094</TotalTime>
  <Words>229</Words>
  <Application>Microsoft Office PowerPoint</Application>
  <PresentationFormat>Custom</PresentationFormat>
  <Paragraphs>91</Paragraphs>
  <Slides>6</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Mah</dc:creator>
  <cp:lastModifiedBy>Jonathan Mah</cp:lastModifiedBy>
  <cp:revision>4</cp:revision>
  <dcterms:created xsi:type="dcterms:W3CDTF">2023-05-03T19:41:22Z</dcterms:created>
  <dcterms:modified xsi:type="dcterms:W3CDTF">2025-09-18T14:18:31Z</dcterms:modified>
</cp:coreProperties>
</file>