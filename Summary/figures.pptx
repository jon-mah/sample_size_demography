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sldIdLst>
    <p:sldId id="422" r:id="rId2"/>
    <p:sldId id="423" r:id="rId3"/>
    <p:sldId id="515" r:id="rId4"/>
    <p:sldId id="514" r:id="rId5"/>
    <p:sldId id="520" r:id="rId6"/>
    <p:sldId id="511" r:id="rId7"/>
    <p:sldId id="516" r:id="rId8"/>
    <p:sldId id="512" r:id="rId9"/>
    <p:sldId id="517" r:id="rId10"/>
    <p:sldId id="524" r:id="rId11"/>
    <p:sldId id="525" r:id="rId12"/>
    <p:sldId id="518" r:id="rId13"/>
    <p:sldId id="519" r:id="rId14"/>
    <p:sldId id="521" r:id="rId15"/>
    <p:sldId id="522" r:id="rId16"/>
    <p:sldId id="523" r:id="rId17"/>
  </p:sldIdLst>
  <p:sldSz cx="22860000" cy="22860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ginal_submission" id="{E4BD4140-1328-4ECB-9711-031F54ACF92C}">
          <p14:sldIdLst>
            <p14:sldId id="422"/>
            <p14:sldId id="423"/>
            <p14:sldId id="515"/>
            <p14:sldId id="514"/>
            <p14:sldId id="520"/>
            <p14:sldId id="511"/>
            <p14:sldId id="516"/>
            <p14:sldId id="512"/>
            <p14:sldId id="517"/>
            <p14:sldId id="524"/>
            <p14:sldId id="525"/>
            <p14:sldId id="518"/>
            <p14:sldId id="519"/>
            <p14:sldId id="521"/>
            <p14:sldId id="522"/>
            <p14:sldId id="5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9F79"/>
    <a:srgbClr val="D75600"/>
    <a:srgbClr val="716BB0"/>
    <a:srgbClr val="92D050"/>
    <a:srgbClr val="D2232E"/>
    <a:srgbClr val="393F7C"/>
    <a:srgbClr val="000000"/>
    <a:srgbClr val="5ABA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93BDFE-E7B1-48C6-AB80-E9611D4B0775}" v="4" dt="2026-03-25T22:45:32.6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74" autoAdjust="0"/>
    <p:restoredTop sz="94660"/>
  </p:normalViewPr>
  <p:slideViewPr>
    <p:cSldViewPr snapToGrid="0">
      <p:cViewPr>
        <p:scale>
          <a:sx n="50" d="100"/>
          <a:sy n="50" d="100"/>
        </p:scale>
        <p:origin x="120" y="-36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Mah" userId="5261b2f2f3e51194" providerId="LiveId" clId="{A5D66373-2F43-49C1-972D-0BE2B77E544E}"/>
    <pc:docChg chg="custSel modSld">
      <pc:chgData name="Jonathan Mah" userId="5261b2f2f3e51194" providerId="LiveId" clId="{A5D66373-2F43-49C1-972D-0BE2B77E544E}" dt="2026-03-06T11:37:45.814" v="9" actId="1076"/>
      <pc:docMkLst>
        <pc:docMk/>
      </pc:docMkLst>
      <pc:sldChg chg="addSp delSp modSp mod">
        <pc:chgData name="Jonathan Mah" userId="5261b2f2f3e51194" providerId="LiveId" clId="{A5D66373-2F43-49C1-972D-0BE2B77E544E}" dt="2026-03-06T11:37:45.814" v="9" actId="1076"/>
        <pc:sldMkLst>
          <pc:docMk/>
          <pc:sldMk cId="2756291988" sldId="517"/>
        </pc:sldMkLst>
        <pc:spChg chg="mod">
          <ac:chgData name="Jonathan Mah" userId="5261b2f2f3e51194" providerId="LiveId" clId="{A5D66373-2F43-49C1-972D-0BE2B77E544E}" dt="2026-03-06T11:37:45.814" v="9" actId="1076"/>
          <ac:spMkLst>
            <pc:docMk/>
            <pc:sldMk cId="2756291988" sldId="517"/>
            <ac:spMk id="6" creationId="{BBD625A1-63C5-F220-8C4F-1BA0CA7ED464}"/>
          </ac:spMkLst>
        </pc:spChg>
        <pc:spChg chg="mod">
          <ac:chgData name="Jonathan Mah" userId="5261b2f2f3e51194" providerId="LiveId" clId="{A5D66373-2F43-49C1-972D-0BE2B77E544E}" dt="2026-03-06T11:37:45.814" v="9" actId="1076"/>
          <ac:spMkLst>
            <pc:docMk/>
            <pc:sldMk cId="2756291988" sldId="517"/>
            <ac:spMk id="7" creationId="{42EB3CC8-DA01-9759-CCD5-B16E85F984DD}"/>
          </ac:spMkLst>
        </pc:spChg>
        <pc:picChg chg="add mod ord">
          <ac:chgData name="Jonathan Mah" userId="5261b2f2f3e51194" providerId="LiveId" clId="{A5D66373-2F43-49C1-972D-0BE2B77E544E}" dt="2026-03-06T11:37:36.837" v="7" actId="1076"/>
          <ac:picMkLst>
            <pc:docMk/>
            <pc:sldMk cId="2756291988" sldId="517"/>
            <ac:picMk id="3" creationId="{2C5A7DC2-EC6A-664E-08EB-A4697CF4145D}"/>
          </ac:picMkLst>
        </pc:picChg>
      </pc:sldChg>
    </pc:docChg>
  </pc:docChgLst>
  <pc:docChgLst>
    <pc:chgData name="Jonathan Mah" userId="5261b2f2f3e51194" providerId="LiveId" clId="{DB9BCF8B-E91B-491C-8171-92D39BBC1534}"/>
    <pc:docChg chg="undo redo custSel addSld delSld modSld sldOrd modSection">
      <pc:chgData name="Jonathan Mah" userId="5261b2f2f3e51194" providerId="LiveId" clId="{DB9BCF8B-E91B-491C-8171-92D39BBC1534}" dt="2026-03-25T23:37:21.726" v="1455" actId="1076"/>
      <pc:docMkLst>
        <pc:docMk/>
      </pc:docMkLst>
      <pc:sldChg chg="del">
        <pc:chgData name="Jonathan Mah" userId="5261b2f2f3e51194" providerId="LiveId" clId="{DB9BCF8B-E91B-491C-8171-92D39BBC1534}" dt="2026-03-25T22:41:59.304" v="1249" actId="47"/>
        <pc:sldMkLst>
          <pc:docMk/>
          <pc:sldMk cId="1663706368" sldId="513"/>
        </pc:sldMkLst>
      </pc:sldChg>
      <pc:sldChg chg="addSp delSp modSp new mod">
        <pc:chgData name="Jonathan Mah" userId="5261b2f2f3e51194" providerId="LiveId" clId="{DB9BCF8B-E91B-491C-8171-92D39BBC1534}" dt="2026-03-25T23:37:21.726" v="1455" actId="1076"/>
        <pc:sldMkLst>
          <pc:docMk/>
          <pc:sldMk cId="3447533911" sldId="518"/>
        </pc:sldMkLst>
        <pc:spChg chg="mod">
          <ac:chgData name="Jonathan Mah" userId="5261b2f2f3e51194" providerId="LiveId" clId="{DB9BCF8B-E91B-491C-8171-92D39BBC1534}" dt="2026-03-25T21:53:47.927" v="1239" actId="1076"/>
          <ac:spMkLst>
            <pc:docMk/>
            <pc:sldMk cId="3447533911" sldId="518"/>
            <ac:spMk id="13" creationId="{BA3CE13A-4BC0-6F8A-E8D7-F89223C4B80C}"/>
          </ac:spMkLst>
        </pc:spChg>
        <pc:spChg chg="mod">
          <ac:chgData name="Jonathan Mah" userId="5261b2f2f3e51194" providerId="LiveId" clId="{DB9BCF8B-E91B-491C-8171-92D39BBC1534}" dt="2026-03-25T21:53:47.927" v="1239" actId="1076"/>
          <ac:spMkLst>
            <pc:docMk/>
            <pc:sldMk cId="3447533911" sldId="518"/>
            <ac:spMk id="14" creationId="{BA5C2273-0936-0A08-0DD7-0D874F81A86A}"/>
          </ac:spMkLst>
        </pc:spChg>
        <pc:picChg chg="add del mod ord">
          <ac:chgData name="Jonathan Mah" userId="5261b2f2f3e51194" providerId="LiveId" clId="{DB9BCF8B-E91B-491C-8171-92D39BBC1534}" dt="2026-03-25T21:54:02.965" v="1240" actId="478"/>
          <ac:picMkLst>
            <pc:docMk/>
            <pc:sldMk cId="3447533911" sldId="518"/>
            <ac:picMk id="3" creationId="{98C9F226-9388-3300-C487-C83134EAEA67}"/>
          </ac:picMkLst>
        </pc:picChg>
        <pc:picChg chg="add del mod">
          <ac:chgData name="Jonathan Mah" userId="5261b2f2f3e51194" providerId="LiveId" clId="{DB9BCF8B-E91B-491C-8171-92D39BBC1534}" dt="2026-03-25T21:53:09.947" v="1229" actId="478"/>
          <ac:picMkLst>
            <pc:docMk/>
            <pc:sldMk cId="3447533911" sldId="518"/>
            <ac:picMk id="5" creationId="{76A7918C-F868-1FD2-ED7B-F36107A25E09}"/>
          </ac:picMkLst>
        </pc:picChg>
        <pc:picChg chg="del">
          <ac:chgData name="Jonathan Mah" userId="5261b2f2f3e51194" providerId="LiveId" clId="{DB9BCF8B-E91B-491C-8171-92D39BBC1534}" dt="2026-03-25T23:36:57.923" v="1444" actId="478"/>
          <ac:picMkLst>
            <pc:docMk/>
            <pc:sldMk cId="3447533911" sldId="518"/>
            <ac:picMk id="12" creationId="{7EA3F937-6B5B-B028-8F85-4C27A4F64848}"/>
          </ac:picMkLst>
        </pc:picChg>
        <pc:picChg chg="add del mod">
          <ac:chgData name="Jonathan Mah" userId="5261b2f2f3e51194" providerId="LiveId" clId="{DB9BCF8B-E91B-491C-8171-92D39BBC1534}" dt="2026-03-25T21:54:14.361" v="1244" actId="478"/>
          <ac:picMkLst>
            <pc:docMk/>
            <pc:sldMk cId="3447533911" sldId="518"/>
            <ac:picMk id="17" creationId="{7922C24E-4DC7-47C0-4FF3-934F799C0688}"/>
          </ac:picMkLst>
        </pc:picChg>
        <pc:picChg chg="add mod ord">
          <ac:chgData name="Jonathan Mah" userId="5261b2f2f3e51194" providerId="LiveId" clId="{DB9BCF8B-E91B-491C-8171-92D39BBC1534}" dt="2026-03-25T21:56:14.011" v="1248" actId="1076"/>
          <ac:picMkLst>
            <pc:docMk/>
            <pc:sldMk cId="3447533911" sldId="518"/>
            <ac:picMk id="19" creationId="{DF550CA2-A406-342A-BFDD-9B5A868241B4}"/>
          </ac:picMkLst>
        </pc:picChg>
        <pc:picChg chg="add mod ord">
          <ac:chgData name="Jonathan Mah" userId="5261b2f2f3e51194" providerId="LiveId" clId="{DB9BCF8B-E91B-491C-8171-92D39BBC1534}" dt="2026-03-25T23:37:21.726" v="1455" actId="1076"/>
          <ac:picMkLst>
            <pc:docMk/>
            <pc:sldMk cId="3447533911" sldId="518"/>
            <ac:picMk id="21" creationId="{8A0FAE3F-C4F4-F3C9-B535-34E1FB9A9CD5}"/>
          </ac:picMkLst>
        </pc:picChg>
      </pc:sldChg>
      <pc:sldChg chg="addSp modSp mod">
        <pc:chgData name="Jonathan Mah" userId="5261b2f2f3e51194" providerId="LiveId" clId="{DB9BCF8B-E91B-491C-8171-92D39BBC1534}" dt="2026-03-25T22:46:06.253" v="1437" actId="1076"/>
        <pc:sldMkLst>
          <pc:docMk/>
          <pc:sldMk cId="2539197924" sldId="519"/>
        </pc:sldMkLst>
        <pc:spChg chg="add mod">
          <ac:chgData name="Jonathan Mah" userId="5261b2f2f3e51194" providerId="LiveId" clId="{DB9BCF8B-E91B-491C-8171-92D39BBC1534}" dt="2026-03-25T22:43:07.713" v="1319" actId="1076"/>
          <ac:spMkLst>
            <pc:docMk/>
            <pc:sldMk cId="2539197924" sldId="519"/>
            <ac:spMk id="4" creationId="{45BE83D9-0901-790F-C335-67392430DBF5}"/>
          </ac:spMkLst>
        </pc:spChg>
        <pc:spChg chg="add mod">
          <ac:chgData name="Jonathan Mah" userId="5261b2f2f3e51194" providerId="LiveId" clId="{DB9BCF8B-E91B-491C-8171-92D39BBC1534}" dt="2026-03-25T22:43:07.713" v="1319" actId="1076"/>
          <ac:spMkLst>
            <pc:docMk/>
            <pc:sldMk cId="2539197924" sldId="519"/>
            <ac:spMk id="5" creationId="{7CE18130-3E01-6536-9924-05E96FBCAD96}"/>
          </ac:spMkLst>
        </pc:spChg>
        <pc:spChg chg="add mod">
          <ac:chgData name="Jonathan Mah" userId="5261b2f2f3e51194" providerId="LiveId" clId="{DB9BCF8B-E91B-491C-8171-92D39BBC1534}" dt="2026-03-25T22:44:47.523" v="1361" actId="20577"/>
          <ac:spMkLst>
            <pc:docMk/>
            <pc:sldMk cId="2539197924" sldId="519"/>
            <ac:spMk id="6" creationId="{345385C6-425D-3B2A-EAE2-2DF85A727844}"/>
          </ac:spMkLst>
        </pc:spChg>
        <pc:spChg chg="add mod">
          <ac:chgData name="Jonathan Mah" userId="5261b2f2f3e51194" providerId="LiveId" clId="{DB9BCF8B-E91B-491C-8171-92D39BBC1534}" dt="2026-03-25T22:44:52.288" v="1366" actId="20577"/>
          <ac:spMkLst>
            <pc:docMk/>
            <pc:sldMk cId="2539197924" sldId="519"/>
            <ac:spMk id="7" creationId="{702FB91F-3125-88C6-67FF-FA234FD9A05C}"/>
          </ac:spMkLst>
        </pc:spChg>
        <pc:spChg chg="add mod">
          <ac:chgData name="Jonathan Mah" userId="5261b2f2f3e51194" providerId="LiveId" clId="{DB9BCF8B-E91B-491C-8171-92D39BBC1534}" dt="2026-03-25T22:46:03.847" v="1436" actId="1076"/>
          <ac:spMkLst>
            <pc:docMk/>
            <pc:sldMk cId="2539197924" sldId="519"/>
            <ac:spMk id="8" creationId="{4F2B3C38-B5A3-CACD-639F-C1E95A53A5C4}"/>
          </ac:spMkLst>
        </pc:spChg>
        <pc:spChg chg="mod">
          <ac:chgData name="Jonathan Mah" userId="5261b2f2f3e51194" providerId="LiveId" clId="{DB9BCF8B-E91B-491C-8171-92D39BBC1534}" dt="2026-03-25T22:43:38.432" v="1334" actId="1035"/>
          <ac:spMkLst>
            <pc:docMk/>
            <pc:sldMk cId="2539197924" sldId="519"/>
            <ac:spMk id="11" creationId="{4673E64F-6E77-00CD-6CF2-D15E853CA723}"/>
          </ac:spMkLst>
        </pc:spChg>
        <pc:spChg chg="mod">
          <ac:chgData name="Jonathan Mah" userId="5261b2f2f3e51194" providerId="LiveId" clId="{DB9BCF8B-E91B-491C-8171-92D39BBC1534}" dt="2026-03-25T22:43:38.432" v="1334" actId="1035"/>
          <ac:spMkLst>
            <pc:docMk/>
            <pc:sldMk cId="2539197924" sldId="519"/>
            <ac:spMk id="12" creationId="{3E6FEDB1-C7FA-D7F4-E59E-663953FD7115}"/>
          </ac:spMkLst>
        </pc:spChg>
        <pc:spChg chg="mod">
          <ac:chgData name="Jonathan Mah" userId="5261b2f2f3e51194" providerId="LiveId" clId="{DB9BCF8B-E91B-491C-8171-92D39BBC1534}" dt="2026-03-25T22:43:38.432" v="1334" actId="1035"/>
          <ac:spMkLst>
            <pc:docMk/>
            <pc:sldMk cId="2539197924" sldId="519"/>
            <ac:spMk id="13" creationId="{DBE30083-F436-846E-DA62-08A5B16657E2}"/>
          </ac:spMkLst>
        </pc:spChg>
        <pc:spChg chg="mod">
          <ac:chgData name="Jonathan Mah" userId="5261b2f2f3e51194" providerId="LiveId" clId="{DB9BCF8B-E91B-491C-8171-92D39BBC1534}" dt="2026-03-25T22:42:41.608" v="1314" actId="1037"/>
          <ac:spMkLst>
            <pc:docMk/>
            <pc:sldMk cId="2539197924" sldId="519"/>
            <ac:spMk id="19" creationId="{8E6D9933-6ACA-E39D-069D-D9384B62930F}"/>
          </ac:spMkLst>
        </pc:spChg>
        <pc:spChg chg="mod">
          <ac:chgData name="Jonathan Mah" userId="5261b2f2f3e51194" providerId="LiveId" clId="{DB9BCF8B-E91B-491C-8171-92D39BBC1534}" dt="2026-03-25T22:43:38.432" v="1334" actId="1035"/>
          <ac:spMkLst>
            <pc:docMk/>
            <pc:sldMk cId="2539197924" sldId="519"/>
            <ac:spMk id="29" creationId="{D9C4A69C-2F5A-C74D-E288-127EB93B7013}"/>
          </ac:spMkLst>
        </pc:spChg>
        <pc:spChg chg="mod">
          <ac:chgData name="Jonathan Mah" userId="5261b2f2f3e51194" providerId="LiveId" clId="{DB9BCF8B-E91B-491C-8171-92D39BBC1534}" dt="2026-03-25T22:43:38.432" v="1334" actId="1035"/>
          <ac:spMkLst>
            <pc:docMk/>
            <pc:sldMk cId="2539197924" sldId="519"/>
            <ac:spMk id="31" creationId="{DF1FBC5B-CB60-D10F-0B0C-044C75AB1B17}"/>
          </ac:spMkLst>
        </pc:spChg>
        <pc:spChg chg="mod">
          <ac:chgData name="Jonathan Mah" userId="5261b2f2f3e51194" providerId="LiveId" clId="{DB9BCF8B-E91B-491C-8171-92D39BBC1534}" dt="2026-03-25T22:43:38.432" v="1334" actId="1035"/>
          <ac:spMkLst>
            <pc:docMk/>
            <pc:sldMk cId="2539197924" sldId="519"/>
            <ac:spMk id="33" creationId="{BC5CFE60-7CDC-A5CC-4580-7260E2DEFE2C}"/>
          </ac:spMkLst>
        </pc:spChg>
        <pc:spChg chg="mod">
          <ac:chgData name="Jonathan Mah" userId="5261b2f2f3e51194" providerId="LiveId" clId="{DB9BCF8B-E91B-491C-8171-92D39BBC1534}" dt="2026-03-25T22:42:41.608" v="1314" actId="1037"/>
          <ac:spMkLst>
            <pc:docMk/>
            <pc:sldMk cId="2539197924" sldId="519"/>
            <ac:spMk id="46" creationId="{8E3229D3-5E02-4035-E9F2-A07AF7596170}"/>
          </ac:spMkLst>
        </pc:spChg>
        <pc:spChg chg="mod">
          <ac:chgData name="Jonathan Mah" userId="5261b2f2f3e51194" providerId="LiveId" clId="{DB9BCF8B-E91B-491C-8171-92D39BBC1534}" dt="2026-03-25T22:42:16.169" v="1286" actId="1038"/>
          <ac:spMkLst>
            <pc:docMk/>
            <pc:sldMk cId="2539197924" sldId="519"/>
            <ac:spMk id="55" creationId="{2B858FCE-A8F0-CF7F-ED57-A96D0C27F71E}"/>
          </ac:spMkLst>
        </pc:spChg>
        <pc:spChg chg="mod">
          <ac:chgData name="Jonathan Mah" userId="5261b2f2f3e51194" providerId="LiveId" clId="{DB9BCF8B-E91B-491C-8171-92D39BBC1534}" dt="2026-03-25T22:42:41.608" v="1314" actId="1037"/>
          <ac:spMkLst>
            <pc:docMk/>
            <pc:sldMk cId="2539197924" sldId="519"/>
            <ac:spMk id="56" creationId="{6E8DA381-AB04-D3D3-2737-05E252105667}"/>
          </ac:spMkLst>
        </pc:spChg>
        <pc:spChg chg="mod">
          <ac:chgData name="Jonathan Mah" userId="5261b2f2f3e51194" providerId="LiveId" clId="{DB9BCF8B-E91B-491C-8171-92D39BBC1534}" dt="2026-03-25T22:42:41.608" v="1314" actId="1037"/>
          <ac:spMkLst>
            <pc:docMk/>
            <pc:sldMk cId="2539197924" sldId="519"/>
            <ac:spMk id="57" creationId="{CA52712B-45A6-FF99-137F-63692735A9AB}"/>
          </ac:spMkLst>
        </pc:spChg>
        <pc:spChg chg="mod">
          <ac:chgData name="Jonathan Mah" userId="5261b2f2f3e51194" providerId="LiveId" clId="{DB9BCF8B-E91B-491C-8171-92D39BBC1534}" dt="2026-03-25T22:42:41.608" v="1314" actId="1037"/>
          <ac:spMkLst>
            <pc:docMk/>
            <pc:sldMk cId="2539197924" sldId="519"/>
            <ac:spMk id="58" creationId="{1F46A9F2-E49A-5698-4473-3CE1CCCECFC4}"/>
          </ac:spMkLst>
        </pc:spChg>
        <pc:spChg chg="mod">
          <ac:chgData name="Jonathan Mah" userId="5261b2f2f3e51194" providerId="LiveId" clId="{DB9BCF8B-E91B-491C-8171-92D39BBC1534}" dt="2026-03-25T22:42:41.608" v="1314" actId="1037"/>
          <ac:spMkLst>
            <pc:docMk/>
            <pc:sldMk cId="2539197924" sldId="519"/>
            <ac:spMk id="61" creationId="{8ABCBADA-2C1F-4F1D-3094-5DB30251B97A}"/>
          </ac:spMkLst>
        </pc:spChg>
        <pc:spChg chg="mod">
          <ac:chgData name="Jonathan Mah" userId="5261b2f2f3e51194" providerId="LiveId" clId="{DB9BCF8B-E91B-491C-8171-92D39BBC1534}" dt="2026-03-25T22:42:16.169" v="1286" actId="1038"/>
          <ac:spMkLst>
            <pc:docMk/>
            <pc:sldMk cId="2539197924" sldId="519"/>
            <ac:spMk id="62" creationId="{C838240F-AF01-0D98-F725-3FF931D2CDDB}"/>
          </ac:spMkLst>
        </pc:spChg>
        <pc:spChg chg="mod">
          <ac:chgData name="Jonathan Mah" userId="5261b2f2f3e51194" providerId="LiveId" clId="{DB9BCF8B-E91B-491C-8171-92D39BBC1534}" dt="2026-03-25T22:42:16.169" v="1286" actId="1038"/>
          <ac:spMkLst>
            <pc:docMk/>
            <pc:sldMk cId="2539197924" sldId="519"/>
            <ac:spMk id="63" creationId="{04D3E363-5EE1-5C72-6DF2-5CC225CC20F0}"/>
          </ac:spMkLst>
        </pc:spChg>
        <pc:spChg chg="mod">
          <ac:chgData name="Jonathan Mah" userId="5261b2f2f3e51194" providerId="LiveId" clId="{DB9BCF8B-E91B-491C-8171-92D39BBC1534}" dt="2026-03-25T22:43:38.432" v="1334" actId="1035"/>
          <ac:spMkLst>
            <pc:docMk/>
            <pc:sldMk cId="2539197924" sldId="519"/>
            <ac:spMk id="65" creationId="{521B8B53-F0CA-545A-F1C5-C1794DB4311A}"/>
          </ac:spMkLst>
        </pc:spChg>
        <pc:spChg chg="mod">
          <ac:chgData name="Jonathan Mah" userId="5261b2f2f3e51194" providerId="LiveId" clId="{DB9BCF8B-E91B-491C-8171-92D39BBC1534}" dt="2026-03-25T22:43:38.432" v="1334" actId="1035"/>
          <ac:spMkLst>
            <pc:docMk/>
            <pc:sldMk cId="2539197924" sldId="519"/>
            <ac:spMk id="66" creationId="{59B8791C-37F7-36D8-9553-CC0BDD123CFA}"/>
          </ac:spMkLst>
        </pc:spChg>
        <pc:spChg chg="mod">
          <ac:chgData name="Jonathan Mah" userId="5261b2f2f3e51194" providerId="LiveId" clId="{DB9BCF8B-E91B-491C-8171-92D39BBC1534}" dt="2026-03-25T22:43:38.432" v="1334" actId="1035"/>
          <ac:spMkLst>
            <pc:docMk/>
            <pc:sldMk cId="2539197924" sldId="519"/>
            <ac:spMk id="67" creationId="{EA152CB6-9056-75BB-3306-5F726704FDF4}"/>
          </ac:spMkLst>
        </pc:spChg>
        <pc:spChg chg="mod">
          <ac:chgData name="Jonathan Mah" userId="5261b2f2f3e51194" providerId="LiveId" clId="{DB9BCF8B-E91B-491C-8171-92D39BBC1534}" dt="2026-03-25T22:43:38.432" v="1334" actId="1035"/>
          <ac:spMkLst>
            <pc:docMk/>
            <pc:sldMk cId="2539197924" sldId="519"/>
            <ac:spMk id="68" creationId="{D6DE076F-EC41-C275-4B07-0F268067F411}"/>
          </ac:spMkLst>
        </pc:spChg>
        <pc:spChg chg="mod">
          <ac:chgData name="Jonathan Mah" userId="5261b2f2f3e51194" providerId="LiveId" clId="{DB9BCF8B-E91B-491C-8171-92D39BBC1534}" dt="2026-03-25T22:42:41.608" v="1314" actId="1037"/>
          <ac:spMkLst>
            <pc:docMk/>
            <pc:sldMk cId="2539197924" sldId="519"/>
            <ac:spMk id="70" creationId="{C6CF11AB-C4F8-3CF3-A928-1C191951A134}"/>
          </ac:spMkLst>
        </pc:spChg>
        <pc:spChg chg="mod">
          <ac:chgData name="Jonathan Mah" userId="5261b2f2f3e51194" providerId="LiveId" clId="{DB9BCF8B-E91B-491C-8171-92D39BBC1534}" dt="2026-03-25T22:46:06.253" v="1437" actId="1076"/>
          <ac:spMkLst>
            <pc:docMk/>
            <pc:sldMk cId="2539197924" sldId="519"/>
            <ac:spMk id="71" creationId="{CC17C4FC-0B6E-E13F-C393-0013EC5A3A74}"/>
          </ac:spMkLst>
        </pc:spChg>
        <pc:picChg chg="add mod">
          <ac:chgData name="Jonathan Mah" userId="5261b2f2f3e51194" providerId="LiveId" clId="{DB9BCF8B-E91B-491C-8171-92D39BBC1534}" dt="2026-03-25T22:44:59.296" v="1367" actId="14100"/>
          <ac:picMkLst>
            <pc:docMk/>
            <pc:sldMk cId="2539197924" sldId="519"/>
            <ac:picMk id="3" creationId="{597EFDAB-6DB5-D669-E95C-64C5ACF1B48E}"/>
          </ac:picMkLst>
        </pc:picChg>
      </pc:sldChg>
      <pc:sldChg chg="addSp delSp modSp mod">
        <pc:chgData name="Jonathan Mah" userId="5261b2f2f3e51194" providerId="LiveId" clId="{DB9BCF8B-E91B-491C-8171-92D39BBC1534}" dt="2026-03-25T23:35:07.845" v="1443" actId="478"/>
        <pc:sldMkLst>
          <pc:docMk/>
          <pc:sldMk cId="2504765150" sldId="521"/>
        </pc:sldMkLst>
        <pc:picChg chg="add del mod">
          <ac:chgData name="Jonathan Mah" userId="5261b2f2f3e51194" providerId="LiveId" clId="{DB9BCF8B-E91B-491C-8171-92D39BBC1534}" dt="2026-03-25T23:35:07.273" v="1442" actId="931"/>
          <ac:picMkLst>
            <pc:docMk/>
            <pc:sldMk cId="2504765150" sldId="521"/>
            <ac:picMk id="3" creationId="{D663E820-768A-05EE-8FBF-FFB4F17919C0}"/>
          </ac:picMkLst>
        </pc:picChg>
        <pc:picChg chg="add del">
          <ac:chgData name="Jonathan Mah" userId="5261b2f2f3e51194" providerId="LiveId" clId="{DB9BCF8B-E91B-491C-8171-92D39BBC1534}" dt="2026-03-25T23:35:07.845" v="1443" actId="478"/>
          <ac:picMkLst>
            <pc:docMk/>
            <pc:sldMk cId="2504765150" sldId="521"/>
            <ac:picMk id="10" creationId="{D670D136-D4B1-2F03-CA3A-B0F61CBF5C84}"/>
          </ac:picMkLst>
        </pc:picChg>
      </pc:sldChg>
      <pc:sldChg chg="addSp delSp modSp new mod">
        <pc:chgData name="Jonathan Mah" userId="5261b2f2f3e51194" providerId="LiveId" clId="{DB9BCF8B-E91B-491C-8171-92D39BBC1534}" dt="2026-03-06T15:36:09.862" v="1228" actId="1038"/>
        <pc:sldMkLst>
          <pc:docMk/>
          <pc:sldMk cId="2894852093" sldId="522"/>
        </pc:sldMkLst>
        <pc:spChg chg="add mod">
          <ac:chgData name="Jonathan Mah" userId="5261b2f2f3e51194" providerId="LiveId" clId="{DB9BCF8B-E91B-491C-8171-92D39BBC1534}" dt="2026-02-25T00:32:24.136" v="1205" actId="1076"/>
          <ac:spMkLst>
            <pc:docMk/>
            <pc:sldMk cId="2894852093" sldId="522"/>
            <ac:spMk id="6" creationId="{EAC25682-A468-3625-F9BB-33F9F61D918D}"/>
          </ac:spMkLst>
        </pc:spChg>
        <pc:spChg chg="add mod">
          <ac:chgData name="Jonathan Mah" userId="5261b2f2f3e51194" providerId="LiveId" clId="{DB9BCF8B-E91B-491C-8171-92D39BBC1534}" dt="2026-03-06T15:36:09.862" v="1228" actId="1038"/>
          <ac:spMkLst>
            <pc:docMk/>
            <pc:sldMk cId="2894852093" sldId="522"/>
            <ac:spMk id="7" creationId="{B8817412-12F7-1447-9593-A0CAF4908849}"/>
          </ac:spMkLst>
        </pc:spChg>
        <pc:spChg chg="add mod">
          <ac:chgData name="Jonathan Mah" userId="5261b2f2f3e51194" providerId="LiveId" clId="{DB9BCF8B-E91B-491C-8171-92D39BBC1534}" dt="2026-02-25T00:32:24.136" v="1205" actId="1076"/>
          <ac:spMkLst>
            <pc:docMk/>
            <pc:sldMk cId="2894852093" sldId="522"/>
            <ac:spMk id="8" creationId="{AC0D3E83-66BE-E4E0-EF18-4D6B4394B56D}"/>
          </ac:spMkLst>
        </pc:spChg>
        <pc:spChg chg="add mod">
          <ac:chgData name="Jonathan Mah" userId="5261b2f2f3e51194" providerId="LiveId" clId="{DB9BCF8B-E91B-491C-8171-92D39BBC1534}" dt="2026-03-06T15:36:09.862" v="1228" actId="1038"/>
          <ac:spMkLst>
            <pc:docMk/>
            <pc:sldMk cId="2894852093" sldId="522"/>
            <ac:spMk id="9" creationId="{7FE14739-3450-D753-B1BB-A529E89411D5}"/>
          </ac:spMkLst>
        </pc:spChg>
        <pc:spChg chg="add mod">
          <ac:chgData name="Jonathan Mah" userId="5261b2f2f3e51194" providerId="LiveId" clId="{DB9BCF8B-E91B-491C-8171-92D39BBC1534}" dt="2026-02-25T00:32:24.136" v="1205" actId="1076"/>
          <ac:spMkLst>
            <pc:docMk/>
            <pc:sldMk cId="2894852093" sldId="522"/>
            <ac:spMk id="10" creationId="{52580E5F-CFD2-E539-280F-77030BB39933}"/>
          </ac:spMkLst>
        </pc:spChg>
        <pc:spChg chg="add mod">
          <ac:chgData name="Jonathan Mah" userId="5261b2f2f3e51194" providerId="LiveId" clId="{DB9BCF8B-E91B-491C-8171-92D39BBC1534}" dt="2026-03-06T15:36:09.862" v="1228" actId="1038"/>
          <ac:spMkLst>
            <pc:docMk/>
            <pc:sldMk cId="2894852093" sldId="522"/>
            <ac:spMk id="11" creationId="{E593E463-A8EF-4705-ABD8-B0DF507FBBE0}"/>
          </ac:spMkLst>
        </pc:spChg>
        <pc:spChg chg="add mod">
          <ac:chgData name="Jonathan Mah" userId="5261b2f2f3e51194" providerId="LiveId" clId="{DB9BCF8B-E91B-491C-8171-92D39BBC1534}" dt="2026-02-25T00:32:24.136" v="1205" actId="1076"/>
          <ac:spMkLst>
            <pc:docMk/>
            <pc:sldMk cId="2894852093" sldId="522"/>
            <ac:spMk id="12" creationId="{3B16B80D-7BB0-9F42-A6BF-D2B56ABA1085}"/>
          </ac:spMkLst>
        </pc:spChg>
        <pc:spChg chg="add mod">
          <ac:chgData name="Jonathan Mah" userId="5261b2f2f3e51194" providerId="LiveId" clId="{DB9BCF8B-E91B-491C-8171-92D39BBC1534}" dt="2026-03-06T15:36:09.862" v="1228" actId="1038"/>
          <ac:spMkLst>
            <pc:docMk/>
            <pc:sldMk cId="2894852093" sldId="522"/>
            <ac:spMk id="13" creationId="{AF476960-00D8-93A1-C8B3-0CD3383A89BA}"/>
          </ac:spMkLst>
        </pc:spChg>
        <pc:picChg chg="add mod ord">
          <ac:chgData name="Jonathan Mah" userId="5261b2f2f3e51194" providerId="LiveId" clId="{DB9BCF8B-E91B-491C-8171-92D39BBC1534}" dt="2026-03-06T15:36:01.479" v="1217" actId="1038"/>
          <ac:picMkLst>
            <pc:docMk/>
            <pc:sldMk cId="2894852093" sldId="522"/>
            <ac:picMk id="5" creationId="{B020E19B-B2ED-0C45-6282-30F29B0603EA}"/>
          </ac:picMkLst>
        </pc:picChg>
      </pc:sldChg>
      <pc:sldChg chg="addSp delSp modSp add mod">
        <pc:chgData name="Jonathan Mah" userId="5261b2f2f3e51194" providerId="LiveId" clId="{DB9BCF8B-E91B-491C-8171-92D39BBC1534}" dt="2026-02-24T22:09:53.425" v="1164" actId="1037"/>
        <pc:sldMkLst>
          <pc:docMk/>
          <pc:sldMk cId="2395142973" sldId="524"/>
        </pc:sldMkLst>
        <pc:spChg chg="mod">
          <ac:chgData name="Jonathan Mah" userId="5261b2f2f3e51194" providerId="LiveId" clId="{DB9BCF8B-E91B-491C-8171-92D39BBC1534}" dt="2026-02-24T22:09:53.425" v="1164" actId="1037"/>
          <ac:spMkLst>
            <pc:docMk/>
            <pc:sldMk cId="2395142973" sldId="524"/>
            <ac:spMk id="6" creationId="{45E305CE-1B59-24B2-E3D4-B3920E782962}"/>
          </ac:spMkLst>
        </pc:spChg>
        <pc:spChg chg="mod">
          <ac:chgData name="Jonathan Mah" userId="5261b2f2f3e51194" providerId="LiveId" clId="{DB9BCF8B-E91B-491C-8171-92D39BBC1534}" dt="2026-02-24T22:09:53.425" v="1164" actId="1037"/>
          <ac:spMkLst>
            <pc:docMk/>
            <pc:sldMk cId="2395142973" sldId="524"/>
            <ac:spMk id="7" creationId="{18C62F0C-13AC-2C9E-036E-A7135C79F6B5}"/>
          </ac:spMkLst>
        </pc:spChg>
        <pc:picChg chg="add mod ord">
          <ac:chgData name="Jonathan Mah" userId="5261b2f2f3e51194" providerId="LiveId" clId="{DB9BCF8B-E91B-491C-8171-92D39BBC1534}" dt="2026-02-24T22:08:58.709" v="1121" actId="1076"/>
          <ac:picMkLst>
            <pc:docMk/>
            <pc:sldMk cId="2395142973" sldId="524"/>
            <ac:picMk id="3" creationId="{E86A2C6A-29CE-EF0D-9597-1C489B2903CC}"/>
          </ac:picMkLst>
        </pc:picChg>
      </pc:sldChg>
      <pc:sldChg chg="add">
        <pc:chgData name="Jonathan Mah" userId="5261b2f2f3e51194" providerId="LiveId" clId="{DB9BCF8B-E91B-491C-8171-92D39BBC1534}" dt="2026-02-24T22:08:22.064" v="1115"/>
        <pc:sldMkLst>
          <pc:docMk/>
          <pc:sldMk cId="2873991124" sldId="5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F4B04-6A50-4A51-B675-D86EC6563060}" type="datetimeFigureOut">
              <a:rPr lang="en-US" smtClean="0"/>
              <a:t>3/25/2026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E66EEF-0D0A-4529-B3B7-A8E483F72DC0}" type="slidenum">
              <a:rPr lang="en-US" smtClean="0"/>
              <a:t>‹#›</a:t>
            </a:fld>
            <a:endParaRPr lang="en-US"/>
          </a:p>
        </p:txBody>
      </p:sp>
    </p:spTree>
    <p:extLst>
      <p:ext uri="{BB962C8B-B14F-4D97-AF65-F5344CB8AC3E}">
        <p14:creationId xmlns:p14="http://schemas.microsoft.com/office/powerpoint/2010/main" val="23873249"/>
      </p:ext>
    </p:extLst>
  </p:cSld>
  <p:clrMap bg1="lt1" tx1="dk1" bg2="lt2" tx2="dk2" accent1="accent1" accent2="accent2" accent3="accent3" accent4="accent4" accent5="accent5" accent6="accent6" hlink="hlink" folHlink="folHlink"/>
  <p:notesStyle>
    <a:lvl1pPr marL="0" algn="l" defTabSz="2194560" rtl="0" eaLnBrk="1" latinLnBrk="0" hangingPunct="1">
      <a:defRPr sz="2880" kern="1200">
        <a:solidFill>
          <a:schemeClr val="tx1"/>
        </a:solidFill>
        <a:latin typeface="+mn-lt"/>
        <a:ea typeface="+mn-ea"/>
        <a:cs typeface="+mn-cs"/>
      </a:defRPr>
    </a:lvl1pPr>
    <a:lvl2pPr marL="1097280" algn="l" defTabSz="2194560" rtl="0" eaLnBrk="1" latinLnBrk="0" hangingPunct="1">
      <a:defRPr sz="2880" kern="1200">
        <a:solidFill>
          <a:schemeClr val="tx1"/>
        </a:solidFill>
        <a:latin typeface="+mn-lt"/>
        <a:ea typeface="+mn-ea"/>
        <a:cs typeface="+mn-cs"/>
      </a:defRPr>
    </a:lvl2pPr>
    <a:lvl3pPr marL="2194560" algn="l" defTabSz="2194560" rtl="0" eaLnBrk="1" latinLnBrk="0" hangingPunct="1">
      <a:defRPr sz="2880" kern="1200">
        <a:solidFill>
          <a:schemeClr val="tx1"/>
        </a:solidFill>
        <a:latin typeface="+mn-lt"/>
        <a:ea typeface="+mn-ea"/>
        <a:cs typeface="+mn-cs"/>
      </a:defRPr>
    </a:lvl3pPr>
    <a:lvl4pPr marL="3291840" algn="l" defTabSz="2194560" rtl="0" eaLnBrk="1" latinLnBrk="0" hangingPunct="1">
      <a:defRPr sz="2880" kern="1200">
        <a:solidFill>
          <a:schemeClr val="tx1"/>
        </a:solidFill>
        <a:latin typeface="+mn-lt"/>
        <a:ea typeface="+mn-ea"/>
        <a:cs typeface="+mn-cs"/>
      </a:defRPr>
    </a:lvl4pPr>
    <a:lvl5pPr marL="4389120" algn="l" defTabSz="2194560" rtl="0" eaLnBrk="1" latinLnBrk="0" hangingPunct="1">
      <a:defRPr sz="2880" kern="1200">
        <a:solidFill>
          <a:schemeClr val="tx1"/>
        </a:solidFill>
        <a:latin typeface="+mn-lt"/>
        <a:ea typeface="+mn-ea"/>
        <a:cs typeface="+mn-cs"/>
      </a:defRPr>
    </a:lvl5pPr>
    <a:lvl6pPr marL="5486400" algn="l" defTabSz="2194560" rtl="0" eaLnBrk="1" latinLnBrk="0" hangingPunct="1">
      <a:defRPr sz="2880" kern="1200">
        <a:solidFill>
          <a:schemeClr val="tx1"/>
        </a:solidFill>
        <a:latin typeface="+mn-lt"/>
        <a:ea typeface="+mn-ea"/>
        <a:cs typeface="+mn-cs"/>
      </a:defRPr>
    </a:lvl6pPr>
    <a:lvl7pPr marL="6583680" algn="l" defTabSz="2194560" rtl="0" eaLnBrk="1" latinLnBrk="0" hangingPunct="1">
      <a:defRPr sz="2880" kern="1200">
        <a:solidFill>
          <a:schemeClr val="tx1"/>
        </a:solidFill>
        <a:latin typeface="+mn-lt"/>
        <a:ea typeface="+mn-ea"/>
        <a:cs typeface="+mn-cs"/>
      </a:defRPr>
    </a:lvl7pPr>
    <a:lvl8pPr marL="7680960" algn="l" defTabSz="2194560" rtl="0" eaLnBrk="1" latinLnBrk="0" hangingPunct="1">
      <a:defRPr sz="2880" kern="1200">
        <a:solidFill>
          <a:schemeClr val="tx1"/>
        </a:solidFill>
        <a:latin typeface="+mn-lt"/>
        <a:ea typeface="+mn-ea"/>
        <a:cs typeface="+mn-cs"/>
      </a:defRPr>
    </a:lvl8pPr>
    <a:lvl9pPr marL="8778240" algn="l" defTabSz="2194560" rtl="0" eaLnBrk="1" latinLnBrk="0" hangingPunct="1">
      <a:defRPr sz="28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that we have evidence that North American gut microbiomes have depleted genetic diversity relative to African gut microbiomes, likely due to differences in diet, environment,  and a host of other factors which can broadly be grouped together as “urbanization”, we proceeded with inferring the demographic models, which allow us to infer parameters such as the time since the last major demographic event and the magnitude of any change in population size. Here, we used four different demographic models, with cartoons (explain cartoons).</a:t>
            </a:r>
          </a:p>
          <a:p>
            <a:endParaRPr lang="en-US" dirty="0"/>
          </a:p>
        </p:txBody>
      </p:sp>
      <p:sp>
        <p:nvSpPr>
          <p:cNvPr id="4" name="Slide Number Placeholder 3"/>
          <p:cNvSpPr>
            <a:spLocks noGrp="1"/>
          </p:cNvSpPr>
          <p:nvPr>
            <p:ph type="sldNum" sz="quarter" idx="5"/>
          </p:nvPr>
        </p:nvSpPr>
        <p:spPr/>
        <p:txBody>
          <a:bodyPr/>
          <a:lstStyle/>
          <a:p>
            <a:fld id="{599CC9A3-A707-4B34-82D4-E64BA4C5A8D1}" type="slidenum">
              <a:rPr lang="en-US" smtClean="0"/>
              <a:t>1</a:t>
            </a:fld>
            <a:endParaRPr lang="en-US"/>
          </a:p>
        </p:txBody>
      </p:sp>
    </p:spTree>
    <p:extLst>
      <p:ext uri="{BB962C8B-B14F-4D97-AF65-F5344CB8AC3E}">
        <p14:creationId xmlns:p14="http://schemas.microsoft.com/office/powerpoint/2010/main" val="1253817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14500" y="3741210"/>
            <a:ext cx="19431000" cy="7958667"/>
          </a:xfrm>
        </p:spPr>
        <p:txBody>
          <a:bodyPr anchor="b"/>
          <a:lstStyle>
            <a:lvl1pPr algn="ctr">
              <a:defRPr sz="15000"/>
            </a:lvl1pPr>
          </a:lstStyle>
          <a:p>
            <a:r>
              <a:rPr lang="en-US"/>
              <a:t>Click to edit Master title style</a:t>
            </a:r>
            <a:endParaRPr lang="en-US" dirty="0"/>
          </a:p>
        </p:txBody>
      </p:sp>
      <p:sp>
        <p:nvSpPr>
          <p:cNvPr id="3" name="Subtitle 2"/>
          <p:cNvSpPr>
            <a:spLocks noGrp="1"/>
          </p:cNvSpPr>
          <p:nvPr>
            <p:ph type="subTitle" idx="1"/>
          </p:nvPr>
        </p:nvSpPr>
        <p:spPr>
          <a:xfrm>
            <a:off x="2857500" y="12006793"/>
            <a:ext cx="17145000" cy="5519207"/>
          </a:xfrm>
        </p:spPr>
        <p:txBody>
          <a:bodyPr/>
          <a:lstStyle>
            <a:lvl1pPr marL="0" indent="0" algn="ctr">
              <a:buNone/>
              <a:defRPr sz="6000"/>
            </a:lvl1pPr>
            <a:lvl2pPr marL="1143000" indent="0" algn="ctr">
              <a:buNone/>
              <a:defRPr sz="5000"/>
            </a:lvl2pPr>
            <a:lvl3pPr marL="2286000" indent="0" algn="ctr">
              <a:buNone/>
              <a:defRPr sz="4500"/>
            </a:lvl3pPr>
            <a:lvl4pPr marL="3429000" indent="0" algn="ctr">
              <a:buNone/>
              <a:defRPr sz="4000"/>
            </a:lvl4pPr>
            <a:lvl5pPr marL="4572000" indent="0" algn="ctr">
              <a:buNone/>
              <a:defRPr sz="4000"/>
            </a:lvl5pPr>
            <a:lvl6pPr marL="5715000" indent="0" algn="ctr">
              <a:buNone/>
              <a:defRPr sz="4000"/>
            </a:lvl6pPr>
            <a:lvl7pPr marL="6858000" indent="0" algn="ctr">
              <a:buNone/>
              <a:defRPr sz="4000"/>
            </a:lvl7pPr>
            <a:lvl8pPr marL="8001000" indent="0" algn="ctr">
              <a:buNone/>
              <a:defRPr sz="4000"/>
            </a:lvl8pPr>
            <a:lvl9pPr marL="9144000" indent="0" algn="ctr">
              <a:buNone/>
              <a:defRPr sz="4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E435BD-4569-4C00-96FD-DE6EEAA430DA}"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1646833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E435BD-4569-4C00-96FD-DE6EEAA430DA}"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1267485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59720" y="5699132"/>
            <a:ext cx="19716750" cy="9509123"/>
          </a:xfrm>
        </p:spPr>
        <p:txBody>
          <a:bodyPr anchor="b"/>
          <a:lstStyle>
            <a:lvl1pPr>
              <a:defRPr sz="15000"/>
            </a:lvl1pPr>
          </a:lstStyle>
          <a:p>
            <a:r>
              <a:rPr lang="en-US"/>
              <a:t>Click to edit Master title style</a:t>
            </a:r>
            <a:endParaRPr lang="en-US" dirty="0"/>
          </a:p>
        </p:txBody>
      </p:sp>
      <p:sp>
        <p:nvSpPr>
          <p:cNvPr id="3" name="Text Placeholder 2"/>
          <p:cNvSpPr>
            <a:spLocks noGrp="1"/>
          </p:cNvSpPr>
          <p:nvPr>
            <p:ph type="body" idx="1"/>
          </p:nvPr>
        </p:nvSpPr>
        <p:spPr>
          <a:xfrm>
            <a:off x="1559720" y="15298215"/>
            <a:ext cx="19716750" cy="5000623"/>
          </a:xfrm>
        </p:spPr>
        <p:txBody>
          <a:bodyPr/>
          <a:lstStyle>
            <a:lvl1pPr marL="0" indent="0">
              <a:buNone/>
              <a:defRPr sz="6000">
                <a:solidFill>
                  <a:schemeClr val="tx1"/>
                </a:solidFill>
              </a:defRPr>
            </a:lvl1pPr>
            <a:lvl2pPr marL="1143000" indent="0">
              <a:buNone/>
              <a:defRPr sz="5000">
                <a:solidFill>
                  <a:schemeClr val="tx1">
                    <a:tint val="75000"/>
                  </a:schemeClr>
                </a:solidFill>
              </a:defRPr>
            </a:lvl2pPr>
            <a:lvl3pPr marL="2286000" indent="0">
              <a:buNone/>
              <a:defRPr sz="4500">
                <a:solidFill>
                  <a:schemeClr val="tx1">
                    <a:tint val="75000"/>
                  </a:schemeClr>
                </a:solidFill>
              </a:defRPr>
            </a:lvl3pPr>
            <a:lvl4pPr marL="3429000" indent="0">
              <a:buNone/>
              <a:defRPr sz="4000">
                <a:solidFill>
                  <a:schemeClr val="tx1">
                    <a:tint val="75000"/>
                  </a:schemeClr>
                </a:solidFill>
              </a:defRPr>
            </a:lvl4pPr>
            <a:lvl5pPr marL="4572000" indent="0">
              <a:buNone/>
              <a:defRPr sz="4000">
                <a:solidFill>
                  <a:schemeClr val="tx1">
                    <a:tint val="75000"/>
                  </a:schemeClr>
                </a:solidFill>
              </a:defRPr>
            </a:lvl5pPr>
            <a:lvl6pPr marL="5715000" indent="0">
              <a:buNone/>
              <a:defRPr sz="4000">
                <a:solidFill>
                  <a:schemeClr val="tx1">
                    <a:tint val="75000"/>
                  </a:schemeClr>
                </a:solidFill>
              </a:defRPr>
            </a:lvl6pPr>
            <a:lvl7pPr marL="6858000" indent="0">
              <a:buNone/>
              <a:defRPr sz="4000">
                <a:solidFill>
                  <a:schemeClr val="tx1">
                    <a:tint val="75000"/>
                  </a:schemeClr>
                </a:solidFill>
              </a:defRPr>
            </a:lvl7pPr>
            <a:lvl8pPr marL="8001000" indent="0">
              <a:buNone/>
              <a:defRPr sz="4000">
                <a:solidFill>
                  <a:schemeClr val="tx1">
                    <a:tint val="75000"/>
                  </a:schemeClr>
                </a:solidFill>
              </a:defRPr>
            </a:lvl8pPr>
            <a:lvl9pPr marL="9144000" indent="0">
              <a:buNone/>
              <a:defRPr sz="40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E435BD-4569-4C00-96FD-DE6EEAA430DA}"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1881340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71625" y="6085417"/>
            <a:ext cx="9715500" cy="14504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572875" y="6085417"/>
            <a:ext cx="9715500" cy="14504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E435BD-4569-4C00-96FD-DE6EEAA430DA}"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2433150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74603" y="1217089"/>
            <a:ext cx="19716750" cy="441854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74605" y="5603877"/>
            <a:ext cx="9670850" cy="2746373"/>
          </a:xfrm>
        </p:spPr>
        <p:txBody>
          <a:bodyPr anchor="b"/>
          <a:lstStyle>
            <a:lvl1pPr marL="0" indent="0">
              <a:buNone/>
              <a:defRPr sz="6000" b="1"/>
            </a:lvl1pPr>
            <a:lvl2pPr marL="1143000" indent="0">
              <a:buNone/>
              <a:defRPr sz="5000" b="1"/>
            </a:lvl2pPr>
            <a:lvl3pPr marL="2286000" indent="0">
              <a:buNone/>
              <a:defRPr sz="4500" b="1"/>
            </a:lvl3pPr>
            <a:lvl4pPr marL="3429000" indent="0">
              <a:buNone/>
              <a:defRPr sz="4000" b="1"/>
            </a:lvl4pPr>
            <a:lvl5pPr marL="4572000" indent="0">
              <a:buNone/>
              <a:defRPr sz="4000" b="1"/>
            </a:lvl5pPr>
            <a:lvl6pPr marL="5715000" indent="0">
              <a:buNone/>
              <a:defRPr sz="4000" b="1"/>
            </a:lvl6pPr>
            <a:lvl7pPr marL="6858000" indent="0">
              <a:buNone/>
              <a:defRPr sz="4000" b="1"/>
            </a:lvl7pPr>
            <a:lvl8pPr marL="8001000" indent="0">
              <a:buNone/>
              <a:defRPr sz="4000" b="1"/>
            </a:lvl8pPr>
            <a:lvl9pPr marL="9144000" indent="0">
              <a:buNone/>
              <a:defRPr sz="4000" b="1"/>
            </a:lvl9pPr>
          </a:lstStyle>
          <a:p>
            <a:pPr lvl="0"/>
            <a:r>
              <a:rPr lang="en-US"/>
              <a:t>Click to edit Master text styles</a:t>
            </a:r>
          </a:p>
        </p:txBody>
      </p:sp>
      <p:sp>
        <p:nvSpPr>
          <p:cNvPr id="4" name="Content Placeholder 3"/>
          <p:cNvSpPr>
            <a:spLocks noGrp="1"/>
          </p:cNvSpPr>
          <p:nvPr>
            <p:ph sz="half" idx="2"/>
          </p:nvPr>
        </p:nvSpPr>
        <p:spPr>
          <a:xfrm>
            <a:off x="1574605" y="8350250"/>
            <a:ext cx="9670850" cy="1228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572876" y="5603877"/>
            <a:ext cx="9718478" cy="2746373"/>
          </a:xfrm>
        </p:spPr>
        <p:txBody>
          <a:bodyPr anchor="b"/>
          <a:lstStyle>
            <a:lvl1pPr marL="0" indent="0">
              <a:buNone/>
              <a:defRPr sz="6000" b="1"/>
            </a:lvl1pPr>
            <a:lvl2pPr marL="1143000" indent="0">
              <a:buNone/>
              <a:defRPr sz="5000" b="1"/>
            </a:lvl2pPr>
            <a:lvl3pPr marL="2286000" indent="0">
              <a:buNone/>
              <a:defRPr sz="4500" b="1"/>
            </a:lvl3pPr>
            <a:lvl4pPr marL="3429000" indent="0">
              <a:buNone/>
              <a:defRPr sz="4000" b="1"/>
            </a:lvl4pPr>
            <a:lvl5pPr marL="4572000" indent="0">
              <a:buNone/>
              <a:defRPr sz="4000" b="1"/>
            </a:lvl5pPr>
            <a:lvl6pPr marL="5715000" indent="0">
              <a:buNone/>
              <a:defRPr sz="4000" b="1"/>
            </a:lvl6pPr>
            <a:lvl7pPr marL="6858000" indent="0">
              <a:buNone/>
              <a:defRPr sz="4000" b="1"/>
            </a:lvl7pPr>
            <a:lvl8pPr marL="8001000" indent="0">
              <a:buNone/>
              <a:defRPr sz="4000" b="1"/>
            </a:lvl8pPr>
            <a:lvl9pPr marL="9144000" indent="0">
              <a:buNone/>
              <a:defRPr sz="4000" b="1"/>
            </a:lvl9pPr>
          </a:lstStyle>
          <a:p>
            <a:pPr lvl="0"/>
            <a:r>
              <a:rPr lang="en-US"/>
              <a:t>Click to edit Master text styles</a:t>
            </a:r>
          </a:p>
        </p:txBody>
      </p:sp>
      <p:sp>
        <p:nvSpPr>
          <p:cNvPr id="6" name="Content Placeholder 5"/>
          <p:cNvSpPr>
            <a:spLocks noGrp="1"/>
          </p:cNvSpPr>
          <p:nvPr>
            <p:ph sz="quarter" idx="4"/>
          </p:nvPr>
        </p:nvSpPr>
        <p:spPr>
          <a:xfrm>
            <a:off x="11572876" y="8350250"/>
            <a:ext cx="9718478" cy="1228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E435BD-4569-4C00-96FD-DE6EEAA430DA}"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1992497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E435BD-4569-4C00-96FD-DE6EEAA430DA}"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2161850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E435BD-4569-4C00-96FD-DE6EEAA430DA}"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3654460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603" y="1524000"/>
            <a:ext cx="7372945" cy="5334000"/>
          </a:xfrm>
        </p:spPr>
        <p:txBody>
          <a:bodyPr anchor="b"/>
          <a:lstStyle>
            <a:lvl1pPr>
              <a:defRPr sz="8000"/>
            </a:lvl1pPr>
          </a:lstStyle>
          <a:p>
            <a:r>
              <a:rPr lang="en-US"/>
              <a:t>Click to edit Master title style</a:t>
            </a:r>
            <a:endParaRPr lang="en-US" dirty="0"/>
          </a:p>
        </p:txBody>
      </p:sp>
      <p:sp>
        <p:nvSpPr>
          <p:cNvPr id="3" name="Content Placeholder 2"/>
          <p:cNvSpPr>
            <a:spLocks noGrp="1"/>
          </p:cNvSpPr>
          <p:nvPr>
            <p:ph idx="1"/>
          </p:nvPr>
        </p:nvSpPr>
        <p:spPr>
          <a:xfrm>
            <a:off x="9718477" y="3291422"/>
            <a:ext cx="11572875" cy="16245417"/>
          </a:xfrm>
        </p:spPr>
        <p:txBody>
          <a:bodyPr/>
          <a:lstStyle>
            <a:lvl1pPr>
              <a:defRPr sz="8000"/>
            </a:lvl1pPr>
            <a:lvl2pPr>
              <a:defRPr sz="7000"/>
            </a:lvl2pPr>
            <a:lvl3pPr>
              <a:defRPr sz="6000"/>
            </a:lvl3pPr>
            <a:lvl4pPr>
              <a:defRPr sz="5000"/>
            </a:lvl4pPr>
            <a:lvl5pPr>
              <a:defRPr sz="5000"/>
            </a:lvl5pPr>
            <a:lvl6pPr>
              <a:defRPr sz="5000"/>
            </a:lvl6pPr>
            <a:lvl7pPr>
              <a:defRPr sz="5000"/>
            </a:lvl7pPr>
            <a:lvl8pPr>
              <a:defRPr sz="5000"/>
            </a:lvl8pPr>
            <a:lvl9pPr>
              <a:defRPr sz="5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74603" y="6858000"/>
            <a:ext cx="7372945" cy="12705293"/>
          </a:xfrm>
        </p:spPr>
        <p:txBody>
          <a:bodyPr/>
          <a:lstStyle>
            <a:lvl1pPr marL="0" indent="0">
              <a:buNone/>
              <a:defRPr sz="4000"/>
            </a:lvl1pPr>
            <a:lvl2pPr marL="1143000" indent="0">
              <a:buNone/>
              <a:defRPr sz="3500"/>
            </a:lvl2pPr>
            <a:lvl3pPr marL="2286000" indent="0">
              <a:buNone/>
              <a:defRPr sz="3000"/>
            </a:lvl3pPr>
            <a:lvl4pPr marL="3429000" indent="0">
              <a:buNone/>
              <a:defRPr sz="2500"/>
            </a:lvl4pPr>
            <a:lvl5pPr marL="4572000" indent="0">
              <a:buNone/>
              <a:defRPr sz="2500"/>
            </a:lvl5pPr>
            <a:lvl6pPr marL="5715000" indent="0">
              <a:buNone/>
              <a:defRPr sz="2500"/>
            </a:lvl6pPr>
            <a:lvl7pPr marL="6858000" indent="0">
              <a:buNone/>
              <a:defRPr sz="2500"/>
            </a:lvl7pPr>
            <a:lvl8pPr marL="8001000" indent="0">
              <a:buNone/>
              <a:defRPr sz="2500"/>
            </a:lvl8pPr>
            <a:lvl9pPr marL="9144000" indent="0">
              <a:buNone/>
              <a:defRPr sz="2500"/>
            </a:lvl9pPr>
          </a:lstStyle>
          <a:p>
            <a:pPr lvl="0"/>
            <a:r>
              <a:rPr lang="en-US"/>
              <a:t>Click to edit Master text styles</a:t>
            </a:r>
          </a:p>
        </p:txBody>
      </p:sp>
      <p:sp>
        <p:nvSpPr>
          <p:cNvPr id="5" name="Date Placeholder 4"/>
          <p:cNvSpPr>
            <a:spLocks noGrp="1"/>
          </p:cNvSpPr>
          <p:nvPr>
            <p:ph type="dt" sz="half" idx="10"/>
          </p:nvPr>
        </p:nvSpPr>
        <p:spPr/>
        <p:txBody>
          <a:bodyPr/>
          <a:lstStyle/>
          <a:p>
            <a:fld id="{54E435BD-4569-4C00-96FD-DE6EEAA430DA}"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2133264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603" y="1524000"/>
            <a:ext cx="7372945" cy="5334000"/>
          </a:xfrm>
        </p:spPr>
        <p:txBody>
          <a:bodyPr anchor="b"/>
          <a:lstStyle>
            <a:lvl1pPr>
              <a:defRPr sz="80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718477" y="3291422"/>
            <a:ext cx="11572875" cy="16245417"/>
          </a:xfrm>
        </p:spPr>
        <p:txBody>
          <a:bodyPr anchor="t"/>
          <a:lstStyle>
            <a:lvl1pPr marL="0" indent="0">
              <a:buNone/>
              <a:defRPr sz="8000"/>
            </a:lvl1pPr>
            <a:lvl2pPr marL="1143000" indent="0">
              <a:buNone/>
              <a:defRPr sz="7000"/>
            </a:lvl2pPr>
            <a:lvl3pPr marL="2286000" indent="0">
              <a:buNone/>
              <a:defRPr sz="6000"/>
            </a:lvl3pPr>
            <a:lvl4pPr marL="3429000" indent="0">
              <a:buNone/>
              <a:defRPr sz="5000"/>
            </a:lvl4pPr>
            <a:lvl5pPr marL="4572000" indent="0">
              <a:buNone/>
              <a:defRPr sz="5000"/>
            </a:lvl5pPr>
            <a:lvl6pPr marL="5715000" indent="0">
              <a:buNone/>
              <a:defRPr sz="5000"/>
            </a:lvl6pPr>
            <a:lvl7pPr marL="6858000" indent="0">
              <a:buNone/>
              <a:defRPr sz="5000"/>
            </a:lvl7pPr>
            <a:lvl8pPr marL="8001000" indent="0">
              <a:buNone/>
              <a:defRPr sz="5000"/>
            </a:lvl8pPr>
            <a:lvl9pPr marL="9144000" indent="0">
              <a:buNone/>
              <a:defRPr sz="5000"/>
            </a:lvl9pPr>
          </a:lstStyle>
          <a:p>
            <a:r>
              <a:rPr lang="en-US"/>
              <a:t>Click icon to add picture</a:t>
            </a:r>
            <a:endParaRPr lang="en-US" dirty="0"/>
          </a:p>
        </p:txBody>
      </p:sp>
      <p:sp>
        <p:nvSpPr>
          <p:cNvPr id="4" name="Text Placeholder 3"/>
          <p:cNvSpPr>
            <a:spLocks noGrp="1"/>
          </p:cNvSpPr>
          <p:nvPr>
            <p:ph type="body" sz="half" idx="2"/>
          </p:nvPr>
        </p:nvSpPr>
        <p:spPr>
          <a:xfrm>
            <a:off x="1574603" y="6858000"/>
            <a:ext cx="7372945" cy="12705293"/>
          </a:xfrm>
        </p:spPr>
        <p:txBody>
          <a:bodyPr/>
          <a:lstStyle>
            <a:lvl1pPr marL="0" indent="0">
              <a:buNone/>
              <a:defRPr sz="4000"/>
            </a:lvl1pPr>
            <a:lvl2pPr marL="1143000" indent="0">
              <a:buNone/>
              <a:defRPr sz="3500"/>
            </a:lvl2pPr>
            <a:lvl3pPr marL="2286000" indent="0">
              <a:buNone/>
              <a:defRPr sz="3000"/>
            </a:lvl3pPr>
            <a:lvl4pPr marL="3429000" indent="0">
              <a:buNone/>
              <a:defRPr sz="2500"/>
            </a:lvl4pPr>
            <a:lvl5pPr marL="4572000" indent="0">
              <a:buNone/>
              <a:defRPr sz="2500"/>
            </a:lvl5pPr>
            <a:lvl6pPr marL="5715000" indent="0">
              <a:buNone/>
              <a:defRPr sz="2500"/>
            </a:lvl6pPr>
            <a:lvl7pPr marL="6858000" indent="0">
              <a:buNone/>
              <a:defRPr sz="2500"/>
            </a:lvl7pPr>
            <a:lvl8pPr marL="8001000" indent="0">
              <a:buNone/>
              <a:defRPr sz="2500"/>
            </a:lvl8pPr>
            <a:lvl9pPr marL="9144000" indent="0">
              <a:buNone/>
              <a:defRPr sz="2500"/>
            </a:lvl9pPr>
          </a:lstStyle>
          <a:p>
            <a:pPr lvl="0"/>
            <a:r>
              <a:rPr lang="en-US"/>
              <a:t>Click to edit Master text styles</a:t>
            </a:r>
          </a:p>
        </p:txBody>
      </p:sp>
      <p:sp>
        <p:nvSpPr>
          <p:cNvPr id="5" name="Date Placeholder 4"/>
          <p:cNvSpPr>
            <a:spLocks noGrp="1"/>
          </p:cNvSpPr>
          <p:nvPr>
            <p:ph type="dt" sz="half" idx="10"/>
          </p:nvPr>
        </p:nvSpPr>
        <p:spPr/>
        <p:txBody>
          <a:bodyPr/>
          <a:lstStyle/>
          <a:p>
            <a:fld id="{54E435BD-4569-4C00-96FD-DE6EEAA430DA}"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272294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E435BD-4569-4C00-96FD-DE6EEAA430DA}"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2286485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359189" y="1217084"/>
            <a:ext cx="4929188" cy="193727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71626" y="1217084"/>
            <a:ext cx="14501813" cy="193727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E435BD-4569-4C00-96FD-DE6EEAA430DA}"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F35474-F7C1-45E5-A05F-D70385F49662}" type="slidenum">
              <a:rPr lang="en-US" smtClean="0"/>
              <a:t>‹#›</a:t>
            </a:fld>
            <a:endParaRPr lang="en-US"/>
          </a:p>
        </p:txBody>
      </p:sp>
    </p:spTree>
    <p:extLst>
      <p:ext uri="{BB962C8B-B14F-4D97-AF65-F5344CB8AC3E}">
        <p14:creationId xmlns:p14="http://schemas.microsoft.com/office/powerpoint/2010/main" val="2617087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71625" y="1217089"/>
            <a:ext cx="19716750" cy="441854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71625" y="6085417"/>
            <a:ext cx="19716750" cy="145044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71625" y="21187839"/>
            <a:ext cx="5143500" cy="1217083"/>
          </a:xfrm>
          <a:prstGeom prst="rect">
            <a:avLst/>
          </a:prstGeom>
        </p:spPr>
        <p:txBody>
          <a:bodyPr vert="horz" lIns="91440" tIns="45720" rIns="91440" bIns="45720" rtlCol="0" anchor="ctr"/>
          <a:lstStyle>
            <a:lvl1pPr algn="l">
              <a:defRPr sz="3000">
                <a:solidFill>
                  <a:schemeClr val="tx1">
                    <a:tint val="75000"/>
                  </a:schemeClr>
                </a:solidFill>
              </a:defRPr>
            </a:lvl1pPr>
          </a:lstStyle>
          <a:p>
            <a:fld id="{54E435BD-4569-4C00-96FD-DE6EEAA430DA}" type="datetimeFigureOut">
              <a:rPr lang="en-US" smtClean="0"/>
              <a:t>3/25/2026</a:t>
            </a:fld>
            <a:endParaRPr lang="en-US"/>
          </a:p>
        </p:txBody>
      </p:sp>
      <p:sp>
        <p:nvSpPr>
          <p:cNvPr id="5" name="Footer Placeholder 4"/>
          <p:cNvSpPr>
            <a:spLocks noGrp="1"/>
          </p:cNvSpPr>
          <p:nvPr>
            <p:ph type="ftr" sz="quarter" idx="3"/>
          </p:nvPr>
        </p:nvSpPr>
        <p:spPr>
          <a:xfrm>
            <a:off x="7572375" y="21187839"/>
            <a:ext cx="7715250" cy="1217083"/>
          </a:xfrm>
          <a:prstGeom prst="rect">
            <a:avLst/>
          </a:prstGeom>
        </p:spPr>
        <p:txBody>
          <a:bodyPr vert="horz" lIns="91440" tIns="45720" rIns="91440" bIns="45720" rtlCol="0" anchor="ctr"/>
          <a:lstStyle>
            <a:lvl1pPr algn="ctr">
              <a:defRPr sz="3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6144875" y="21187839"/>
            <a:ext cx="5143500" cy="1217083"/>
          </a:xfrm>
          <a:prstGeom prst="rect">
            <a:avLst/>
          </a:prstGeom>
        </p:spPr>
        <p:txBody>
          <a:bodyPr vert="horz" lIns="91440" tIns="45720" rIns="91440" bIns="45720" rtlCol="0" anchor="ctr"/>
          <a:lstStyle>
            <a:lvl1pPr algn="r">
              <a:defRPr sz="3000">
                <a:solidFill>
                  <a:schemeClr val="tx1">
                    <a:tint val="75000"/>
                  </a:schemeClr>
                </a:solidFill>
              </a:defRPr>
            </a:lvl1pPr>
          </a:lstStyle>
          <a:p>
            <a:fld id="{A6F35474-F7C1-45E5-A05F-D70385F49662}" type="slidenum">
              <a:rPr lang="en-US" smtClean="0"/>
              <a:t>‹#›</a:t>
            </a:fld>
            <a:endParaRPr lang="en-US"/>
          </a:p>
        </p:txBody>
      </p:sp>
    </p:spTree>
    <p:extLst>
      <p:ext uri="{BB962C8B-B14F-4D97-AF65-F5344CB8AC3E}">
        <p14:creationId xmlns:p14="http://schemas.microsoft.com/office/powerpoint/2010/main" val="14888857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286000" rtl="0" eaLnBrk="1" latinLnBrk="0" hangingPunct="1">
        <a:lnSpc>
          <a:spcPct val="90000"/>
        </a:lnSpc>
        <a:spcBef>
          <a:spcPct val="0"/>
        </a:spcBef>
        <a:buNone/>
        <a:defRPr sz="11000" kern="1200">
          <a:solidFill>
            <a:schemeClr val="tx1"/>
          </a:solidFill>
          <a:latin typeface="+mj-lt"/>
          <a:ea typeface="+mj-ea"/>
          <a:cs typeface="+mj-cs"/>
        </a:defRPr>
      </a:lvl1pPr>
    </p:titleStyle>
    <p:bodyStyle>
      <a:lvl1pPr marL="571500" indent="-571500" algn="l" defTabSz="2286000" rtl="0" eaLnBrk="1" latinLnBrk="0" hangingPunct="1">
        <a:lnSpc>
          <a:spcPct val="90000"/>
        </a:lnSpc>
        <a:spcBef>
          <a:spcPts val="2500"/>
        </a:spcBef>
        <a:buFont typeface="Arial" panose="020B0604020202020204" pitchFamily="34" charset="0"/>
        <a:buChar char="•"/>
        <a:defRPr sz="7000" kern="1200">
          <a:solidFill>
            <a:schemeClr val="tx1"/>
          </a:solidFill>
          <a:latin typeface="+mn-lt"/>
          <a:ea typeface="+mn-ea"/>
          <a:cs typeface="+mn-cs"/>
        </a:defRPr>
      </a:lvl1pPr>
      <a:lvl2pPr marL="1714500" indent="-571500" algn="l" defTabSz="2286000" rtl="0" eaLnBrk="1" latinLnBrk="0" hangingPunct="1">
        <a:lnSpc>
          <a:spcPct val="90000"/>
        </a:lnSpc>
        <a:spcBef>
          <a:spcPts val="1250"/>
        </a:spcBef>
        <a:buFont typeface="Arial" panose="020B0604020202020204" pitchFamily="34" charset="0"/>
        <a:buChar char="•"/>
        <a:defRPr sz="6000" kern="1200">
          <a:solidFill>
            <a:schemeClr val="tx1"/>
          </a:solidFill>
          <a:latin typeface="+mn-lt"/>
          <a:ea typeface="+mn-ea"/>
          <a:cs typeface="+mn-cs"/>
        </a:defRPr>
      </a:lvl2pPr>
      <a:lvl3pPr marL="2857500" indent="-571500" algn="l" defTabSz="2286000" rtl="0" eaLnBrk="1" latinLnBrk="0" hangingPunct="1">
        <a:lnSpc>
          <a:spcPct val="90000"/>
        </a:lnSpc>
        <a:spcBef>
          <a:spcPts val="1250"/>
        </a:spcBef>
        <a:buFont typeface="Arial" panose="020B0604020202020204" pitchFamily="34" charset="0"/>
        <a:buChar char="•"/>
        <a:defRPr sz="5000" kern="1200">
          <a:solidFill>
            <a:schemeClr val="tx1"/>
          </a:solidFill>
          <a:latin typeface="+mn-lt"/>
          <a:ea typeface="+mn-ea"/>
          <a:cs typeface="+mn-cs"/>
        </a:defRPr>
      </a:lvl3pPr>
      <a:lvl4pPr marL="4000500" indent="-571500" algn="l" defTabSz="2286000" rtl="0" eaLnBrk="1" latinLnBrk="0" hangingPunct="1">
        <a:lnSpc>
          <a:spcPct val="90000"/>
        </a:lnSpc>
        <a:spcBef>
          <a:spcPts val="1250"/>
        </a:spcBef>
        <a:buFont typeface="Arial" panose="020B0604020202020204" pitchFamily="34" charset="0"/>
        <a:buChar char="•"/>
        <a:defRPr sz="4500" kern="1200">
          <a:solidFill>
            <a:schemeClr val="tx1"/>
          </a:solidFill>
          <a:latin typeface="+mn-lt"/>
          <a:ea typeface="+mn-ea"/>
          <a:cs typeface="+mn-cs"/>
        </a:defRPr>
      </a:lvl4pPr>
      <a:lvl5pPr marL="5143500" indent="-571500" algn="l" defTabSz="2286000" rtl="0" eaLnBrk="1" latinLnBrk="0" hangingPunct="1">
        <a:lnSpc>
          <a:spcPct val="90000"/>
        </a:lnSpc>
        <a:spcBef>
          <a:spcPts val="1250"/>
        </a:spcBef>
        <a:buFont typeface="Arial" panose="020B0604020202020204" pitchFamily="34" charset="0"/>
        <a:buChar char="•"/>
        <a:defRPr sz="4500" kern="1200">
          <a:solidFill>
            <a:schemeClr val="tx1"/>
          </a:solidFill>
          <a:latin typeface="+mn-lt"/>
          <a:ea typeface="+mn-ea"/>
          <a:cs typeface="+mn-cs"/>
        </a:defRPr>
      </a:lvl5pPr>
      <a:lvl6pPr marL="6286500" indent="-571500" algn="l" defTabSz="2286000" rtl="0" eaLnBrk="1" latinLnBrk="0" hangingPunct="1">
        <a:lnSpc>
          <a:spcPct val="90000"/>
        </a:lnSpc>
        <a:spcBef>
          <a:spcPts val="1250"/>
        </a:spcBef>
        <a:buFont typeface="Arial" panose="020B0604020202020204" pitchFamily="34" charset="0"/>
        <a:buChar char="•"/>
        <a:defRPr sz="4500" kern="1200">
          <a:solidFill>
            <a:schemeClr val="tx1"/>
          </a:solidFill>
          <a:latin typeface="+mn-lt"/>
          <a:ea typeface="+mn-ea"/>
          <a:cs typeface="+mn-cs"/>
        </a:defRPr>
      </a:lvl6pPr>
      <a:lvl7pPr marL="7429500" indent="-571500" algn="l" defTabSz="2286000" rtl="0" eaLnBrk="1" latinLnBrk="0" hangingPunct="1">
        <a:lnSpc>
          <a:spcPct val="90000"/>
        </a:lnSpc>
        <a:spcBef>
          <a:spcPts val="1250"/>
        </a:spcBef>
        <a:buFont typeface="Arial" panose="020B0604020202020204" pitchFamily="34" charset="0"/>
        <a:buChar char="•"/>
        <a:defRPr sz="4500" kern="1200">
          <a:solidFill>
            <a:schemeClr val="tx1"/>
          </a:solidFill>
          <a:latin typeface="+mn-lt"/>
          <a:ea typeface="+mn-ea"/>
          <a:cs typeface="+mn-cs"/>
        </a:defRPr>
      </a:lvl7pPr>
      <a:lvl8pPr marL="8572500" indent="-571500" algn="l" defTabSz="2286000" rtl="0" eaLnBrk="1" latinLnBrk="0" hangingPunct="1">
        <a:lnSpc>
          <a:spcPct val="90000"/>
        </a:lnSpc>
        <a:spcBef>
          <a:spcPts val="1250"/>
        </a:spcBef>
        <a:buFont typeface="Arial" panose="020B0604020202020204" pitchFamily="34" charset="0"/>
        <a:buChar char="•"/>
        <a:defRPr sz="4500" kern="1200">
          <a:solidFill>
            <a:schemeClr val="tx1"/>
          </a:solidFill>
          <a:latin typeface="+mn-lt"/>
          <a:ea typeface="+mn-ea"/>
          <a:cs typeface="+mn-cs"/>
        </a:defRPr>
      </a:lvl8pPr>
      <a:lvl9pPr marL="9715500" indent="-571500" algn="l" defTabSz="2286000" rtl="0" eaLnBrk="1" latinLnBrk="0" hangingPunct="1">
        <a:lnSpc>
          <a:spcPct val="90000"/>
        </a:lnSpc>
        <a:spcBef>
          <a:spcPts val="1250"/>
        </a:spcBef>
        <a:buFont typeface="Arial" panose="020B0604020202020204" pitchFamily="34" charset="0"/>
        <a:buChar char="•"/>
        <a:defRPr sz="4500" kern="1200">
          <a:solidFill>
            <a:schemeClr val="tx1"/>
          </a:solidFill>
          <a:latin typeface="+mn-lt"/>
          <a:ea typeface="+mn-ea"/>
          <a:cs typeface="+mn-cs"/>
        </a:defRPr>
      </a:lvl9pPr>
    </p:bodyStyle>
    <p:otherStyle>
      <a:defPPr>
        <a:defRPr lang="en-US"/>
      </a:defPPr>
      <a:lvl1pPr marL="0" algn="l" defTabSz="2286000" rtl="0" eaLnBrk="1" latinLnBrk="0" hangingPunct="1">
        <a:defRPr sz="4500" kern="1200">
          <a:solidFill>
            <a:schemeClr val="tx1"/>
          </a:solidFill>
          <a:latin typeface="+mn-lt"/>
          <a:ea typeface="+mn-ea"/>
          <a:cs typeface="+mn-cs"/>
        </a:defRPr>
      </a:lvl1pPr>
      <a:lvl2pPr marL="1143000" algn="l" defTabSz="2286000" rtl="0" eaLnBrk="1" latinLnBrk="0" hangingPunct="1">
        <a:defRPr sz="4500" kern="1200">
          <a:solidFill>
            <a:schemeClr val="tx1"/>
          </a:solidFill>
          <a:latin typeface="+mn-lt"/>
          <a:ea typeface="+mn-ea"/>
          <a:cs typeface="+mn-cs"/>
        </a:defRPr>
      </a:lvl2pPr>
      <a:lvl3pPr marL="2286000" algn="l" defTabSz="2286000" rtl="0" eaLnBrk="1" latinLnBrk="0" hangingPunct="1">
        <a:defRPr sz="4500" kern="1200">
          <a:solidFill>
            <a:schemeClr val="tx1"/>
          </a:solidFill>
          <a:latin typeface="+mn-lt"/>
          <a:ea typeface="+mn-ea"/>
          <a:cs typeface="+mn-cs"/>
        </a:defRPr>
      </a:lvl3pPr>
      <a:lvl4pPr marL="3429000" algn="l" defTabSz="2286000" rtl="0" eaLnBrk="1" latinLnBrk="0" hangingPunct="1">
        <a:defRPr sz="4500" kern="1200">
          <a:solidFill>
            <a:schemeClr val="tx1"/>
          </a:solidFill>
          <a:latin typeface="+mn-lt"/>
          <a:ea typeface="+mn-ea"/>
          <a:cs typeface="+mn-cs"/>
        </a:defRPr>
      </a:lvl4pPr>
      <a:lvl5pPr marL="4572000" algn="l" defTabSz="2286000" rtl="0" eaLnBrk="1" latinLnBrk="0" hangingPunct="1">
        <a:defRPr sz="4500" kern="1200">
          <a:solidFill>
            <a:schemeClr val="tx1"/>
          </a:solidFill>
          <a:latin typeface="+mn-lt"/>
          <a:ea typeface="+mn-ea"/>
          <a:cs typeface="+mn-cs"/>
        </a:defRPr>
      </a:lvl5pPr>
      <a:lvl6pPr marL="5715000" algn="l" defTabSz="2286000" rtl="0" eaLnBrk="1" latinLnBrk="0" hangingPunct="1">
        <a:defRPr sz="4500" kern="1200">
          <a:solidFill>
            <a:schemeClr val="tx1"/>
          </a:solidFill>
          <a:latin typeface="+mn-lt"/>
          <a:ea typeface="+mn-ea"/>
          <a:cs typeface="+mn-cs"/>
        </a:defRPr>
      </a:lvl6pPr>
      <a:lvl7pPr marL="6858000" algn="l" defTabSz="2286000" rtl="0" eaLnBrk="1" latinLnBrk="0" hangingPunct="1">
        <a:defRPr sz="4500" kern="1200">
          <a:solidFill>
            <a:schemeClr val="tx1"/>
          </a:solidFill>
          <a:latin typeface="+mn-lt"/>
          <a:ea typeface="+mn-ea"/>
          <a:cs typeface="+mn-cs"/>
        </a:defRPr>
      </a:lvl7pPr>
      <a:lvl8pPr marL="8001000" algn="l" defTabSz="2286000" rtl="0" eaLnBrk="1" latinLnBrk="0" hangingPunct="1">
        <a:defRPr sz="4500" kern="1200">
          <a:solidFill>
            <a:schemeClr val="tx1"/>
          </a:solidFill>
          <a:latin typeface="+mn-lt"/>
          <a:ea typeface="+mn-ea"/>
          <a:cs typeface="+mn-cs"/>
        </a:defRPr>
      </a:lvl8pPr>
      <a:lvl9pPr marL="9144000" algn="l" defTabSz="2286000" rtl="0" eaLnBrk="1" latinLnBrk="0" hangingPunct="1">
        <a:defRPr sz="4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a:extLst>
              <a:ext uri="{FF2B5EF4-FFF2-40B4-BE49-F238E27FC236}">
                <a16:creationId xmlns:a16="http://schemas.microsoft.com/office/drawing/2014/main" id="{CE0379EF-B99B-A0E7-2B25-7CE7974E7DE2}"/>
              </a:ext>
            </a:extLst>
          </p:cNvPr>
          <p:cNvSpPr txBox="1"/>
          <p:nvPr/>
        </p:nvSpPr>
        <p:spPr>
          <a:xfrm>
            <a:off x="8977670" y="3228893"/>
            <a:ext cx="3315261" cy="707886"/>
          </a:xfrm>
          <a:prstGeom prst="rect">
            <a:avLst/>
          </a:prstGeom>
          <a:noFill/>
        </p:spPr>
        <p:txBody>
          <a:bodyPr wrap="square" rtlCol="0">
            <a:spAutoFit/>
          </a:bodyPr>
          <a:lstStyle/>
          <a:p>
            <a:r>
              <a:rPr lang="en-US" sz="40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57" name="TextBox 56">
            <a:extLst>
              <a:ext uri="{FF2B5EF4-FFF2-40B4-BE49-F238E27FC236}">
                <a16:creationId xmlns:a16="http://schemas.microsoft.com/office/drawing/2014/main" id="{550B4DEA-843C-20F4-3D56-7894DEFE437C}"/>
              </a:ext>
            </a:extLst>
          </p:cNvPr>
          <p:cNvSpPr txBox="1"/>
          <p:nvPr/>
        </p:nvSpPr>
        <p:spPr>
          <a:xfrm>
            <a:off x="16003713" y="3247791"/>
            <a:ext cx="3560841" cy="707886"/>
          </a:xfrm>
          <a:prstGeom prst="rect">
            <a:avLst/>
          </a:prstGeom>
          <a:noFill/>
        </p:spPr>
        <p:txBody>
          <a:bodyPr wrap="square" rtlCol="0">
            <a:spAutoFit/>
          </a:bodyPr>
          <a:lstStyle/>
          <a:p>
            <a:r>
              <a:rPr lang="en-US" sz="40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8" name="TextBox 57">
            <a:extLst>
              <a:ext uri="{FF2B5EF4-FFF2-40B4-BE49-F238E27FC236}">
                <a16:creationId xmlns:a16="http://schemas.microsoft.com/office/drawing/2014/main" id="{059A81B6-EE1C-2162-B385-477DE05655E7}"/>
              </a:ext>
            </a:extLst>
          </p:cNvPr>
          <p:cNvSpPr txBox="1"/>
          <p:nvPr/>
        </p:nvSpPr>
        <p:spPr>
          <a:xfrm>
            <a:off x="15592897" y="4074564"/>
            <a:ext cx="4129743" cy="1015663"/>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Two instantaneous size changes</a:t>
            </a:r>
          </a:p>
        </p:txBody>
      </p:sp>
      <p:sp>
        <p:nvSpPr>
          <p:cNvPr id="59" name="TextBox 58">
            <a:extLst>
              <a:ext uri="{FF2B5EF4-FFF2-40B4-BE49-F238E27FC236}">
                <a16:creationId xmlns:a16="http://schemas.microsoft.com/office/drawing/2014/main" id="{197AE925-A4B7-A85C-D444-82A04AB9536B}"/>
              </a:ext>
            </a:extLst>
          </p:cNvPr>
          <p:cNvSpPr txBox="1"/>
          <p:nvPr/>
        </p:nvSpPr>
        <p:spPr>
          <a:xfrm>
            <a:off x="8492342" y="4074565"/>
            <a:ext cx="4014561" cy="1015663"/>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One instantaneous size change</a:t>
            </a:r>
          </a:p>
        </p:txBody>
      </p:sp>
      <p:sp>
        <p:nvSpPr>
          <p:cNvPr id="60" name="TextBox 59">
            <a:extLst>
              <a:ext uri="{FF2B5EF4-FFF2-40B4-BE49-F238E27FC236}">
                <a16:creationId xmlns:a16="http://schemas.microsoft.com/office/drawing/2014/main" id="{C74F9B43-A5A5-81E0-4736-382B7131B8A9}"/>
              </a:ext>
            </a:extLst>
          </p:cNvPr>
          <p:cNvSpPr txBox="1"/>
          <p:nvPr/>
        </p:nvSpPr>
        <p:spPr>
          <a:xfrm>
            <a:off x="3381101" y="3233899"/>
            <a:ext cx="3320480" cy="707886"/>
          </a:xfrm>
          <a:prstGeom prst="rect">
            <a:avLst/>
          </a:prstGeom>
          <a:noFill/>
        </p:spPr>
        <p:txBody>
          <a:bodyPr wrap="square" rtlCol="0">
            <a:spAutoFit/>
          </a:bodyPr>
          <a:lstStyle/>
          <a:p>
            <a:r>
              <a:rPr lang="en-US" sz="4000" b="1" dirty="0">
                <a:latin typeface="Arial" panose="020B0604020202020204" pitchFamily="34" charset="0"/>
                <a:ea typeface="Yu Gothic" panose="020B0400000000000000" pitchFamily="34" charset="-128"/>
                <a:cs typeface="Arial" panose="020B0604020202020204" pitchFamily="34" charset="0"/>
              </a:rPr>
              <a:t>One-epoch</a:t>
            </a:r>
          </a:p>
        </p:txBody>
      </p:sp>
      <p:sp>
        <p:nvSpPr>
          <p:cNvPr id="61" name="TextBox 60">
            <a:extLst>
              <a:ext uri="{FF2B5EF4-FFF2-40B4-BE49-F238E27FC236}">
                <a16:creationId xmlns:a16="http://schemas.microsoft.com/office/drawing/2014/main" id="{D14EF38B-B89E-0830-0076-59B41C14CE79}"/>
              </a:ext>
            </a:extLst>
          </p:cNvPr>
          <p:cNvSpPr txBox="1"/>
          <p:nvPr/>
        </p:nvSpPr>
        <p:spPr>
          <a:xfrm>
            <a:off x="3079284" y="4074565"/>
            <a:ext cx="3554530" cy="1015663"/>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Constant effective </a:t>
            </a:r>
          </a:p>
          <a:p>
            <a:pPr algn="ctr"/>
            <a:r>
              <a:rPr lang="en-US" sz="3000" dirty="0">
                <a:latin typeface="Arial" panose="020B0604020202020204" pitchFamily="34" charset="0"/>
                <a:ea typeface="Yu Gothic" panose="020B0400000000000000" pitchFamily="34" charset="-128"/>
                <a:cs typeface="Arial" panose="020B0604020202020204" pitchFamily="34" charset="0"/>
              </a:rPr>
              <a:t>population size</a:t>
            </a:r>
          </a:p>
        </p:txBody>
      </p:sp>
      <p:sp>
        <p:nvSpPr>
          <p:cNvPr id="62" name="Rectangle 61">
            <a:extLst>
              <a:ext uri="{FF2B5EF4-FFF2-40B4-BE49-F238E27FC236}">
                <a16:creationId xmlns:a16="http://schemas.microsoft.com/office/drawing/2014/main" id="{69F1E40A-8A34-FAF4-600E-DBB73398A5A9}"/>
              </a:ext>
            </a:extLst>
          </p:cNvPr>
          <p:cNvSpPr/>
          <p:nvPr/>
        </p:nvSpPr>
        <p:spPr>
          <a:xfrm>
            <a:off x="4287752" y="5488986"/>
            <a:ext cx="1137593" cy="341940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8CF7FD89-2B37-5411-78F5-02C6310620A3}"/>
              </a:ext>
            </a:extLst>
          </p:cNvPr>
          <p:cNvSpPr/>
          <p:nvPr/>
        </p:nvSpPr>
        <p:spPr>
          <a:xfrm>
            <a:off x="8922197" y="5488985"/>
            <a:ext cx="1466961" cy="13962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64" name="Rectangle 63">
            <a:extLst>
              <a:ext uri="{FF2B5EF4-FFF2-40B4-BE49-F238E27FC236}">
                <a16:creationId xmlns:a16="http://schemas.microsoft.com/office/drawing/2014/main" id="{FE99F00F-3E23-F3AC-9834-2D5E0DDB6514}"/>
              </a:ext>
            </a:extLst>
          </p:cNvPr>
          <p:cNvSpPr/>
          <p:nvPr/>
        </p:nvSpPr>
        <p:spPr>
          <a:xfrm>
            <a:off x="9243711" y="6885211"/>
            <a:ext cx="823931" cy="202317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65" name="Rectangle 64">
            <a:extLst>
              <a:ext uri="{FF2B5EF4-FFF2-40B4-BE49-F238E27FC236}">
                <a16:creationId xmlns:a16="http://schemas.microsoft.com/office/drawing/2014/main" id="{E9BFE77D-B565-9F30-455F-F2B9A5060D7F}"/>
              </a:ext>
            </a:extLst>
          </p:cNvPr>
          <p:cNvSpPr/>
          <p:nvPr/>
        </p:nvSpPr>
        <p:spPr>
          <a:xfrm>
            <a:off x="10898769" y="5488985"/>
            <a:ext cx="581883" cy="301622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66" name="Rectangle 65">
            <a:extLst>
              <a:ext uri="{FF2B5EF4-FFF2-40B4-BE49-F238E27FC236}">
                <a16:creationId xmlns:a16="http://schemas.microsoft.com/office/drawing/2014/main" id="{FF067CDC-6881-4A50-6064-5EFF5EC19858}"/>
              </a:ext>
            </a:extLst>
          </p:cNvPr>
          <p:cNvSpPr/>
          <p:nvPr/>
        </p:nvSpPr>
        <p:spPr>
          <a:xfrm>
            <a:off x="10291606" y="8505206"/>
            <a:ext cx="1794160" cy="40318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67" name="Rectangle 66">
            <a:extLst>
              <a:ext uri="{FF2B5EF4-FFF2-40B4-BE49-F238E27FC236}">
                <a16:creationId xmlns:a16="http://schemas.microsoft.com/office/drawing/2014/main" id="{26195334-2C88-8CB3-6767-268E6655F5E4}"/>
              </a:ext>
            </a:extLst>
          </p:cNvPr>
          <p:cNvSpPr/>
          <p:nvPr/>
        </p:nvSpPr>
        <p:spPr>
          <a:xfrm>
            <a:off x="16212624" y="5488986"/>
            <a:ext cx="668245" cy="105313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F04566C0-5EE9-4E6A-7CC2-3CD2512305F4}"/>
              </a:ext>
            </a:extLst>
          </p:cNvPr>
          <p:cNvSpPr/>
          <p:nvPr/>
        </p:nvSpPr>
        <p:spPr>
          <a:xfrm>
            <a:off x="15862474" y="6542122"/>
            <a:ext cx="1368544" cy="101490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110831FE-3105-90C7-A480-FCD35961B123}"/>
              </a:ext>
            </a:extLst>
          </p:cNvPr>
          <p:cNvSpPr/>
          <p:nvPr/>
        </p:nvSpPr>
        <p:spPr>
          <a:xfrm>
            <a:off x="16050020" y="7557030"/>
            <a:ext cx="993451" cy="13547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D4DB33C3-13AC-9D5D-0BE0-CF48A48FDF58}"/>
              </a:ext>
            </a:extLst>
          </p:cNvPr>
          <p:cNvSpPr/>
          <p:nvPr/>
        </p:nvSpPr>
        <p:spPr>
          <a:xfrm>
            <a:off x="17414882" y="5488985"/>
            <a:ext cx="1938101" cy="58633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4398ECE3-758D-98D7-CF20-3860CD0B59C8}"/>
              </a:ext>
            </a:extLst>
          </p:cNvPr>
          <p:cNvSpPr/>
          <p:nvPr/>
        </p:nvSpPr>
        <p:spPr>
          <a:xfrm>
            <a:off x="17725838" y="6070981"/>
            <a:ext cx="1316186" cy="58633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72" name="Rectangle 71">
            <a:extLst>
              <a:ext uri="{FF2B5EF4-FFF2-40B4-BE49-F238E27FC236}">
                <a16:creationId xmlns:a16="http://schemas.microsoft.com/office/drawing/2014/main" id="{FB78F0CD-CE1D-C075-AE54-6DF3360DC85F}"/>
              </a:ext>
            </a:extLst>
          </p:cNvPr>
          <p:cNvSpPr/>
          <p:nvPr/>
        </p:nvSpPr>
        <p:spPr>
          <a:xfrm>
            <a:off x="18013098" y="6612351"/>
            <a:ext cx="741665" cy="229603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C7A64BD1-9F6F-F296-50DC-79777D5FC30A}"/>
              </a:ext>
            </a:extLst>
          </p:cNvPr>
          <p:cNvSpPr/>
          <p:nvPr/>
        </p:nvSpPr>
        <p:spPr>
          <a:xfrm>
            <a:off x="19755195" y="5488985"/>
            <a:ext cx="721366" cy="22927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74" name="Rectangle 73">
            <a:extLst>
              <a:ext uri="{FF2B5EF4-FFF2-40B4-BE49-F238E27FC236}">
                <a16:creationId xmlns:a16="http://schemas.microsoft.com/office/drawing/2014/main" id="{0FE2B0F3-E6FE-87C6-93FF-1BEF026579C0}"/>
              </a:ext>
            </a:extLst>
          </p:cNvPr>
          <p:cNvSpPr/>
          <p:nvPr/>
        </p:nvSpPr>
        <p:spPr>
          <a:xfrm>
            <a:off x="19425902" y="7781781"/>
            <a:ext cx="1376618" cy="56151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75" name="Rectangle 74">
            <a:extLst>
              <a:ext uri="{FF2B5EF4-FFF2-40B4-BE49-F238E27FC236}">
                <a16:creationId xmlns:a16="http://schemas.microsoft.com/office/drawing/2014/main" id="{8E253870-AA94-6109-14E9-BF744EE1E335}"/>
              </a:ext>
            </a:extLst>
          </p:cNvPr>
          <p:cNvSpPr/>
          <p:nvPr/>
        </p:nvSpPr>
        <p:spPr>
          <a:xfrm>
            <a:off x="19107355" y="8343291"/>
            <a:ext cx="2013716" cy="5650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76" name="Rectangle 75">
            <a:extLst>
              <a:ext uri="{FF2B5EF4-FFF2-40B4-BE49-F238E27FC236}">
                <a16:creationId xmlns:a16="http://schemas.microsoft.com/office/drawing/2014/main" id="{5BBBB157-3D13-3DA6-925B-C2B4C06B2AC8}"/>
              </a:ext>
            </a:extLst>
          </p:cNvPr>
          <p:cNvSpPr/>
          <p:nvPr/>
        </p:nvSpPr>
        <p:spPr>
          <a:xfrm>
            <a:off x="14495506" y="5488985"/>
            <a:ext cx="876045" cy="182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77" name="Rectangle 76">
            <a:extLst>
              <a:ext uri="{FF2B5EF4-FFF2-40B4-BE49-F238E27FC236}">
                <a16:creationId xmlns:a16="http://schemas.microsoft.com/office/drawing/2014/main" id="{B6A2D0F9-C38F-55D8-AA4E-80ED88950EDA}"/>
              </a:ext>
            </a:extLst>
          </p:cNvPr>
          <p:cNvSpPr/>
          <p:nvPr/>
        </p:nvSpPr>
        <p:spPr>
          <a:xfrm>
            <a:off x="14267726" y="8628143"/>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78" name="Rectangle 77">
            <a:extLst>
              <a:ext uri="{FF2B5EF4-FFF2-40B4-BE49-F238E27FC236}">
                <a16:creationId xmlns:a16="http://schemas.microsoft.com/office/drawing/2014/main" id="{A217B279-795F-6D2D-76C4-EB71CD776956}"/>
              </a:ext>
            </a:extLst>
          </p:cNvPr>
          <p:cNvSpPr/>
          <p:nvPr/>
        </p:nvSpPr>
        <p:spPr>
          <a:xfrm>
            <a:off x="14693536" y="7313783"/>
            <a:ext cx="479985" cy="13143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cxnSp>
        <p:nvCxnSpPr>
          <p:cNvPr id="79" name="Straight Arrow Connector 78">
            <a:extLst>
              <a:ext uri="{FF2B5EF4-FFF2-40B4-BE49-F238E27FC236}">
                <a16:creationId xmlns:a16="http://schemas.microsoft.com/office/drawing/2014/main" id="{39B927FA-BE68-FB73-4837-532DFFE12AC5}"/>
              </a:ext>
            </a:extLst>
          </p:cNvPr>
          <p:cNvCxnSpPr/>
          <p:nvPr/>
        </p:nvCxnSpPr>
        <p:spPr>
          <a:xfrm>
            <a:off x="2875463" y="5488986"/>
            <a:ext cx="0" cy="35262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80" name="TextBox 79">
            <a:extLst>
              <a:ext uri="{FF2B5EF4-FFF2-40B4-BE49-F238E27FC236}">
                <a16:creationId xmlns:a16="http://schemas.microsoft.com/office/drawing/2014/main" id="{5F7C8508-EB41-BC5B-FF42-A25F4A5E9E73}"/>
              </a:ext>
            </a:extLst>
          </p:cNvPr>
          <p:cNvSpPr txBox="1"/>
          <p:nvPr/>
        </p:nvSpPr>
        <p:spPr>
          <a:xfrm rot="16200000">
            <a:off x="1865275" y="6916201"/>
            <a:ext cx="1071763" cy="553998"/>
          </a:xfrm>
          <a:prstGeom prst="rect">
            <a:avLst/>
          </a:prstGeom>
          <a:noFill/>
        </p:spPr>
        <p:txBody>
          <a:bodyPr wrap="square" rtlCol="0">
            <a:spAutoFit/>
          </a:bodyPr>
          <a:lstStyle/>
          <a:p>
            <a:r>
              <a:rPr lang="en-US" sz="3000" dirty="0">
                <a:latin typeface="Arial" panose="020B0604020202020204" pitchFamily="34" charset="0"/>
                <a:ea typeface="Yu Gothic" panose="020B0400000000000000" pitchFamily="34" charset="-128"/>
                <a:cs typeface="Arial" panose="020B0604020202020204" pitchFamily="34" charset="0"/>
              </a:rPr>
              <a:t>Time</a:t>
            </a:r>
          </a:p>
        </p:txBody>
      </p:sp>
      <p:sp>
        <p:nvSpPr>
          <p:cNvPr id="81" name="TextBox 80">
            <a:extLst>
              <a:ext uri="{FF2B5EF4-FFF2-40B4-BE49-F238E27FC236}">
                <a16:creationId xmlns:a16="http://schemas.microsoft.com/office/drawing/2014/main" id="{0E41B384-D83F-2C75-E4DA-07D46D552D34}"/>
              </a:ext>
            </a:extLst>
          </p:cNvPr>
          <p:cNvSpPr txBox="1"/>
          <p:nvPr/>
        </p:nvSpPr>
        <p:spPr>
          <a:xfrm>
            <a:off x="2519137" y="9753643"/>
            <a:ext cx="4961699" cy="553998"/>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Effective Population Size</a:t>
            </a:r>
          </a:p>
        </p:txBody>
      </p:sp>
      <p:sp>
        <p:nvSpPr>
          <p:cNvPr id="87" name="TextBox 86">
            <a:extLst>
              <a:ext uri="{FF2B5EF4-FFF2-40B4-BE49-F238E27FC236}">
                <a16:creationId xmlns:a16="http://schemas.microsoft.com/office/drawing/2014/main" id="{4E720F61-AB8F-F176-B7A9-AF4C99F2363A}"/>
              </a:ext>
            </a:extLst>
          </p:cNvPr>
          <p:cNvSpPr txBox="1"/>
          <p:nvPr/>
        </p:nvSpPr>
        <p:spPr>
          <a:xfrm>
            <a:off x="2519136" y="2461598"/>
            <a:ext cx="712653" cy="1015663"/>
          </a:xfrm>
          <a:prstGeom prst="rect">
            <a:avLst/>
          </a:prstGeom>
          <a:noFill/>
        </p:spPr>
        <p:txBody>
          <a:bodyPr wrap="square" rtlCol="0">
            <a:spAutoFit/>
          </a:bodyPr>
          <a:lstStyle/>
          <a:p>
            <a:r>
              <a:rPr lang="en-US" sz="6000" b="1" dirty="0">
                <a:latin typeface="Arial" panose="020B0604020202020204" pitchFamily="34" charset="0"/>
                <a:ea typeface="Yu Gothic" panose="020B0400000000000000" pitchFamily="34" charset="-128"/>
                <a:cs typeface="Arial" panose="020B0604020202020204" pitchFamily="34" charset="0"/>
              </a:rPr>
              <a:t>A</a:t>
            </a:r>
          </a:p>
        </p:txBody>
      </p:sp>
      <p:sp>
        <p:nvSpPr>
          <p:cNvPr id="89" name="TextBox 88">
            <a:extLst>
              <a:ext uri="{FF2B5EF4-FFF2-40B4-BE49-F238E27FC236}">
                <a16:creationId xmlns:a16="http://schemas.microsoft.com/office/drawing/2014/main" id="{3B60D952-59FE-4095-A402-03C94F9F3871}"/>
              </a:ext>
            </a:extLst>
          </p:cNvPr>
          <p:cNvSpPr txBox="1"/>
          <p:nvPr/>
        </p:nvSpPr>
        <p:spPr>
          <a:xfrm>
            <a:off x="8405374" y="2461597"/>
            <a:ext cx="712653" cy="1015663"/>
          </a:xfrm>
          <a:prstGeom prst="rect">
            <a:avLst/>
          </a:prstGeom>
          <a:noFill/>
        </p:spPr>
        <p:txBody>
          <a:bodyPr wrap="square" rtlCol="0">
            <a:spAutoFit/>
          </a:bodyPr>
          <a:lstStyle/>
          <a:p>
            <a:r>
              <a:rPr lang="en-US" sz="6000" b="1" dirty="0">
                <a:latin typeface="Arial" panose="020B0604020202020204" pitchFamily="34" charset="0"/>
                <a:ea typeface="Yu Gothic" panose="020B0400000000000000" pitchFamily="34" charset="-128"/>
                <a:cs typeface="Arial" panose="020B0604020202020204" pitchFamily="34" charset="0"/>
              </a:rPr>
              <a:t>B</a:t>
            </a:r>
          </a:p>
        </p:txBody>
      </p:sp>
      <p:sp>
        <p:nvSpPr>
          <p:cNvPr id="91" name="TextBox 90">
            <a:extLst>
              <a:ext uri="{FF2B5EF4-FFF2-40B4-BE49-F238E27FC236}">
                <a16:creationId xmlns:a16="http://schemas.microsoft.com/office/drawing/2014/main" id="{6D1B1F74-FE28-E904-05EA-E55A46281AD7}"/>
              </a:ext>
            </a:extLst>
          </p:cNvPr>
          <p:cNvSpPr txBox="1"/>
          <p:nvPr/>
        </p:nvSpPr>
        <p:spPr>
          <a:xfrm>
            <a:off x="15543371" y="2467096"/>
            <a:ext cx="712653" cy="1015663"/>
          </a:xfrm>
          <a:prstGeom prst="rect">
            <a:avLst/>
          </a:prstGeom>
          <a:noFill/>
        </p:spPr>
        <p:txBody>
          <a:bodyPr wrap="square" rtlCol="0">
            <a:spAutoFit/>
          </a:bodyPr>
          <a:lstStyle/>
          <a:p>
            <a:r>
              <a:rPr lang="en-US" sz="6000" b="1" dirty="0">
                <a:latin typeface="Arial" panose="020B0604020202020204" pitchFamily="34" charset="0"/>
                <a:ea typeface="Yu Gothic" panose="020B0400000000000000" pitchFamily="34" charset="-128"/>
                <a:cs typeface="Arial" panose="020B0604020202020204" pitchFamily="34" charset="0"/>
              </a:rPr>
              <a:t>C</a:t>
            </a:r>
          </a:p>
        </p:txBody>
      </p:sp>
      <p:cxnSp>
        <p:nvCxnSpPr>
          <p:cNvPr id="2" name="Straight Arrow Connector 1">
            <a:extLst>
              <a:ext uri="{FF2B5EF4-FFF2-40B4-BE49-F238E27FC236}">
                <a16:creationId xmlns:a16="http://schemas.microsoft.com/office/drawing/2014/main" id="{CB4A1A71-F772-0F0B-18AD-A7C49BA38E33}"/>
              </a:ext>
            </a:extLst>
          </p:cNvPr>
          <p:cNvCxnSpPr>
            <a:cxnSpLocks/>
          </p:cNvCxnSpPr>
          <p:nvPr/>
        </p:nvCxnSpPr>
        <p:spPr>
          <a:xfrm>
            <a:off x="3745769" y="9569835"/>
            <a:ext cx="2286000" cy="0"/>
          </a:xfrm>
          <a:prstGeom prst="straightConnector1">
            <a:avLst/>
          </a:prstGeom>
          <a:ln w="76200">
            <a:headEnd type="triangle"/>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FD3A128A-0A72-3130-9EB8-A35673D46126}"/>
              </a:ext>
            </a:extLst>
          </p:cNvPr>
          <p:cNvSpPr txBox="1"/>
          <p:nvPr/>
        </p:nvSpPr>
        <p:spPr>
          <a:xfrm>
            <a:off x="9075221" y="13617791"/>
            <a:ext cx="3315261" cy="707886"/>
          </a:xfrm>
          <a:prstGeom prst="rect">
            <a:avLst/>
          </a:prstGeom>
          <a:noFill/>
        </p:spPr>
        <p:txBody>
          <a:bodyPr wrap="square" rtlCol="0">
            <a:spAutoFit/>
          </a:bodyPr>
          <a:lstStyle/>
          <a:p>
            <a:r>
              <a:rPr lang="en-US" sz="40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6" name="TextBox 5">
            <a:extLst>
              <a:ext uri="{FF2B5EF4-FFF2-40B4-BE49-F238E27FC236}">
                <a16:creationId xmlns:a16="http://schemas.microsoft.com/office/drawing/2014/main" id="{0461E8FA-41FD-D1B0-279B-F4A7060650EC}"/>
              </a:ext>
            </a:extLst>
          </p:cNvPr>
          <p:cNvSpPr txBox="1"/>
          <p:nvPr/>
        </p:nvSpPr>
        <p:spPr>
          <a:xfrm>
            <a:off x="16192705" y="13636688"/>
            <a:ext cx="3560841" cy="707886"/>
          </a:xfrm>
          <a:prstGeom prst="rect">
            <a:avLst/>
          </a:prstGeom>
          <a:noFill/>
        </p:spPr>
        <p:txBody>
          <a:bodyPr wrap="square" rtlCol="0">
            <a:spAutoFit/>
          </a:bodyPr>
          <a:lstStyle/>
          <a:p>
            <a:r>
              <a:rPr lang="en-US" sz="40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10" name="TextBox 9">
            <a:extLst>
              <a:ext uri="{FF2B5EF4-FFF2-40B4-BE49-F238E27FC236}">
                <a16:creationId xmlns:a16="http://schemas.microsoft.com/office/drawing/2014/main" id="{CC6D6C3E-E704-FCE4-B0BF-6F8CE1D01931}"/>
              </a:ext>
            </a:extLst>
          </p:cNvPr>
          <p:cNvSpPr txBox="1"/>
          <p:nvPr/>
        </p:nvSpPr>
        <p:spPr>
          <a:xfrm>
            <a:off x="15690449" y="18303941"/>
            <a:ext cx="4129743" cy="1015663"/>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Two instantaneous size changes</a:t>
            </a:r>
          </a:p>
        </p:txBody>
      </p:sp>
      <p:sp>
        <p:nvSpPr>
          <p:cNvPr id="28" name="TextBox 27">
            <a:extLst>
              <a:ext uri="{FF2B5EF4-FFF2-40B4-BE49-F238E27FC236}">
                <a16:creationId xmlns:a16="http://schemas.microsoft.com/office/drawing/2014/main" id="{2CBFBE07-2D83-E997-DAE3-9A967F36100F}"/>
              </a:ext>
            </a:extLst>
          </p:cNvPr>
          <p:cNvSpPr txBox="1"/>
          <p:nvPr/>
        </p:nvSpPr>
        <p:spPr>
          <a:xfrm>
            <a:off x="8589893" y="18303943"/>
            <a:ext cx="4014561" cy="1015663"/>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One instantaneous size change</a:t>
            </a:r>
          </a:p>
        </p:txBody>
      </p:sp>
      <p:sp>
        <p:nvSpPr>
          <p:cNvPr id="82" name="TextBox 81">
            <a:extLst>
              <a:ext uri="{FF2B5EF4-FFF2-40B4-BE49-F238E27FC236}">
                <a16:creationId xmlns:a16="http://schemas.microsoft.com/office/drawing/2014/main" id="{5EAF1081-1CF5-1071-37F2-E7B5D588225A}"/>
              </a:ext>
            </a:extLst>
          </p:cNvPr>
          <p:cNvSpPr txBox="1"/>
          <p:nvPr/>
        </p:nvSpPr>
        <p:spPr>
          <a:xfrm>
            <a:off x="3478653" y="13622797"/>
            <a:ext cx="3320480" cy="707886"/>
          </a:xfrm>
          <a:prstGeom prst="rect">
            <a:avLst/>
          </a:prstGeom>
          <a:noFill/>
        </p:spPr>
        <p:txBody>
          <a:bodyPr wrap="square" rtlCol="0">
            <a:spAutoFit/>
          </a:bodyPr>
          <a:lstStyle/>
          <a:p>
            <a:r>
              <a:rPr lang="en-US" sz="4000" b="1" dirty="0">
                <a:latin typeface="Arial" panose="020B0604020202020204" pitchFamily="34" charset="0"/>
                <a:ea typeface="Yu Gothic" panose="020B0400000000000000" pitchFamily="34" charset="-128"/>
                <a:cs typeface="Arial" panose="020B0604020202020204" pitchFamily="34" charset="0"/>
              </a:rPr>
              <a:t>One-epoch</a:t>
            </a:r>
          </a:p>
        </p:txBody>
      </p:sp>
      <p:sp>
        <p:nvSpPr>
          <p:cNvPr id="83" name="TextBox 82">
            <a:extLst>
              <a:ext uri="{FF2B5EF4-FFF2-40B4-BE49-F238E27FC236}">
                <a16:creationId xmlns:a16="http://schemas.microsoft.com/office/drawing/2014/main" id="{702CD765-2FAB-94E0-A19D-5C25D8DAA5F6}"/>
              </a:ext>
            </a:extLst>
          </p:cNvPr>
          <p:cNvSpPr txBox="1"/>
          <p:nvPr/>
        </p:nvSpPr>
        <p:spPr>
          <a:xfrm>
            <a:off x="3176835" y="18303943"/>
            <a:ext cx="3554530" cy="1015663"/>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Constant effective </a:t>
            </a:r>
          </a:p>
          <a:p>
            <a:pPr algn="ctr"/>
            <a:r>
              <a:rPr lang="en-US" sz="3000" dirty="0">
                <a:latin typeface="Arial" panose="020B0604020202020204" pitchFamily="34" charset="0"/>
                <a:ea typeface="Yu Gothic" panose="020B0400000000000000" pitchFamily="34" charset="-128"/>
                <a:cs typeface="Arial" panose="020B0604020202020204" pitchFamily="34" charset="0"/>
              </a:rPr>
              <a:t>population size</a:t>
            </a:r>
          </a:p>
        </p:txBody>
      </p:sp>
      <p:sp>
        <p:nvSpPr>
          <p:cNvPr id="84" name="Rectangle 83">
            <a:extLst>
              <a:ext uri="{FF2B5EF4-FFF2-40B4-BE49-F238E27FC236}">
                <a16:creationId xmlns:a16="http://schemas.microsoft.com/office/drawing/2014/main" id="{4C940484-B1D3-CF07-7C5C-2D1747A3C580}"/>
              </a:ext>
            </a:extLst>
          </p:cNvPr>
          <p:cNvSpPr/>
          <p:nvPr/>
        </p:nvSpPr>
        <p:spPr>
          <a:xfrm>
            <a:off x="4385304" y="14643443"/>
            <a:ext cx="1137593" cy="341940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85" name="Rectangle 84">
            <a:extLst>
              <a:ext uri="{FF2B5EF4-FFF2-40B4-BE49-F238E27FC236}">
                <a16:creationId xmlns:a16="http://schemas.microsoft.com/office/drawing/2014/main" id="{75FD8EE8-A116-D50F-10A7-FEAFFEDD448D}"/>
              </a:ext>
            </a:extLst>
          </p:cNvPr>
          <p:cNvSpPr/>
          <p:nvPr/>
        </p:nvSpPr>
        <p:spPr>
          <a:xfrm>
            <a:off x="9019748" y="14643443"/>
            <a:ext cx="1466961" cy="13962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86" name="Rectangle 85">
            <a:extLst>
              <a:ext uri="{FF2B5EF4-FFF2-40B4-BE49-F238E27FC236}">
                <a16:creationId xmlns:a16="http://schemas.microsoft.com/office/drawing/2014/main" id="{89E2662C-A25A-7BAD-AF03-BBE3E785FF33}"/>
              </a:ext>
            </a:extLst>
          </p:cNvPr>
          <p:cNvSpPr/>
          <p:nvPr/>
        </p:nvSpPr>
        <p:spPr>
          <a:xfrm>
            <a:off x="9341262" y="16039668"/>
            <a:ext cx="823931" cy="202317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88" name="Rectangle 87">
            <a:extLst>
              <a:ext uri="{FF2B5EF4-FFF2-40B4-BE49-F238E27FC236}">
                <a16:creationId xmlns:a16="http://schemas.microsoft.com/office/drawing/2014/main" id="{CC5D9B5C-7CE7-A99D-5401-2C6679DE5907}"/>
              </a:ext>
            </a:extLst>
          </p:cNvPr>
          <p:cNvSpPr/>
          <p:nvPr/>
        </p:nvSpPr>
        <p:spPr>
          <a:xfrm>
            <a:off x="10996320" y="14643443"/>
            <a:ext cx="581883" cy="301622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0" name="Rectangle 89">
            <a:extLst>
              <a:ext uri="{FF2B5EF4-FFF2-40B4-BE49-F238E27FC236}">
                <a16:creationId xmlns:a16="http://schemas.microsoft.com/office/drawing/2014/main" id="{267AB76C-6D63-8EC3-A88E-33DAAE43C8E2}"/>
              </a:ext>
            </a:extLst>
          </p:cNvPr>
          <p:cNvSpPr/>
          <p:nvPr/>
        </p:nvSpPr>
        <p:spPr>
          <a:xfrm>
            <a:off x="10389158" y="17659663"/>
            <a:ext cx="1794160" cy="40318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2" name="Rectangle 91">
            <a:extLst>
              <a:ext uri="{FF2B5EF4-FFF2-40B4-BE49-F238E27FC236}">
                <a16:creationId xmlns:a16="http://schemas.microsoft.com/office/drawing/2014/main" id="{52682DD2-27D9-03DB-C961-24DD50085546}"/>
              </a:ext>
            </a:extLst>
          </p:cNvPr>
          <p:cNvSpPr/>
          <p:nvPr/>
        </p:nvSpPr>
        <p:spPr>
          <a:xfrm>
            <a:off x="16310175" y="14643444"/>
            <a:ext cx="668245" cy="105313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3" name="Rectangle 92">
            <a:extLst>
              <a:ext uri="{FF2B5EF4-FFF2-40B4-BE49-F238E27FC236}">
                <a16:creationId xmlns:a16="http://schemas.microsoft.com/office/drawing/2014/main" id="{865105BA-7B8A-B339-DB31-A6231AD2C1D4}"/>
              </a:ext>
            </a:extLst>
          </p:cNvPr>
          <p:cNvSpPr/>
          <p:nvPr/>
        </p:nvSpPr>
        <p:spPr>
          <a:xfrm>
            <a:off x="15960026" y="15696580"/>
            <a:ext cx="1368544" cy="101490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4" name="Rectangle 93">
            <a:extLst>
              <a:ext uri="{FF2B5EF4-FFF2-40B4-BE49-F238E27FC236}">
                <a16:creationId xmlns:a16="http://schemas.microsoft.com/office/drawing/2014/main" id="{96AA046B-7D66-B640-9083-A1C93FFCB53D}"/>
              </a:ext>
            </a:extLst>
          </p:cNvPr>
          <p:cNvSpPr/>
          <p:nvPr/>
        </p:nvSpPr>
        <p:spPr>
          <a:xfrm>
            <a:off x="16147571" y="16711488"/>
            <a:ext cx="993451" cy="13547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5" name="Rectangle 94">
            <a:extLst>
              <a:ext uri="{FF2B5EF4-FFF2-40B4-BE49-F238E27FC236}">
                <a16:creationId xmlns:a16="http://schemas.microsoft.com/office/drawing/2014/main" id="{8A0D5299-374C-B715-D505-F019248C8945}"/>
              </a:ext>
            </a:extLst>
          </p:cNvPr>
          <p:cNvSpPr/>
          <p:nvPr/>
        </p:nvSpPr>
        <p:spPr>
          <a:xfrm>
            <a:off x="17512433" y="14643443"/>
            <a:ext cx="1938101" cy="58633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6" name="Rectangle 95">
            <a:extLst>
              <a:ext uri="{FF2B5EF4-FFF2-40B4-BE49-F238E27FC236}">
                <a16:creationId xmlns:a16="http://schemas.microsoft.com/office/drawing/2014/main" id="{61A7337C-7627-F7E8-452A-34D3A738389C}"/>
              </a:ext>
            </a:extLst>
          </p:cNvPr>
          <p:cNvSpPr/>
          <p:nvPr/>
        </p:nvSpPr>
        <p:spPr>
          <a:xfrm>
            <a:off x="17823390" y="15225439"/>
            <a:ext cx="1316186" cy="58633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7" name="Rectangle 96">
            <a:extLst>
              <a:ext uri="{FF2B5EF4-FFF2-40B4-BE49-F238E27FC236}">
                <a16:creationId xmlns:a16="http://schemas.microsoft.com/office/drawing/2014/main" id="{79D7610E-473E-B6F2-70E8-543E6C24AE16}"/>
              </a:ext>
            </a:extLst>
          </p:cNvPr>
          <p:cNvSpPr/>
          <p:nvPr/>
        </p:nvSpPr>
        <p:spPr>
          <a:xfrm>
            <a:off x="18110649" y="15766809"/>
            <a:ext cx="741665" cy="229603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8" name="Rectangle 97">
            <a:extLst>
              <a:ext uri="{FF2B5EF4-FFF2-40B4-BE49-F238E27FC236}">
                <a16:creationId xmlns:a16="http://schemas.microsoft.com/office/drawing/2014/main" id="{4BBC0DB2-CA17-0813-AD71-D819E4A55C93}"/>
              </a:ext>
            </a:extLst>
          </p:cNvPr>
          <p:cNvSpPr/>
          <p:nvPr/>
        </p:nvSpPr>
        <p:spPr>
          <a:xfrm>
            <a:off x="19852746" y="14643443"/>
            <a:ext cx="721366" cy="22927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9" name="Rectangle 98">
            <a:extLst>
              <a:ext uri="{FF2B5EF4-FFF2-40B4-BE49-F238E27FC236}">
                <a16:creationId xmlns:a16="http://schemas.microsoft.com/office/drawing/2014/main" id="{7B7FF642-EF04-EB5E-83D3-6BEB2E97298F}"/>
              </a:ext>
            </a:extLst>
          </p:cNvPr>
          <p:cNvSpPr/>
          <p:nvPr/>
        </p:nvSpPr>
        <p:spPr>
          <a:xfrm>
            <a:off x="19523454" y="16936238"/>
            <a:ext cx="1376618" cy="56151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00" name="Rectangle 99">
            <a:extLst>
              <a:ext uri="{FF2B5EF4-FFF2-40B4-BE49-F238E27FC236}">
                <a16:creationId xmlns:a16="http://schemas.microsoft.com/office/drawing/2014/main" id="{A0411819-E78D-D8CC-3635-A1E6C9E06887}"/>
              </a:ext>
            </a:extLst>
          </p:cNvPr>
          <p:cNvSpPr/>
          <p:nvPr/>
        </p:nvSpPr>
        <p:spPr>
          <a:xfrm>
            <a:off x="19204906" y="17497749"/>
            <a:ext cx="2013716" cy="5650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02" name="Rectangle 101">
            <a:extLst>
              <a:ext uri="{FF2B5EF4-FFF2-40B4-BE49-F238E27FC236}">
                <a16:creationId xmlns:a16="http://schemas.microsoft.com/office/drawing/2014/main" id="{5BF47572-1D1A-77E1-C0E9-99E955A426AD}"/>
              </a:ext>
            </a:extLst>
          </p:cNvPr>
          <p:cNvSpPr/>
          <p:nvPr/>
        </p:nvSpPr>
        <p:spPr>
          <a:xfrm>
            <a:off x="14593058" y="14643442"/>
            <a:ext cx="876045" cy="182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13" name="Rectangle 112">
            <a:extLst>
              <a:ext uri="{FF2B5EF4-FFF2-40B4-BE49-F238E27FC236}">
                <a16:creationId xmlns:a16="http://schemas.microsoft.com/office/drawing/2014/main" id="{67D195A9-F297-4871-0D83-D12492937B8E}"/>
              </a:ext>
            </a:extLst>
          </p:cNvPr>
          <p:cNvSpPr/>
          <p:nvPr/>
        </p:nvSpPr>
        <p:spPr>
          <a:xfrm>
            <a:off x="14365278" y="17782601"/>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24" name="Rectangle 123">
            <a:extLst>
              <a:ext uri="{FF2B5EF4-FFF2-40B4-BE49-F238E27FC236}">
                <a16:creationId xmlns:a16="http://schemas.microsoft.com/office/drawing/2014/main" id="{8AABB60B-499E-B673-DC03-CA45858A11A1}"/>
              </a:ext>
            </a:extLst>
          </p:cNvPr>
          <p:cNvSpPr/>
          <p:nvPr/>
        </p:nvSpPr>
        <p:spPr>
          <a:xfrm>
            <a:off x="14791088" y="16468240"/>
            <a:ext cx="479985" cy="13143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cxnSp>
        <p:nvCxnSpPr>
          <p:cNvPr id="135" name="Straight Arrow Connector 134">
            <a:extLst>
              <a:ext uri="{FF2B5EF4-FFF2-40B4-BE49-F238E27FC236}">
                <a16:creationId xmlns:a16="http://schemas.microsoft.com/office/drawing/2014/main" id="{0C100F66-5B1B-E94F-5B88-571F2E814956}"/>
              </a:ext>
            </a:extLst>
          </p:cNvPr>
          <p:cNvCxnSpPr/>
          <p:nvPr/>
        </p:nvCxnSpPr>
        <p:spPr>
          <a:xfrm>
            <a:off x="2973014" y="14643443"/>
            <a:ext cx="0" cy="35262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48" name="TextBox 147">
            <a:extLst>
              <a:ext uri="{FF2B5EF4-FFF2-40B4-BE49-F238E27FC236}">
                <a16:creationId xmlns:a16="http://schemas.microsoft.com/office/drawing/2014/main" id="{F935A257-0BF8-1EE0-7C5C-4A81B01678C2}"/>
              </a:ext>
            </a:extLst>
          </p:cNvPr>
          <p:cNvSpPr txBox="1"/>
          <p:nvPr/>
        </p:nvSpPr>
        <p:spPr>
          <a:xfrm rot="16200000">
            <a:off x="1962826" y="16070658"/>
            <a:ext cx="1071763" cy="553998"/>
          </a:xfrm>
          <a:prstGeom prst="rect">
            <a:avLst/>
          </a:prstGeom>
          <a:noFill/>
        </p:spPr>
        <p:txBody>
          <a:bodyPr wrap="square" rtlCol="0">
            <a:spAutoFit/>
          </a:bodyPr>
          <a:lstStyle/>
          <a:p>
            <a:r>
              <a:rPr lang="en-US" sz="3000" dirty="0">
                <a:latin typeface="Arial" panose="020B0604020202020204" pitchFamily="34" charset="0"/>
                <a:ea typeface="Yu Gothic" panose="020B0400000000000000" pitchFamily="34" charset="-128"/>
                <a:cs typeface="Arial" panose="020B0604020202020204" pitchFamily="34" charset="0"/>
              </a:rPr>
              <a:t>Time</a:t>
            </a:r>
          </a:p>
        </p:txBody>
      </p:sp>
      <p:sp>
        <p:nvSpPr>
          <p:cNvPr id="150" name="TextBox 149">
            <a:extLst>
              <a:ext uri="{FF2B5EF4-FFF2-40B4-BE49-F238E27FC236}">
                <a16:creationId xmlns:a16="http://schemas.microsoft.com/office/drawing/2014/main" id="{FE44ACEB-EE84-EFAD-6881-66747BCDA8BE}"/>
              </a:ext>
            </a:extLst>
          </p:cNvPr>
          <p:cNvSpPr txBox="1"/>
          <p:nvPr/>
        </p:nvSpPr>
        <p:spPr>
          <a:xfrm>
            <a:off x="2616687" y="12850496"/>
            <a:ext cx="712653" cy="1015663"/>
          </a:xfrm>
          <a:prstGeom prst="rect">
            <a:avLst/>
          </a:prstGeom>
          <a:noFill/>
        </p:spPr>
        <p:txBody>
          <a:bodyPr wrap="square" rtlCol="0">
            <a:spAutoFit/>
          </a:bodyPr>
          <a:lstStyle/>
          <a:p>
            <a:r>
              <a:rPr lang="en-US" sz="6000" b="1" dirty="0">
                <a:latin typeface="Arial" panose="020B0604020202020204" pitchFamily="34" charset="0"/>
                <a:ea typeface="Yu Gothic" panose="020B0400000000000000" pitchFamily="34" charset="-128"/>
                <a:cs typeface="Arial" panose="020B0604020202020204" pitchFamily="34" charset="0"/>
              </a:rPr>
              <a:t>A</a:t>
            </a:r>
          </a:p>
        </p:txBody>
      </p:sp>
      <p:sp>
        <p:nvSpPr>
          <p:cNvPr id="151" name="TextBox 150">
            <a:extLst>
              <a:ext uri="{FF2B5EF4-FFF2-40B4-BE49-F238E27FC236}">
                <a16:creationId xmlns:a16="http://schemas.microsoft.com/office/drawing/2014/main" id="{CFD9D1D4-CED0-4E03-92A3-C69B9D4BAAFB}"/>
              </a:ext>
            </a:extLst>
          </p:cNvPr>
          <p:cNvSpPr txBox="1"/>
          <p:nvPr/>
        </p:nvSpPr>
        <p:spPr>
          <a:xfrm>
            <a:off x="8502925" y="12850494"/>
            <a:ext cx="712653" cy="1015663"/>
          </a:xfrm>
          <a:prstGeom prst="rect">
            <a:avLst/>
          </a:prstGeom>
          <a:noFill/>
        </p:spPr>
        <p:txBody>
          <a:bodyPr wrap="square" rtlCol="0">
            <a:spAutoFit/>
          </a:bodyPr>
          <a:lstStyle/>
          <a:p>
            <a:r>
              <a:rPr lang="en-US" sz="6000" b="1" dirty="0">
                <a:latin typeface="Arial" panose="020B0604020202020204" pitchFamily="34" charset="0"/>
                <a:ea typeface="Yu Gothic" panose="020B0400000000000000" pitchFamily="34" charset="-128"/>
                <a:cs typeface="Arial" panose="020B0604020202020204" pitchFamily="34" charset="0"/>
              </a:rPr>
              <a:t>B</a:t>
            </a:r>
          </a:p>
        </p:txBody>
      </p:sp>
      <p:sp>
        <p:nvSpPr>
          <p:cNvPr id="153" name="TextBox 152">
            <a:extLst>
              <a:ext uri="{FF2B5EF4-FFF2-40B4-BE49-F238E27FC236}">
                <a16:creationId xmlns:a16="http://schemas.microsoft.com/office/drawing/2014/main" id="{72328C27-0A97-E49E-B952-49CC981F3B31}"/>
              </a:ext>
            </a:extLst>
          </p:cNvPr>
          <p:cNvSpPr txBox="1"/>
          <p:nvPr/>
        </p:nvSpPr>
        <p:spPr>
          <a:xfrm>
            <a:off x="15732362" y="12855993"/>
            <a:ext cx="712653" cy="1015663"/>
          </a:xfrm>
          <a:prstGeom prst="rect">
            <a:avLst/>
          </a:prstGeom>
          <a:noFill/>
        </p:spPr>
        <p:txBody>
          <a:bodyPr wrap="square" rtlCol="0">
            <a:spAutoFit/>
          </a:bodyPr>
          <a:lstStyle/>
          <a:p>
            <a:r>
              <a:rPr lang="en-US" sz="6000" b="1" dirty="0">
                <a:latin typeface="Arial" panose="020B0604020202020204" pitchFamily="34" charset="0"/>
                <a:ea typeface="Yu Gothic" panose="020B0400000000000000" pitchFamily="34" charset="-128"/>
                <a:cs typeface="Arial" panose="020B0604020202020204" pitchFamily="34" charset="0"/>
              </a:rPr>
              <a:t>C</a:t>
            </a:r>
          </a:p>
        </p:txBody>
      </p:sp>
    </p:spTree>
    <p:extLst>
      <p:ext uri="{BB962C8B-B14F-4D97-AF65-F5344CB8AC3E}">
        <p14:creationId xmlns:p14="http://schemas.microsoft.com/office/powerpoint/2010/main" val="29572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566C64-33B4-D69F-A07A-7AABF0CB533E}"/>
              </a:ext>
            </a:extLst>
          </p:cNvPr>
          <p:cNvSpPr txBox="1"/>
          <p:nvPr/>
        </p:nvSpPr>
        <p:spPr>
          <a:xfrm>
            <a:off x="4122820" y="1209368"/>
            <a:ext cx="2359624" cy="5539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5" name="TextBox 4">
            <a:extLst>
              <a:ext uri="{FF2B5EF4-FFF2-40B4-BE49-F238E27FC236}">
                <a16:creationId xmlns:a16="http://schemas.microsoft.com/office/drawing/2014/main" id="{0B8DB436-7BEB-6FC3-E818-8DF890279EC5}"/>
              </a:ext>
            </a:extLst>
          </p:cNvPr>
          <p:cNvSpPr txBox="1"/>
          <p:nvPr/>
        </p:nvSpPr>
        <p:spPr>
          <a:xfrm>
            <a:off x="7662185" y="1209368"/>
            <a:ext cx="2699019" cy="5539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6" name="TextBox 5">
            <a:extLst>
              <a:ext uri="{FF2B5EF4-FFF2-40B4-BE49-F238E27FC236}">
                <a16:creationId xmlns:a16="http://schemas.microsoft.com/office/drawing/2014/main" id="{EEAB0D76-42BF-673D-C73F-9374D561A3FD}"/>
              </a:ext>
            </a:extLst>
          </p:cNvPr>
          <p:cNvSpPr txBox="1"/>
          <p:nvPr/>
        </p:nvSpPr>
        <p:spPr>
          <a:xfrm>
            <a:off x="7149967" y="9831953"/>
            <a:ext cx="4014562" cy="101566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000" b="1" dirty="0">
                <a:latin typeface="Arial" panose="020B0604020202020204" pitchFamily="34" charset="0"/>
                <a:ea typeface="Yu Gothic" panose="020B0400000000000000" pitchFamily="34" charset="-128"/>
                <a:cs typeface="Arial" panose="020B0604020202020204" pitchFamily="34" charset="0"/>
              </a:rPr>
              <a:t>Two instantaneous size changes</a:t>
            </a:r>
          </a:p>
        </p:txBody>
      </p:sp>
      <p:sp>
        <p:nvSpPr>
          <p:cNvPr id="7" name="TextBox 6">
            <a:extLst>
              <a:ext uri="{FF2B5EF4-FFF2-40B4-BE49-F238E27FC236}">
                <a16:creationId xmlns:a16="http://schemas.microsoft.com/office/drawing/2014/main" id="{A2CF1071-47A6-D8E9-DD6C-B6918D8C3769}"/>
              </a:ext>
            </a:extLst>
          </p:cNvPr>
          <p:cNvSpPr txBox="1"/>
          <p:nvPr/>
        </p:nvSpPr>
        <p:spPr>
          <a:xfrm>
            <a:off x="3374279" y="9831954"/>
            <a:ext cx="4014561" cy="101566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000" b="1" dirty="0">
                <a:latin typeface="Arial" panose="020B0604020202020204" pitchFamily="34" charset="0"/>
                <a:ea typeface="Yu Gothic" panose="020B0400000000000000" pitchFamily="34" charset="-128"/>
                <a:cs typeface="Arial" panose="020B0604020202020204" pitchFamily="34" charset="0"/>
              </a:rPr>
              <a:t>One instantaneous size change</a:t>
            </a:r>
          </a:p>
        </p:txBody>
      </p:sp>
      <p:sp>
        <p:nvSpPr>
          <p:cNvPr id="11" name="Rectangle 10">
            <a:extLst>
              <a:ext uri="{FF2B5EF4-FFF2-40B4-BE49-F238E27FC236}">
                <a16:creationId xmlns:a16="http://schemas.microsoft.com/office/drawing/2014/main" id="{56E5EA01-39A4-5644-DD58-A9DECE617716}"/>
              </a:ext>
            </a:extLst>
          </p:cNvPr>
          <p:cNvSpPr/>
          <p:nvPr/>
        </p:nvSpPr>
        <p:spPr>
          <a:xfrm>
            <a:off x="4450484" y="2113873"/>
            <a:ext cx="1466961" cy="174557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E5347345-A465-EA7C-BD9D-5557D857B2DD}"/>
              </a:ext>
            </a:extLst>
          </p:cNvPr>
          <p:cNvSpPr/>
          <p:nvPr/>
        </p:nvSpPr>
        <p:spPr>
          <a:xfrm>
            <a:off x="4771997" y="3859445"/>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BD9F205E-6974-EBA7-9EC3-F6D8954146E7}"/>
              </a:ext>
            </a:extLst>
          </p:cNvPr>
          <p:cNvSpPr/>
          <p:nvPr/>
        </p:nvSpPr>
        <p:spPr>
          <a:xfrm>
            <a:off x="8624923" y="2113873"/>
            <a:ext cx="876045" cy="182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C08057AF-0E75-5686-1F68-EFEE23F32660}"/>
              </a:ext>
            </a:extLst>
          </p:cNvPr>
          <p:cNvSpPr/>
          <p:nvPr/>
        </p:nvSpPr>
        <p:spPr>
          <a:xfrm>
            <a:off x="8397143" y="5253032"/>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59567512-1A9A-EA11-8BC1-EC0E68658617}"/>
              </a:ext>
            </a:extLst>
          </p:cNvPr>
          <p:cNvSpPr/>
          <p:nvPr/>
        </p:nvSpPr>
        <p:spPr>
          <a:xfrm>
            <a:off x="8822953" y="3938671"/>
            <a:ext cx="479985" cy="13143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cxnSp>
        <p:nvCxnSpPr>
          <p:cNvPr id="27" name="Straight Arrow Connector 26">
            <a:extLst>
              <a:ext uri="{FF2B5EF4-FFF2-40B4-BE49-F238E27FC236}">
                <a16:creationId xmlns:a16="http://schemas.microsoft.com/office/drawing/2014/main" id="{EE434D0C-00F8-6B98-67EE-E4BBD25DD68F}"/>
              </a:ext>
            </a:extLst>
          </p:cNvPr>
          <p:cNvCxnSpPr/>
          <p:nvPr/>
        </p:nvCxnSpPr>
        <p:spPr>
          <a:xfrm>
            <a:off x="3304655" y="6428402"/>
            <a:ext cx="0" cy="35262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D113EFA9-1AF6-F6FE-7EF0-75ECC3CA5812}"/>
              </a:ext>
            </a:extLst>
          </p:cNvPr>
          <p:cNvSpPr txBox="1"/>
          <p:nvPr/>
        </p:nvSpPr>
        <p:spPr>
          <a:xfrm rot="16200000">
            <a:off x="2294467" y="7855617"/>
            <a:ext cx="1071763" cy="5539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b="1" dirty="0">
                <a:latin typeface="Arial" panose="020B0604020202020204" pitchFamily="34" charset="0"/>
                <a:ea typeface="Yu Gothic" panose="020B0400000000000000" pitchFamily="34" charset="-128"/>
                <a:cs typeface="Arial" panose="020B0604020202020204" pitchFamily="34" charset="0"/>
              </a:rPr>
              <a:t>Time</a:t>
            </a:r>
          </a:p>
        </p:txBody>
      </p:sp>
      <p:sp>
        <p:nvSpPr>
          <p:cNvPr id="29" name="TextBox 28">
            <a:extLst>
              <a:ext uri="{FF2B5EF4-FFF2-40B4-BE49-F238E27FC236}">
                <a16:creationId xmlns:a16="http://schemas.microsoft.com/office/drawing/2014/main" id="{8531D876-88AE-4755-8979-FF8D4C7F2CCB}"/>
              </a:ext>
            </a:extLst>
          </p:cNvPr>
          <p:cNvSpPr txBox="1"/>
          <p:nvPr/>
        </p:nvSpPr>
        <p:spPr>
          <a:xfrm>
            <a:off x="1181884" y="6304052"/>
            <a:ext cx="2122772" cy="5539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30" name="TextBox 29">
            <a:extLst>
              <a:ext uri="{FF2B5EF4-FFF2-40B4-BE49-F238E27FC236}">
                <a16:creationId xmlns:a16="http://schemas.microsoft.com/office/drawing/2014/main" id="{A3FBB3F6-CDF7-8F7E-B9FE-31F381005430}"/>
              </a:ext>
            </a:extLst>
          </p:cNvPr>
          <p:cNvSpPr txBox="1"/>
          <p:nvPr/>
        </p:nvSpPr>
        <p:spPr>
          <a:xfrm>
            <a:off x="1472264" y="9408826"/>
            <a:ext cx="1664764" cy="5539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2" name="Rectangle 1">
            <a:extLst>
              <a:ext uri="{FF2B5EF4-FFF2-40B4-BE49-F238E27FC236}">
                <a16:creationId xmlns:a16="http://schemas.microsoft.com/office/drawing/2014/main" id="{D80223C5-416F-C8FF-AB89-F746F6089ADB}"/>
              </a:ext>
            </a:extLst>
          </p:cNvPr>
          <p:cNvSpPr/>
          <p:nvPr/>
        </p:nvSpPr>
        <p:spPr>
          <a:xfrm>
            <a:off x="4874910" y="6304051"/>
            <a:ext cx="581883" cy="313915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41AB1750-CAEE-FABA-8A61-7CF844081CCA}"/>
              </a:ext>
            </a:extLst>
          </p:cNvPr>
          <p:cNvSpPr/>
          <p:nvPr/>
        </p:nvSpPr>
        <p:spPr>
          <a:xfrm>
            <a:off x="4267748" y="9443207"/>
            <a:ext cx="1794160" cy="28024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C872BB63-91B1-8C0D-B675-B26ED4579D0C}"/>
              </a:ext>
            </a:extLst>
          </p:cNvPr>
          <p:cNvSpPr/>
          <p:nvPr/>
        </p:nvSpPr>
        <p:spPr>
          <a:xfrm>
            <a:off x="8673777" y="6304050"/>
            <a:ext cx="876045" cy="182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92DC2879-A3CB-3542-49F0-10AB63CDE34A}"/>
              </a:ext>
            </a:extLst>
          </p:cNvPr>
          <p:cNvSpPr/>
          <p:nvPr/>
        </p:nvSpPr>
        <p:spPr>
          <a:xfrm>
            <a:off x="8445997" y="94432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ED20DA58-FF88-86A7-448E-F35C4EC4C144}"/>
              </a:ext>
            </a:extLst>
          </p:cNvPr>
          <p:cNvSpPr/>
          <p:nvPr/>
        </p:nvSpPr>
        <p:spPr>
          <a:xfrm>
            <a:off x="8871807" y="8128848"/>
            <a:ext cx="479985" cy="13143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3000" dirty="0">
              <a:latin typeface="Arial" panose="020B0604020202020204" pitchFamily="34" charset="0"/>
              <a:cs typeface="Arial" panose="020B0604020202020204" pitchFamily="34" charset="0"/>
            </a:endParaRPr>
          </a:p>
        </p:txBody>
      </p:sp>
      <p:cxnSp>
        <p:nvCxnSpPr>
          <p:cNvPr id="34" name="Straight Arrow Connector 33">
            <a:extLst>
              <a:ext uri="{FF2B5EF4-FFF2-40B4-BE49-F238E27FC236}">
                <a16:creationId xmlns:a16="http://schemas.microsoft.com/office/drawing/2014/main" id="{E40D1039-6D84-ACBB-2BDF-B10D95FF53F3}"/>
              </a:ext>
            </a:extLst>
          </p:cNvPr>
          <p:cNvCxnSpPr/>
          <p:nvPr/>
        </p:nvCxnSpPr>
        <p:spPr>
          <a:xfrm>
            <a:off x="3304656" y="2155295"/>
            <a:ext cx="0" cy="35262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07B205D6-34CB-BB0F-9EF1-350A345C2080}"/>
              </a:ext>
            </a:extLst>
          </p:cNvPr>
          <p:cNvSpPr txBox="1"/>
          <p:nvPr/>
        </p:nvSpPr>
        <p:spPr>
          <a:xfrm rot="16200000">
            <a:off x="2294468" y="3582510"/>
            <a:ext cx="1071763" cy="5539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b="1" dirty="0">
                <a:latin typeface="Arial" panose="020B0604020202020204" pitchFamily="34" charset="0"/>
                <a:ea typeface="Yu Gothic" panose="020B0400000000000000" pitchFamily="34" charset="-128"/>
                <a:cs typeface="Arial" panose="020B0604020202020204" pitchFamily="34" charset="0"/>
              </a:rPr>
              <a:t>Time</a:t>
            </a:r>
          </a:p>
        </p:txBody>
      </p:sp>
      <p:sp>
        <p:nvSpPr>
          <p:cNvPr id="36" name="TextBox 35">
            <a:extLst>
              <a:ext uri="{FF2B5EF4-FFF2-40B4-BE49-F238E27FC236}">
                <a16:creationId xmlns:a16="http://schemas.microsoft.com/office/drawing/2014/main" id="{6FA518AA-29E2-F719-CB42-62AC6A0C1E3D}"/>
              </a:ext>
            </a:extLst>
          </p:cNvPr>
          <p:cNvSpPr txBox="1"/>
          <p:nvPr/>
        </p:nvSpPr>
        <p:spPr>
          <a:xfrm>
            <a:off x="1181885" y="2030945"/>
            <a:ext cx="2122772" cy="5539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37" name="TextBox 36">
            <a:extLst>
              <a:ext uri="{FF2B5EF4-FFF2-40B4-BE49-F238E27FC236}">
                <a16:creationId xmlns:a16="http://schemas.microsoft.com/office/drawing/2014/main" id="{0398B865-D378-B0C9-1ABA-5A09D85E46A1}"/>
              </a:ext>
            </a:extLst>
          </p:cNvPr>
          <p:cNvSpPr txBox="1"/>
          <p:nvPr/>
        </p:nvSpPr>
        <p:spPr>
          <a:xfrm>
            <a:off x="1472265" y="5135719"/>
            <a:ext cx="1664764" cy="55399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38" name="Right Brace 37">
            <a:extLst>
              <a:ext uri="{FF2B5EF4-FFF2-40B4-BE49-F238E27FC236}">
                <a16:creationId xmlns:a16="http://schemas.microsoft.com/office/drawing/2014/main" id="{6CABFD97-21D1-3540-BB20-28E0252FD00D}"/>
              </a:ext>
            </a:extLst>
          </p:cNvPr>
          <p:cNvSpPr/>
          <p:nvPr/>
        </p:nvSpPr>
        <p:spPr>
          <a:xfrm>
            <a:off x="11007601" y="2150749"/>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9" name="Right Brace 38">
            <a:extLst>
              <a:ext uri="{FF2B5EF4-FFF2-40B4-BE49-F238E27FC236}">
                <a16:creationId xmlns:a16="http://schemas.microsoft.com/office/drawing/2014/main" id="{1DDE22A2-11C9-B369-63B9-177ACABD96D2}"/>
              </a:ext>
            </a:extLst>
          </p:cNvPr>
          <p:cNvSpPr/>
          <p:nvPr/>
        </p:nvSpPr>
        <p:spPr>
          <a:xfrm>
            <a:off x="11007601" y="6278163"/>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0" name="Rectangle 39">
            <a:extLst>
              <a:ext uri="{FF2B5EF4-FFF2-40B4-BE49-F238E27FC236}">
                <a16:creationId xmlns:a16="http://schemas.microsoft.com/office/drawing/2014/main" id="{6F338A14-0521-FB0D-0107-2C0AF7AC64C8}"/>
              </a:ext>
            </a:extLst>
          </p:cNvPr>
          <p:cNvSpPr/>
          <p:nvPr/>
        </p:nvSpPr>
        <p:spPr>
          <a:xfrm>
            <a:off x="12040034" y="2150749"/>
            <a:ext cx="717709" cy="33825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622FAC87-0BD0-5735-4101-ABDDEFB840FD}"/>
              </a:ext>
            </a:extLst>
          </p:cNvPr>
          <p:cNvCxnSpPr>
            <a:stCxn id="40" idx="1"/>
            <a:endCxn id="40" idx="3"/>
          </p:cNvCxnSpPr>
          <p:nvPr/>
        </p:nvCxnSpPr>
        <p:spPr>
          <a:xfrm>
            <a:off x="12040034" y="3842013"/>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089AA565-5602-C266-7478-CB825AD375E0}"/>
              </a:ext>
            </a:extLst>
          </p:cNvPr>
          <p:cNvCxnSpPr/>
          <p:nvPr/>
        </p:nvCxnSpPr>
        <p:spPr>
          <a:xfrm>
            <a:off x="12040034" y="4299213"/>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5E9CB227-78CD-1821-DF36-B14915826C4D}"/>
              </a:ext>
            </a:extLst>
          </p:cNvPr>
          <p:cNvCxnSpPr/>
          <p:nvPr/>
        </p:nvCxnSpPr>
        <p:spPr>
          <a:xfrm>
            <a:off x="12040034" y="4710693"/>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12C7B8CA-979F-5553-0839-C36866B002A5}"/>
              </a:ext>
            </a:extLst>
          </p:cNvPr>
          <p:cNvCxnSpPr/>
          <p:nvPr/>
        </p:nvCxnSpPr>
        <p:spPr>
          <a:xfrm>
            <a:off x="12040034" y="5067139"/>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47693939-031A-6F2A-1224-A9A81A40D1A8}"/>
              </a:ext>
            </a:extLst>
          </p:cNvPr>
          <p:cNvCxnSpPr/>
          <p:nvPr/>
        </p:nvCxnSpPr>
        <p:spPr>
          <a:xfrm>
            <a:off x="12040034" y="5334006"/>
            <a:ext cx="717709" cy="0"/>
          </a:xfrm>
          <a:prstGeom prst="line">
            <a:avLst/>
          </a:prstGeom>
        </p:spPr>
        <p:style>
          <a:lnRef idx="1">
            <a:schemeClr val="dk1"/>
          </a:lnRef>
          <a:fillRef idx="0">
            <a:schemeClr val="dk1"/>
          </a:fillRef>
          <a:effectRef idx="0">
            <a:schemeClr val="dk1"/>
          </a:effectRef>
          <a:fontRef idx="minor">
            <a:schemeClr val="tx1"/>
          </a:fontRef>
        </p:style>
      </p:cxnSp>
      <p:sp>
        <p:nvSpPr>
          <p:cNvPr id="56" name="Rectangle 55">
            <a:extLst>
              <a:ext uri="{FF2B5EF4-FFF2-40B4-BE49-F238E27FC236}">
                <a16:creationId xmlns:a16="http://schemas.microsoft.com/office/drawing/2014/main" id="{A9300C9A-DB03-2EA8-B8F6-A874D298B821}"/>
              </a:ext>
            </a:extLst>
          </p:cNvPr>
          <p:cNvSpPr/>
          <p:nvPr/>
        </p:nvSpPr>
        <p:spPr>
          <a:xfrm>
            <a:off x="12040034" y="6304050"/>
            <a:ext cx="717709" cy="33825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7CC6AACF-84FE-3C11-2379-01DAC0BFFCA1}"/>
              </a:ext>
            </a:extLst>
          </p:cNvPr>
          <p:cNvCxnSpPr>
            <a:stCxn id="56" idx="1"/>
            <a:endCxn id="56" idx="3"/>
          </p:cNvCxnSpPr>
          <p:nvPr/>
        </p:nvCxnSpPr>
        <p:spPr>
          <a:xfrm>
            <a:off x="12040034" y="7995314"/>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9AA012A9-070B-A453-4E26-7C0C0FC1C82E}"/>
              </a:ext>
            </a:extLst>
          </p:cNvPr>
          <p:cNvCxnSpPr/>
          <p:nvPr/>
        </p:nvCxnSpPr>
        <p:spPr>
          <a:xfrm>
            <a:off x="12040034" y="8604914"/>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E9CCD1A5-EBCD-DE13-EA50-B367BC6401D5}"/>
              </a:ext>
            </a:extLst>
          </p:cNvPr>
          <p:cNvCxnSpPr/>
          <p:nvPr/>
        </p:nvCxnSpPr>
        <p:spPr>
          <a:xfrm>
            <a:off x="12040034" y="8924954"/>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0ECB0001-7B5E-74E9-079D-BBAE9A435CF1}"/>
              </a:ext>
            </a:extLst>
          </p:cNvPr>
          <p:cNvCxnSpPr/>
          <p:nvPr/>
        </p:nvCxnSpPr>
        <p:spPr>
          <a:xfrm>
            <a:off x="12040034" y="9161174"/>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EFC977ED-3172-59E3-FB02-3070649AC55D}"/>
              </a:ext>
            </a:extLst>
          </p:cNvPr>
          <p:cNvCxnSpPr/>
          <p:nvPr/>
        </p:nvCxnSpPr>
        <p:spPr>
          <a:xfrm>
            <a:off x="12040034" y="9289020"/>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AE644FA0-90EE-8EB7-1BA4-C790C078FE6A}"/>
              </a:ext>
            </a:extLst>
          </p:cNvPr>
          <p:cNvCxnSpPr/>
          <p:nvPr/>
        </p:nvCxnSpPr>
        <p:spPr>
          <a:xfrm>
            <a:off x="12040034" y="9374325"/>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FFD7C198-E05D-297C-060F-02F406DCC08D}"/>
              </a:ext>
            </a:extLst>
          </p:cNvPr>
          <p:cNvCxnSpPr/>
          <p:nvPr/>
        </p:nvCxnSpPr>
        <p:spPr>
          <a:xfrm>
            <a:off x="12040034" y="9427874"/>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BEA43D34-01C2-B69F-097B-6C9B996E4213}"/>
              </a:ext>
            </a:extLst>
          </p:cNvPr>
          <p:cNvCxnSpPr/>
          <p:nvPr/>
        </p:nvCxnSpPr>
        <p:spPr>
          <a:xfrm>
            <a:off x="12040034" y="9473594"/>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F59FE7AE-8CC2-D654-9900-7237D98F2A4F}"/>
              </a:ext>
            </a:extLst>
          </p:cNvPr>
          <p:cNvCxnSpPr/>
          <p:nvPr/>
        </p:nvCxnSpPr>
        <p:spPr>
          <a:xfrm>
            <a:off x="12040034" y="9510167"/>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297C2DC5-B94F-A9FF-01FA-CB1952061A3F}"/>
              </a:ext>
            </a:extLst>
          </p:cNvPr>
          <p:cNvCxnSpPr/>
          <p:nvPr/>
        </p:nvCxnSpPr>
        <p:spPr>
          <a:xfrm>
            <a:off x="12040034" y="9555887"/>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6CAE23A1-4620-5BF5-30C4-FA3A303F865C}"/>
              </a:ext>
            </a:extLst>
          </p:cNvPr>
          <p:cNvCxnSpPr/>
          <p:nvPr/>
        </p:nvCxnSpPr>
        <p:spPr>
          <a:xfrm>
            <a:off x="12040034" y="9587894"/>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878B5FE7-86D4-A2C0-D367-BC50899620DC}"/>
              </a:ext>
            </a:extLst>
          </p:cNvPr>
          <p:cNvCxnSpPr/>
          <p:nvPr/>
        </p:nvCxnSpPr>
        <p:spPr>
          <a:xfrm>
            <a:off x="12040034" y="9616847"/>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2C34BC83-4E30-0B52-2849-E78A03754EBD}"/>
              </a:ext>
            </a:extLst>
          </p:cNvPr>
          <p:cNvCxnSpPr/>
          <p:nvPr/>
        </p:nvCxnSpPr>
        <p:spPr>
          <a:xfrm>
            <a:off x="12040034" y="9639331"/>
            <a:ext cx="717709" cy="0"/>
          </a:xfrm>
          <a:prstGeom prst="line">
            <a:avLst/>
          </a:prstGeom>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8FB52A12-5E7E-6A2C-C7ED-25F2585EEC1D}"/>
              </a:ext>
            </a:extLst>
          </p:cNvPr>
          <p:cNvCxnSpPr/>
          <p:nvPr/>
        </p:nvCxnSpPr>
        <p:spPr>
          <a:xfrm>
            <a:off x="12040034" y="9662191"/>
            <a:ext cx="717709"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26933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4F152-094D-186E-9B02-BF230F9B02B2}"/>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E43E9A23-1084-6191-D181-568C629F19FD}"/>
              </a:ext>
            </a:extLst>
          </p:cNvPr>
          <p:cNvSpPr/>
          <p:nvPr/>
        </p:nvSpPr>
        <p:spPr>
          <a:xfrm>
            <a:off x="6782234" y="6269217"/>
            <a:ext cx="717709" cy="3382528"/>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Connector 41">
            <a:extLst>
              <a:ext uri="{FF2B5EF4-FFF2-40B4-BE49-F238E27FC236}">
                <a16:creationId xmlns:a16="http://schemas.microsoft.com/office/drawing/2014/main" id="{E6AF9B5D-72F5-2F34-19BB-65FA386A7AEB}"/>
              </a:ext>
            </a:extLst>
          </p:cNvPr>
          <p:cNvCxnSpPr>
            <a:cxnSpLocks/>
            <a:stCxn id="40" idx="1"/>
            <a:endCxn id="40" idx="3"/>
          </p:cNvCxnSpPr>
          <p:nvPr/>
        </p:nvCxnSpPr>
        <p:spPr>
          <a:xfrm>
            <a:off x="6782234" y="7960481"/>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1008F3A-F0DF-8269-11DE-E50028068E5E}"/>
              </a:ext>
            </a:extLst>
          </p:cNvPr>
          <p:cNvCxnSpPr/>
          <p:nvPr/>
        </p:nvCxnSpPr>
        <p:spPr>
          <a:xfrm>
            <a:off x="6782234" y="8789610"/>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29B0B883-64DF-43F0-A2CD-F997C490DEA9}"/>
              </a:ext>
            </a:extLst>
          </p:cNvPr>
          <p:cNvCxnSpPr/>
          <p:nvPr/>
        </p:nvCxnSpPr>
        <p:spPr>
          <a:xfrm>
            <a:off x="6782234" y="9273659"/>
            <a:ext cx="717709"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3D5CDDE7-6EEF-2B97-6DDF-3092F093EF1A}"/>
              </a:ext>
            </a:extLst>
          </p:cNvPr>
          <p:cNvSpPr/>
          <p:nvPr/>
        </p:nvSpPr>
        <p:spPr>
          <a:xfrm>
            <a:off x="11820497" y="6304050"/>
            <a:ext cx="717709" cy="3382528"/>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F480E24-E27C-883D-DCC6-1641F582D50B}"/>
              </a:ext>
            </a:extLst>
          </p:cNvPr>
          <p:cNvCxnSpPr>
            <a:stCxn id="8" idx="1"/>
            <a:endCxn id="8" idx="3"/>
          </p:cNvCxnSpPr>
          <p:nvPr/>
        </p:nvCxnSpPr>
        <p:spPr>
          <a:xfrm>
            <a:off x="11820497" y="7995314"/>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25B7844C-F3F5-DDF7-FE2F-63FD747DA6E6}"/>
              </a:ext>
            </a:extLst>
          </p:cNvPr>
          <p:cNvCxnSpPr/>
          <p:nvPr/>
        </p:nvCxnSpPr>
        <p:spPr>
          <a:xfrm>
            <a:off x="11820497" y="8452514"/>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8EB2631-923D-8F64-EEE0-70B8EDFD4CF2}"/>
              </a:ext>
            </a:extLst>
          </p:cNvPr>
          <p:cNvCxnSpPr/>
          <p:nvPr/>
        </p:nvCxnSpPr>
        <p:spPr>
          <a:xfrm>
            <a:off x="11820497" y="8863994"/>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97B4CC8-EF96-394B-FCEF-EA201B8FD3BF}"/>
              </a:ext>
            </a:extLst>
          </p:cNvPr>
          <p:cNvCxnSpPr/>
          <p:nvPr/>
        </p:nvCxnSpPr>
        <p:spPr>
          <a:xfrm>
            <a:off x="11820497" y="9220440"/>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D272E4E-B606-C969-28B9-DAA688F2CA90}"/>
              </a:ext>
            </a:extLst>
          </p:cNvPr>
          <p:cNvCxnSpPr/>
          <p:nvPr/>
        </p:nvCxnSpPr>
        <p:spPr>
          <a:xfrm>
            <a:off x="11820497" y="9487307"/>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BC8D8F22-8DC8-F3F5-4882-F48B00610B1F}"/>
              </a:ext>
            </a:extLst>
          </p:cNvPr>
          <p:cNvCxnSpPr/>
          <p:nvPr/>
        </p:nvCxnSpPr>
        <p:spPr>
          <a:xfrm>
            <a:off x="9091612" y="6022374"/>
            <a:ext cx="0" cy="267579"/>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0DB1E440-8A14-8950-0036-0C6A326C38CB}"/>
              </a:ext>
            </a:extLst>
          </p:cNvPr>
          <p:cNvCxnSpPr>
            <a:cxnSpLocks/>
          </p:cNvCxnSpPr>
          <p:nvPr/>
        </p:nvCxnSpPr>
        <p:spPr>
          <a:xfrm>
            <a:off x="8458200" y="6290821"/>
            <a:ext cx="0" cy="1687092"/>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8FAD01CF-9F4E-98A3-7AA4-0360AB30F0BA}"/>
              </a:ext>
            </a:extLst>
          </p:cNvPr>
          <p:cNvCxnSpPr>
            <a:cxnSpLocks/>
          </p:cNvCxnSpPr>
          <p:nvPr/>
        </p:nvCxnSpPr>
        <p:spPr>
          <a:xfrm>
            <a:off x="9725024" y="6287572"/>
            <a:ext cx="0" cy="2913436"/>
          </a:xfrm>
          <a:prstGeom prst="line">
            <a:avLst/>
          </a:prstGeom>
          <a:ln w="28575"/>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9E5BB75-1AE2-7188-0E80-E975C1B042B8}"/>
              </a:ext>
            </a:extLst>
          </p:cNvPr>
          <p:cNvCxnSpPr>
            <a:cxnSpLocks/>
          </p:cNvCxnSpPr>
          <p:nvPr/>
        </p:nvCxnSpPr>
        <p:spPr>
          <a:xfrm flipH="1">
            <a:off x="8458200" y="6289953"/>
            <a:ext cx="12668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8D3B7C63-D8DD-1DA5-D0AC-424B55C1D943}"/>
              </a:ext>
            </a:extLst>
          </p:cNvPr>
          <p:cNvCxnSpPr/>
          <p:nvPr/>
        </p:nvCxnSpPr>
        <p:spPr>
          <a:xfrm>
            <a:off x="8099345" y="7977913"/>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D3219ADA-9099-1A29-D615-E4666239D73F}"/>
              </a:ext>
            </a:extLst>
          </p:cNvPr>
          <p:cNvCxnSpPr>
            <a:cxnSpLocks/>
          </p:cNvCxnSpPr>
          <p:nvPr/>
        </p:nvCxnSpPr>
        <p:spPr>
          <a:xfrm>
            <a:off x="8817054" y="7977913"/>
            <a:ext cx="0" cy="791136"/>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32BFEA31-5408-03C8-C92A-422D89B4A89B}"/>
              </a:ext>
            </a:extLst>
          </p:cNvPr>
          <p:cNvCxnSpPr>
            <a:cxnSpLocks/>
          </p:cNvCxnSpPr>
          <p:nvPr/>
        </p:nvCxnSpPr>
        <p:spPr>
          <a:xfrm>
            <a:off x="8099345" y="7970293"/>
            <a:ext cx="0" cy="1673832"/>
          </a:xfrm>
          <a:prstGeom prst="line">
            <a:avLst/>
          </a:prstGeom>
          <a:ln w="28575"/>
        </p:spPr>
        <p:style>
          <a:lnRef idx="1">
            <a:schemeClr val="dk1"/>
          </a:lnRef>
          <a:fillRef idx="0">
            <a:schemeClr val="dk1"/>
          </a:fillRef>
          <a:effectRef idx="0">
            <a:schemeClr val="dk1"/>
          </a:effectRef>
          <a:fontRef idx="minor">
            <a:schemeClr val="tx1"/>
          </a:fontRef>
        </p:style>
      </p:cxnSp>
      <p:sp>
        <p:nvSpPr>
          <p:cNvPr id="538" name="TextBox 537">
            <a:extLst>
              <a:ext uri="{FF2B5EF4-FFF2-40B4-BE49-F238E27FC236}">
                <a16:creationId xmlns:a16="http://schemas.microsoft.com/office/drawing/2014/main" id="{AD0E0F85-21C5-DFEF-E6D7-923F1E3EA965}"/>
              </a:ext>
            </a:extLst>
          </p:cNvPr>
          <p:cNvSpPr txBox="1"/>
          <p:nvPr/>
        </p:nvSpPr>
        <p:spPr>
          <a:xfrm>
            <a:off x="6962864" y="6963995"/>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2</a:t>
            </a:r>
          </a:p>
        </p:txBody>
      </p:sp>
      <p:sp>
        <p:nvSpPr>
          <p:cNvPr id="539" name="TextBox 538">
            <a:extLst>
              <a:ext uri="{FF2B5EF4-FFF2-40B4-BE49-F238E27FC236}">
                <a16:creationId xmlns:a16="http://schemas.microsoft.com/office/drawing/2014/main" id="{9975C59D-791C-52DD-7DB5-6CC5C2F26773}"/>
              </a:ext>
            </a:extLst>
          </p:cNvPr>
          <p:cNvSpPr txBox="1"/>
          <p:nvPr/>
        </p:nvSpPr>
        <p:spPr>
          <a:xfrm>
            <a:off x="6966498" y="8199674"/>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3</a:t>
            </a:r>
          </a:p>
        </p:txBody>
      </p:sp>
      <p:sp>
        <p:nvSpPr>
          <p:cNvPr id="540" name="TextBox 539">
            <a:extLst>
              <a:ext uri="{FF2B5EF4-FFF2-40B4-BE49-F238E27FC236}">
                <a16:creationId xmlns:a16="http://schemas.microsoft.com/office/drawing/2014/main" id="{7698DC7E-2D0B-FA32-551F-39A15FC65BD0}"/>
              </a:ext>
            </a:extLst>
          </p:cNvPr>
          <p:cNvSpPr txBox="1"/>
          <p:nvPr/>
        </p:nvSpPr>
        <p:spPr>
          <a:xfrm>
            <a:off x="6959592" y="8872016"/>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4</a:t>
            </a:r>
          </a:p>
        </p:txBody>
      </p:sp>
      <p:sp>
        <p:nvSpPr>
          <p:cNvPr id="541" name="TextBox 540">
            <a:extLst>
              <a:ext uri="{FF2B5EF4-FFF2-40B4-BE49-F238E27FC236}">
                <a16:creationId xmlns:a16="http://schemas.microsoft.com/office/drawing/2014/main" id="{FAA75828-3204-999D-301D-48FB2A613454}"/>
              </a:ext>
            </a:extLst>
          </p:cNvPr>
          <p:cNvSpPr txBox="1"/>
          <p:nvPr/>
        </p:nvSpPr>
        <p:spPr>
          <a:xfrm>
            <a:off x="6967056" y="9314140"/>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5</a:t>
            </a:r>
          </a:p>
        </p:txBody>
      </p:sp>
      <p:sp>
        <p:nvSpPr>
          <p:cNvPr id="542" name="TextBox 541">
            <a:extLst>
              <a:ext uri="{FF2B5EF4-FFF2-40B4-BE49-F238E27FC236}">
                <a16:creationId xmlns:a16="http://schemas.microsoft.com/office/drawing/2014/main" id="{5C5F971F-36E9-C0B3-3FFD-9AF32F16CB60}"/>
              </a:ext>
            </a:extLst>
          </p:cNvPr>
          <p:cNvSpPr txBox="1"/>
          <p:nvPr/>
        </p:nvSpPr>
        <p:spPr>
          <a:xfrm>
            <a:off x="11995400" y="6906247"/>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2</a:t>
            </a:r>
          </a:p>
        </p:txBody>
      </p:sp>
      <p:sp>
        <p:nvSpPr>
          <p:cNvPr id="543" name="TextBox 542">
            <a:extLst>
              <a:ext uri="{FF2B5EF4-FFF2-40B4-BE49-F238E27FC236}">
                <a16:creationId xmlns:a16="http://schemas.microsoft.com/office/drawing/2014/main" id="{A6239FB0-2020-E052-829B-4BF092A92D20}"/>
              </a:ext>
            </a:extLst>
          </p:cNvPr>
          <p:cNvSpPr txBox="1"/>
          <p:nvPr/>
        </p:nvSpPr>
        <p:spPr>
          <a:xfrm>
            <a:off x="12004463" y="8077720"/>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3</a:t>
            </a:r>
          </a:p>
        </p:txBody>
      </p:sp>
      <p:sp>
        <p:nvSpPr>
          <p:cNvPr id="544" name="TextBox 543">
            <a:extLst>
              <a:ext uri="{FF2B5EF4-FFF2-40B4-BE49-F238E27FC236}">
                <a16:creationId xmlns:a16="http://schemas.microsoft.com/office/drawing/2014/main" id="{8CD7B19A-9C81-EDE6-4C4D-E1B2F48AEA63}"/>
              </a:ext>
            </a:extLst>
          </p:cNvPr>
          <p:cNvSpPr txBox="1"/>
          <p:nvPr/>
        </p:nvSpPr>
        <p:spPr>
          <a:xfrm>
            <a:off x="11995400" y="8518530"/>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4</a:t>
            </a:r>
          </a:p>
        </p:txBody>
      </p:sp>
      <p:sp>
        <p:nvSpPr>
          <p:cNvPr id="545" name="TextBox 544">
            <a:extLst>
              <a:ext uri="{FF2B5EF4-FFF2-40B4-BE49-F238E27FC236}">
                <a16:creationId xmlns:a16="http://schemas.microsoft.com/office/drawing/2014/main" id="{FA55485C-8B7F-637F-DFC1-C1F861B41E01}"/>
              </a:ext>
            </a:extLst>
          </p:cNvPr>
          <p:cNvSpPr txBox="1"/>
          <p:nvPr/>
        </p:nvSpPr>
        <p:spPr>
          <a:xfrm>
            <a:off x="11995400" y="8896023"/>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5</a:t>
            </a:r>
          </a:p>
        </p:txBody>
      </p:sp>
      <p:sp>
        <p:nvSpPr>
          <p:cNvPr id="546" name="TextBox 545">
            <a:extLst>
              <a:ext uri="{FF2B5EF4-FFF2-40B4-BE49-F238E27FC236}">
                <a16:creationId xmlns:a16="http://schemas.microsoft.com/office/drawing/2014/main" id="{F325B038-F520-27C3-AAC3-87A7841E400F}"/>
              </a:ext>
            </a:extLst>
          </p:cNvPr>
          <p:cNvSpPr txBox="1"/>
          <p:nvPr/>
        </p:nvSpPr>
        <p:spPr>
          <a:xfrm>
            <a:off x="11995400" y="9194919"/>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6</a:t>
            </a:r>
          </a:p>
        </p:txBody>
      </p:sp>
      <p:sp>
        <p:nvSpPr>
          <p:cNvPr id="547" name="TextBox 546">
            <a:extLst>
              <a:ext uri="{FF2B5EF4-FFF2-40B4-BE49-F238E27FC236}">
                <a16:creationId xmlns:a16="http://schemas.microsoft.com/office/drawing/2014/main" id="{EE391E8A-0915-070E-E43A-F9768243C862}"/>
              </a:ext>
            </a:extLst>
          </p:cNvPr>
          <p:cNvSpPr txBox="1"/>
          <p:nvPr/>
        </p:nvSpPr>
        <p:spPr>
          <a:xfrm>
            <a:off x="11995400" y="9435743"/>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7</a:t>
            </a:r>
          </a:p>
        </p:txBody>
      </p:sp>
      <p:cxnSp>
        <p:nvCxnSpPr>
          <p:cNvPr id="559" name="Straight Connector 558">
            <a:extLst>
              <a:ext uri="{FF2B5EF4-FFF2-40B4-BE49-F238E27FC236}">
                <a16:creationId xmlns:a16="http://schemas.microsoft.com/office/drawing/2014/main" id="{42F599DD-5FD9-2398-6E21-F8FA19559033}"/>
              </a:ext>
            </a:extLst>
          </p:cNvPr>
          <p:cNvCxnSpPr/>
          <p:nvPr/>
        </p:nvCxnSpPr>
        <p:spPr>
          <a:xfrm>
            <a:off x="8542019" y="8769049"/>
            <a:ext cx="54864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60" name="Straight Connector 559">
            <a:extLst>
              <a:ext uri="{FF2B5EF4-FFF2-40B4-BE49-F238E27FC236}">
                <a16:creationId xmlns:a16="http://schemas.microsoft.com/office/drawing/2014/main" id="{30728EEE-F47E-1D88-0B37-FC13F4BF070A}"/>
              </a:ext>
            </a:extLst>
          </p:cNvPr>
          <p:cNvCxnSpPr>
            <a:cxnSpLocks/>
          </p:cNvCxnSpPr>
          <p:nvPr/>
        </p:nvCxnSpPr>
        <p:spPr>
          <a:xfrm>
            <a:off x="8542734" y="8754353"/>
            <a:ext cx="0" cy="889772"/>
          </a:xfrm>
          <a:prstGeom prst="line">
            <a:avLst/>
          </a:prstGeom>
          <a:ln w="28575"/>
        </p:spPr>
        <p:style>
          <a:lnRef idx="1">
            <a:schemeClr val="dk1"/>
          </a:lnRef>
          <a:fillRef idx="0">
            <a:schemeClr val="dk1"/>
          </a:fillRef>
          <a:effectRef idx="0">
            <a:schemeClr val="dk1"/>
          </a:effectRef>
          <a:fontRef idx="minor">
            <a:schemeClr val="tx1"/>
          </a:fontRef>
        </p:style>
      </p:cxnSp>
      <p:cxnSp>
        <p:nvCxnSpPr>
          <p:cNvPr id="562" name="Straight Connector 561">
            <a:extLst>
              <a:ext uri="{FF2B5EF4-FFF2-40B4-BE49-F238E27FC236}">
                <a16:creationId xmlns:a16="http://schemas.microsoft.com/office/drawing/2014/main" id="{BF6685DB-B3A5-2F71-799F-B315B9A7DCF7}"/>
              </a:ext>
            </a:extLst>
          </p:cNvPr>
          <p:cNvCxnSpPr>
            <a:cxnSpLocks/>
          </p:cNvCxnSpPr>
          <p:nvPr/>
        </p:nvCxnSpPr>
        <p:spPr>
          <a:xfrm>
            <a:off x="9073276" y="8761973"/>
            <a:ext cx="0" cy="889772"/>
          </a:xfrm>
          <a:prstGeom prst="line">
            <a:avLst/>
          </a:prstGeom>
          <a:ln w="28575"/>
        </p:spPr>
        <p:style>
          <a:lnRef idx="1">
            <a:schemeClr val="dk1"/>
          </a:lnRef>
          <a:fillRef idx="0">
            <a:schemeClr val="dk1"/>
          </a:fillRef>
          <a:effectRef idx="0">
            <a:schemeClr val="dk1"/>
          </a:effectRef>
          <a:fontRef idx="minor">
            <a:schemeClr val="tx1"/>
          </a:fontRef>
        </p:style>
      </p:cxnSp>
      <p:cxnSp>
        <p:nvCxnSpPr>
          <p:cNvPr id="563" name="Straight Connector 562">
            <a:extLst>
              <a:ext uri="{FF2B5EF4-FFF2-40B4-BE49-F238E27FC236}">
                <a16:creationId xmlns:a16="http://schemas.microsoft.com/office/drawing/2014/main" id="{22B405F8-04AC-024E-6A83-2333B13CA65E}"/>
              </a:ext>
            </a:extLst>
          </p:cNvPr>
          <p:cNvCxnSpPr/>
          <p:nvPr/>
        </p:nvCxnSpPr>
        <p:spPr>
          <a:xfrm>
            <a:off x="9479279" y="9227437"/>
            <a:ext cx="54864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64" name="Straight Connector 563">
            <a:extLst>
              <a:ext uri="{FF2B5EF4-FFF2-40B4-BE49-F238E27FC236}">
                <a16:creationId xmlns:a16="http://schemas.microsoft.com/office/drawing/2014/main" id="{56CD55BF-8DC9-E33A-DD55-97C789B720E9}"/>
              </a:ext>
            </a:extLst>
          </p:cNvPr>
          <p:cNvCxnSpPr>
            <a:cxnSpLocks/>
          </p:cNvCxnSpPr>
          <p:nvPr/>
        </p:nvCxnSpPr>
        <p:spPr>
          <a:xfrm>
            <a:off x="9479994" y="9212741"/>
            <a:ext cx="0" cy="431384"/>
          </a:xfrm>
          <a:prstGeom prst="line">
            <a:avLst/>
          </a:prstGeom>
          <a:ln w="28575"/>
        </p:spPr>
        <p:style>
          <a:lnRef idx="1">
            <a:schemeClr val="dk1"/>
          </a:lnRef>
          <a:fillRef idx="0">
            <a:schemeClr val="dk1"/>
          </a:fillRef>
          <a:effectRef idx="0">
            <a:schemeClr val="dk1"/>
          </a:effectRef>
          <a:fontRef idx="minor">
            <a:schemeClr val="tx1"/>
          </a:fontRef>
        </p:style>
      </p:cxnSp>
      <p:cxnSp>
        <p:nvCxnSpPr>
          <p:cNvPr id="565" name="Straight Connector 564">
            <a:extLst>
              <a:ext uri="{FF2B5EF4-FFF2-40B4-BE49-F238E27FC236}">
                <a16:creationId xmlns:a16="http://schemas.microsoft.com/office/drawing/2014/main" id="{28D306AA-7184-0C43-DEB2-BAABD0F0AC3A}"/>
              </a:ext>
            </a:extLst>
          </p:cNvPr>
          <p:cNvCxnSpPr>
            <a:cxnSpLocks/>
          </p:cNvCxnSpPr>
          <p:nvPr/>
        </p:nvCxnSpPr>
        <p:spPr>
          <a:xfrm>
            <a:off x="10010536" y="9220361"/>
            <a:ext cx="0" cy="423764"/>
          </a:xfrm>
          <a:prstGeom prst="line">
            <a:avLst/>
          </a:prstGeom>
          <a:ln w="28575"/>
        </p:spPr>
        <p:style>
          <a:lnRef idx="1">
            <a:schemeClr val="dk1"/>
          </a:lnRef>
          <a:fillRef idx="0">
            <a:schemeClr val="dk1"/>
          </a:fillRef>
          <a:effectRef idx="0">
            <a:schemeClr val="dk1"/>
          </a:effectRef>
          <a:fontRef idx="minor">
            <a:schemeClr val="tx1"/>
          </a:fontRef>
        </p:style>
      </p:cxnSp>
      <p:cxnSp>
        <p:nvCxnSpPr>
          <p:cNvPr id="569" name="Straight Connector 568">
            <a:extLst>
              <a:ext uri="{FF2B5EF4-FFF2-40B4-BE49-F238E27FC236}">
                <a16:creationId xmlns:a16="http://schemas.microsoft.com/office/drawing/2014/main" id="{13B124B8-89C9-BC4B-A0FE-D72AC3F21D57}"/>
              </a:ext>
            </a:extLst>
          </p:cNvPr>
          <p:cNvCxnSpPr/>
          <p:nvPr/>
        </p:nvCxnSpPr>
        <p:spPr>
          <a:xfrm>
            <a:off x="14120812" y="6012866"/>
            <a:ext cx="0" cy="267579"/>
          </a:xfrm>
          <a:prstGeom prst="line">
            <a:avLst/>
          </a:prstGeom>
          <a:ln w="28575"/>
        </p:spPr>
        <p:style>
          <a:lnRef idx="1">
            <a:schemeClr val="dk1"/>
          </a:lnRef>
          <a:fillRef idx="0">
            <a:schemeClr val="dk1"/>
          </a:fillRef>
          <a:effectRef idx="0">
            <a:schemeClr val="dk1"/>
          </a:effectRef>
          <a:fontRef idx="minor">
            <a:schemeClr val="tx1"/>
          </a:fontRef>
        </p:style>
      </p:cxnSp>
      <p:cxnSp>
        <p:nvCxnSpPr>
          <p:cNvPr id="570" name="Straight Connector 569">
            <a:extLst>
              <a:ext uri="{FF2B5EF4-FFF2-40B4-BE49-F238E27FC236}">
                <a16:creationId xmlns:a16="http://schemas.microsoft.com/office/drawing/2014/main" id="{9CE28DFE-9F28-FEEA-EA6E-A72184EB0CD4}"/>
              </a:ext>
            </a:extLst>
          </p:cNvPr>
          <p:cNvCxnSpPr>
            <a:cxnSpLocks/>
          </p:cNvCxnSpPr>
          <p:nvPr/>
        </p:nvCxnSpPr>
        <p:spPr>
          <a:xfrm>
            <a:off x="13487400" y="6281313"/>
            <a:ext cx="0" cy="1687092"/>
          </a:xfrm>
          <a:prstGeom prst="line">
            <a:avLst/>
          </a:prstGeom>
          <a:ln w="28575"/>
        </p:spPr>
        <p:style>
          <a:lnRef idx="1">
            <a:schemeClr val="dk1"/>
          </a:lnRef>
          <a:fillRef idx="0">
            <a:schemeClr val="dk1"/>
          </a:fillRef>
          <a:effectRef idx="0">
            <a:schemeClr val="dk1"/>
          </a:effectRef>
          <a:fontRef idx="minor">
            <a:schemeClr val="tx1"/>
          </a:fontRef>
        </p:style>
      </p:cxnSp>
      <p:cxnSp>
        <p:nvCxnSpPr>
          <p:cNvPr id="571" name="Straight Connector 570">
            <a:extLst>
              <a:ext uri="{FF2B5EF4-FFF2-40B4-BE49-F238E27FC236}">
                <a16:creationId xmlns:a16="http://schemas.microsoft.com/office/drawing/2014/main" id="{011BBB8C-864B-08A6-8BFE-343287E3F97B}"/>
              </a:ext>
            </a:extLst>
          </p:cNvPr>
          <p:cNvCxnSpPr>
            <a:cxnSpLocks/>
          </p:cNvCxnSpPr>
          <p:nvPr/>
        </p:nvCxnSpPr>
        <p:spPr>
          <a:xfrm>
            <a:off x="14754224" y="6278064"/>
            <a:ext cx="0" cy="2913436"/>
          </a:xfrm>
          <a:prstGeom prst="line">
            <a:avLst/>
          </a:prstGeom>
          <a:ln w="28575"/>
        </p:spPr>
        <p:style>
          <a:lnRef idx="1">
            <a:schemeClr val="dk1"/>
          </a:lnRef>
          <a:fillRef idx="0">
            <a:schemeClr val="dk1"/>
          </a:fillRef>
          <a:effectRef idx="0">
            <a:schemeClr val="dk1"/>
          </a:effectRef>
          <a:fontRef idx="minor">
            <a:schemeClr val="tx1"/>
          </a:fontRef>
        </p:style>
      </p:cxnSp>
      <p:cxnSp>
        <p:nvCxnSpPr>
          <p:cNvPr id="572" name="Straight Connector 571">
            <a:extLst>
              <a:ext uri="{FF2B5EF4-FFF2-40B4-BE49-F238E27FC236}">
                <a16:creationId xmlns:a16="http://schemas.microsoft.com/office/drawing/2014/main" id="{619083B7-F8F6-4663-88CA-F731160F3900}"/>
              </a:ext>
            </a:extLst>
          </p:cNvPr>
          <p:cNvCxnSpPr>
            <a:cxnSpLocks/>
          </p:cNvCxnSpPr>
          <p:nvPr/>
        </p:nvCxnSpPr>
        <p:spPr>
          <a:xfrm flipH="1">
            <a:off x="13487400" y="6280445"/>
            <a:ext cx="12668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73" name="Straight Connector 572">
            <a:extLst>
              <a:ext uri="{FF2B5EF4-FFF2-40B4-BE49-F238E27FC236}">
                <a16:creationId xmlns:a16="http://schemas.microsoft.com/office/drawing/2014/main" id="{18BBDE7A-DFB1-5821-32AF-60E1D7399C02}"/>
              </a:ext>
            </a:extLst>
          </p:cNvPr>
          <p:cNvCxnSpPr/>
          <p:nvPr/>
        </p:nvCxnSpPr>
        <p:spPr>
          <a:xfrm>
            <a:off x="13128545" y="7968405"/>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74" name="Straight Connector 573">
            <a:extLst>
              <a:ext uri="{FF2B5EF4-FFF2-40B4-BE49-F238E27FC236}">
                <a16:creationId xmlns:a16="http://schemas.microsoft.com/office/drawing/2014/main" id="{684945CA-108D-4574-BFC5-D852CCAA8892}"/>
              </a:ext>
            </a:extLst>
          </p:cNvPr>
          <p:cNvCxnSpPr>
            <a:cxnSpLocks/>
          </p:cNvCxnSpPr>
          <p:nvPr/>
        </p:nvCxnSpPr>
        <p:spPr>
          <a:xfrm>
            <a:off x="13846254" y="7968405"/>
            <a:ext cx="0" cy="835586"/>
          </a:xfrm>
          <a:prstGeom prst="line">
            <a:avLst/>
          </a:prstGeom>
          <a:ln w="28575"/>
        </p:spPr>
        <p:style>
          <a:lnRef idx="1">
            <a:schemeClr val="dk1"/>
          </a:lnRef>
          <a:fillRef idx="0">
            <a:schemeClr val="dk1"/>
          </a:fillRef>
          <a:effectRef idx="0">
            <a:schemeClr val="dk1"/>
          </a:effectRef>
          <a:fontRef idx="minor">
            <a:schemeClr val="tx1"/>
          </a:fontRef>
        </p:style>
      </p:cxnSp>
      <p:cxnSp>
        <p:nvCxnSpPr>
          <p:cNvPr id="575" name="Straight Connector 574">
            <a:extLst>
              <a:ext uri="{FF2B5EF4-FFF2-40B4-BE49-F238E27FC236}">
                <a16:creationId xmlns:a16="http://schemas.microsoft.com/office/drawing/2014/main" id="{CDAED0D4-77A5-8985-6E42-04B8AF717D35}"/>
              </a:ext>
            </a:extLst>
          </p:cNvPr>
          <p:cNvCxnSpPr>
            <a:cxnSpLocks/>
          </p:cNvCxnSpPr>
          <p:nvPr/>
        </p:nvCxnSpPr>
        <p:spPr>
          <a:xfrm>
            <a:off x="13128545" y="7960785"/>
            <a:ext cx="0" cy="491729"/>
          </a:xfrm>
          <a:prstGeom prst="line">
            <a:avLst/>
          </a:prstGeom>
          <a:ln w="28575"/>
        </p:spPr>
        <p:style>
          <a:lnRef idx="1">
            <a:schemeClr val="dk1"/>
          </a:lnRef>
          <a:fillRef idx="0">
            <a:schemeClr val="dk1"/>
          </a:fillRef>
          <a:effectRef idx="0">
            <a:schemeClr val="dk1"/>
          </a:effectRef>
          <a:fontRef idx="minor">
            <a:schemeClr val="tx1"/>
          </a:fontRef>
        </p:style>
      </p:cxnSp>
      <p:cxnSp>
        <p:nvCxnSpPr>
          <p:cNvPr id="577" name="Straight Connector 576">
            <a:extLst>
              <a:ext uri="{FF2B5EF4-FFF2-40B4-BE49-F238E27FC236}">
                <a16:creationId xmlns:a16="http://schemas.microsoft.com/office/drawing/2014/main" id="{A701DA67-4909-2EEF-51FA-CD6FE919C2BC}"/>
              </a:ext>
            </a:extLst>
          </p:cNvPr>
          <p:cNvCxnSpPr>
            <a:cxnSpLocks/>
          </p:cNvCxnSpPr>
          <p:nvPr/>
        </p:nvCxnSpPr>
        <p:spPr>
          <a:xfrm>
            <a:off x="13679884" y="8800907"/>
            <a:ext cx="5357" cy="701789"/>
          </a:xfrm>
          <a:prstGeom prst="line">
            <a:avLst/>
          </a:prstGeom>
          <a:ln w="28575"/>
        </p:spPr>
        <p:style>
          <a:lnRef idx="1">
            <a:schemeClr val="dk1"/>
          </a:lnRef>
          <a:fillRef idx="0">
            <a:schemeClr val="dk1"/>
          </a:fillRef>
          <a:effectRef idx="0">
            <a:schemeClr val="dk1"/>
          </a:effectRef>
          <a:fontRef idx="minor">
            <a:schemeClr val="tx1"/>
          </a:fontRef>
        </p:style>
      </p:cxnSp>
      <p:cxnSp>
        <p:nvCxnSpPr>
          <p:cNvPr id="578" name="Straight Connector 577">
            <a:extLst>
              <a:ext uri="{FF2B5EF4-FFF2-40B4-BE49-F238E27FC236}">
                <a16:creationId xmlns:a16="http://schemas.microsoft.com/office/drawing/2014/main" id="{2E21A739-E108-A702-AC3F-62E8F319AEC1}"/>
              </a:ext>
            </a:extLst>
          </p:cNvPr>
          <p:cNvCxnSpPr>
            <a:cxnSpLocks/>
          </p:cNvCxnSpPr>
          <p:nvPr/>
        </p:nvCxnSpPr>
        <p:spPr>
          <a:xfrm>
            <a:off x="14019926" y="8800907"/>
            <a:ext cx="0" cy="854189"/>
          </a:xfrm>
          <a:prstGeom prst="line">
            <a:avLst/>
          </a:prstGeom>
          <a:ln w="28575"/>
        </p:spPr>
        <p:style>
          <a:lnRef idx="1">
            <a:schemeClr val="dk1"/>
          </a:lnRef>
          <a:fillRef idx="0">
            <a:schemeClr val="dk1"/>
          </a:fillRef>
          <a:effectRef idx="0">
            <a:schemeClr val="dk1"/>
          </a:effectRef>
          <a:fontRef idx="minor">
            <a:schemeClr val="tx1"/>
          </a:fontRef>
        </p:style>
      </p:cxnSp>
      <p:cxnSp>
        <p:nvCxnSpPr>
          <p:cNvPr id="580" name="Straight Connector 579">
            <a:extLst>
              <a:ext uri="{FF2B5EF4-FFF2-40B4-BE49-F238E27FC236}">
                <a16:creationId xmlns:a16="http://schemas.microsoft.com/office/drawing/2014/main" id="{D1DC8395-E6BD-5616-87EE-271A0D1160C3}"/>
              </a:ext>
            </a:extLst>
          </p:cNvPr>
          <p:cNvCxnSpPr>
            <a:cxnSpLocks/>
          </p:cNvCxnSpPr>
          <p:nvPr/>
        </p:nvCxnSpPr>
        <p:spPr>
          <a:xfrm>
            <a:off x="14591744" y="9196883"/>
            <a:ext cx="0" cy="431384"/>
          </a:xfrm>
          <a:prstGeom prst="line">
            <a:avLst/>
          </a:prstGeom>
          <a:ln w="28575"/>
        </p:spPr>
        <p:style>
          <a:lnRef idx="1">
            <a:schemeClr val="dk1"/>
          </a:lnRef>
          <a:fillRef idx="0">
            <a:schemeClr val="dk1"/>
          </a:fillRef>
          <a:effectRef idx="0">
            <a:schemeClr val="dk1"/>
          </a:effectRef>
          <a:fontRef idx="minor">
            <a:schemeClr val="tx1"/>
          </a:fontRef>
        </p:style>
      </p:cxnSp>
      <p:cxnSp>
        <p:nvCxnSpPr>
          <p:cNvPr id="581" name="Straight Connector 580">
            <a:extLst>
              <a:ext uri="{FF2B5EF4-FFF2-40B4-BE49-F238E27FC236}">
                <a16:creationId xmlns:a16="http://schemas.microsoft.com/office/drawing/2014/main" id="{E939B712-0136-C412-B53F-CCE5314FED81}"/>
              </a:ext>
            </a:extLst>
          </p:cNvPr>
          <p:cNvCxnSpPr>
            <a:cxnSpLocks/>
          </p:cNvCxnSpPr>
          <p:nvPr/>
        </p:nvCxnSpPr>
        <p:spPr>
          <a:xfrm>
            <a:off x="14925436" y="9198153"/>
            <a:ext cx="0" cy="423764"/>
          </a:xfrm>
          <a:prstGeom prst="line">
            <a:avLst/>
          </a:prstGeom>
          <a:ln w="28575"/>
        </p:spPr>
        <p:style>
          <a:lnRef idx="1">
            <a:schemeClr val="dk1"/>
          </a:lnRef>
          <a:fillRef idx="0">
            <a:schemeClr val="dk1"/>
          </a:fillRef>
          <a:effectRef idx="0">
            <a:schemeClr val="dk1"/>
          </a:effectRef>
          <a:fontRef idx="minor">
            <a:schemeClr val="tx1"/>
          </a:fontRef>
        </p:style>
      </p:cxnSp>
      <p:cxnSp>
        <p:nvCxnSpPr>
          <p:cNvPr id="589" name="Straight Connector 588">
            <a:extLst>
              <a:ext uri="{FF2B5EF4-FFF2-40B4-BE49-F238E27FC236}">
                <a16:creationId xmlns:a16="http://schemas.microsoft.com/office/drawing/2014/main" id="{3AED6F6A-F99F-30C9-1D38-C4352481D0B5}"/>
              </a:ext>
            </a:extLst>
          </p:cNvPr>
          <p:cNvCxnSpPr>
            <a:cxnSpLocks/>
          </p:cNvCxnSpPr>
          <p:nvPr/>
        </p:nvCxnSpPr>
        <p:spPr>
          <a:xfrm>
            <a:off x="12961182" y="8458864"/>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1" name="Straight Connector 590">
            <a:extLst>
              <a:ext uri="{FF2B5EF4-FFF2-40B4-BE49-F238E27FC236}">
                <a16:creationId xmlns:a16="http://schemas.microsoft.com/office/drawing/2014/main" id="{D71D2965-4C6A-AB80-B910-B889468E8B32}"/>
              </a:ext>
            </a:extLst>
          </p:cNvPr>
          <p:cNvCxnSpPr>
            <a:cxnSpLocks/>
          </p:cNvCxnSpPr>
          <p:nvPr/>
        </p:nvCxnSpPr>
        <p:spPr>
          <a:xfrm>
            <a:off x="13685241" y="8813607"/>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2" name="Straight Connector 591">
            <a:extLst>
              <a:ext uri="{FF2B5EF4-FFF2-40B4-BE49-F238E27FC236}">
                <a16:creationId xmlns:a16="http://schemas.microsoft.com/office/drawing/2014/main" id="{97F5E254-64DC-E27B-435B-CAB3FCD3BCBF}"/>
              </a:ext>
            </a:extLst>
          </p:cNvPr>
          <p:cNvCxnSpPr>
            <a:cxnSpLocks/>
          </p:cNvCxnSpPr>
          <p:nvPr/>
        </p:nvCxnSpPr>
        <p:spPr>
          <a:xfrm>
            <a:off x="14596306" y="9207740"/>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5" name="Straight Connector 594">
            <a:extLst>
              <a:ext uri="{FF2B5EF4-FFF2-40B4-BE49-F238E27FC236}">
                <a16:creationId xmlns:a16="http://schemas.microsoft.com/office/drawing/2014/main" id="{9E9AED02-3DE5-D355-3F54-CAD76D06C0D1}"/>
              </a:ext>
            </a:extLst>
          </p:cNvPr>
          <p:cNvCxnSpPr>
            <a:cxnSpLocks/>
          </p:cNvCxnSpPr>
          <p:nvPr/>
        </p:nvCxnSpPr>
        <p:spPr>
          <a:xfrm>
            <a:off x="13524229" y="9487971"/>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6" name="Straight Connector 595">
            <a:extLst>
              <a:ext uri="{FF2B5EF4-FFF2-40B4-BE49-F238E27FC236}">
                <a16:creationId xmlns:a16="http://schemas.microsoft.com/office/drawing/2014/main" id="{D62F0689-9B4B-0DAE-F777-0B0997455D80}"/>
              </a:ext>
            </a:extLst>
          </p:cNvPr>
          <p:cNvCxnSpPr>
            <a:cxnSpLocks/>
          </p:cNvCxnSpPr>
          <p:nvPr/>
        </p:nvCxnSpPr>
        <p:spPr>
          <a:xfrm>
            <a:off x="13837641" y="9480957"/>
            <a:ext cx="0" cy="167789"/>
          </a:xfrm>
          <a:prstGeom prst="line">
            <a:avLst/>
          </a:prstGeom>
          <a:ln w="28575"/>
        </p:spPr>
        <p:style>
          <a:lnRef idx="1">
            <a:schemeClr val="dk1"/>
          </a:lnRef>
          <a:fillRef idx="0">
            <a:schemeClr val="dk1"/>
          </a:fillRef>
          <a:effectRef idx="0">
            <a:schemeClr val="dk1"/>
          </a:effectRef>
          <a:fontRef idx="minor">
            <a:schemeClr val="tx1"/>
          </a:fontRef>
        </p:style>
      </p:cxnSp>
      <p:cxnSp>
        <p:nvCxnSpPr>
          <p:cNvPr id="598" name="Straight Connector 597">
            <a:extLst>
              <a:ext uri="{FF2B5EF4-FFF2-40B4-BE49-F238E27FC236}">
                <a16:creationId xmlns:a16="http://schemas.microsoft.com/office/drawing/2014/main" id="{7D70ED43-122E-ED79-8199-00CD034ACD9B}"/>
              </a:ext>
            </a:extLst>
          </p:cNvPr>
          <p:cNvCxnSpPr>
            <a:cxnSpLocks/>
          </p:cNvCxnSpPr>
          <p:nvPr/>
        </p:nvCxnSpPr>
        <p:spPr>
          <a:xfrm>
            <a:off x="13531570" y="9480957"/>
            <a:ext cx="0" cy="167789"/>
          </a:xfrm>
          <a:prstGeom prst="line">
            <a:avLst/>
          </a:prstGeom>
          <a:ln w="28575"/>
        </p:spPr>
        <p:style>
          <a:lnRef idx="1">
            <a:schemeClr val="dk1"/>
          </a:lnRef>
          <a:fillRef idx="0">
            <a:schemeClr val="dk1"/>
          </a:fillRef>
          <a:effectRef idx="0">
            <a:schemeClr val="dk1"/>
          </a:effectRef>
          <a:fontRef idx="minor">
            <a:schemeClr val="tx1"/>
          </a:fontRef>
        </p:style>
      </p:cxnSp>
      <p:cxnSp>
        <p:nvCxnSpPr>
          <p:cNvPr id="601" name="Straight Connector 600">
            <a:extLst>
              <a:ext uri="{FF2B5EF4-FFF2-40B4-BE49-F238E27FC236}">
                <a16:creationId xmlns:a16="http://schemas.microsoft.com/office/drawing/2014/main" id="{6477757E-EBE9-FA47-49BB-20660E83EB95}"/>
              </a:ext>
            </a:extLst>
          </p:cNvPr>
          <p:cNvCxnSpPr>
            <a:cxnSpLocks/>
          </p:cNvCxnSpPr>
          <p:nvPr/>
        </p:nvCxnSpPr>
        <p:spPr>
          <a:xfrm>
            <a:off x="13274138" y="8452514"/>
            <a:ext cx="0" cy="1202582"/>
          </a:xfrm>
          <a:prstGeom prst="line">
            <a:avLst/>
          </a:prstGeom>
          <a:ln w="28575"/>
        </p:spPr>
        <p:style>
          <a:lnRef idx="1">
            <a:schemeClr val="dk1"/>
          </a:lnRef>
          <a:fillRef idx="0">
            <a:schemeClr val="dk1"/>
          </a:fillRef>
          <a:effectRef idx="0">
            <a:schemeClr val="dk1"/>
          </a:effectRef>
          <a:fontRef idx="minor">
            <a:schemeClr val="tx1"/>
          </a:fontRef>
        </p:style>
      </p:cxnSp>
      <p:cxnSp>
        <p:nvCxnSpPr>
          <p:cNvPr id="604" name="Straight Connector 603">
            <a:extLst>
              <a:ext uri="{FF2B5EF4-FFF2-40B4-BE49-F238E27FC236}">
                <a16:creationId xmlns:a16="http://schemas.microsoft.com/office/drawing/2014/main" id="{1B657AFC-A550-98E3-20AB-02BEE1909AEC}"/>
              </a:ext>
            </a:extLst>
          </p:cNvPr>
          <p:cNvCxnSpPr>
            <a:cxnSpLocks/>
          </p:cNvCxnSpPr>
          <p:nvPr/>
        </p:nvCxnSpPr>
        <p:spPr>
          <a:xfrm>
            <a:off x="12967532" y="8446164"/>
            <a:ext cx="0" cy="1202582"/>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6089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158A4-33AD-0136-CDEE-9A8C6E08FB9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9EDE98C-B6DE-36F6-4117-BDEDC370B85E}"/>
              </a:ext>
            </a:extLst>
          </p:cNvPr>
          <p:cNvSpPr txBox="1"/>
          <p:nvPr/>
        </p:nvSpPr>
        <p:spPr>
          <a:xfrm>
            <a:off x="7574987" y="1796421"/>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6" name="TextBox 5">
            <a:extLst>
              <a:ext uri="{FF2B5EF4-FFF2-40B4-BE49-F238E27FC236}">
                <a16:creationId xmlns:a16="http://schemas.microsoft.com/office/drawing/2014/main" id="{89834369-2410-C45F-1910-81481BC0A321}"/>
              </a:ext>
            </a:extLst>
          </p:cNvPr>
          <p:cNvSpPr txBox="1"/>
          <p:nvPr/>
        </p:nvSpPr>
        <p:spPr>
          <a:xfrm>
            <a:off x="7450140" y="9331423"/>
            <a:ext cx="1768277"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latin typeface="Arial" panose="020B0604020202020204" pitchFamily="34" charset="0"/>
                <a:ea typeface="Yu Gothic" panose="020B0400000000000000" pitchFamily="34" charset="-128"/>
                <a:cs typeface="Arial" panose="020B0604020202020204" pitchFamily="34" charset="0"/>
              </a:rPr>
              <a:t>Two size </a:t>
            </a:r>
          </a:p>
          <a:p>
            <a:pPr algn="ctr"/>
            <a:r>
              <a:rPr lang="en-US" sz="1600" b="1" dirty="0">
                <a:latin typeface="Arial" panose="020B0604020202020204" pitchFamily="34" charset="0"/>
                <a:ea typeface="Yu Gothic" panose="020B0400000000000000" pitchFamily="34" charset="-128"/>
                <a:cs typeface="Arial" panose="020B0604020202020204" pitchFamily="34" charset="0"/>
              </a:rPr>
              <a:t>changes</a:t>
            </a:r>
          </a:p>
        </p:txBody>
      </p:sp>
      <p:sp>
        <p:nvSpPr>
          <p:cNvPr id="24" name="Rectangle 23">
            <a:extLst>
              <a:ext uri="{FF2B5EF4-FFF2-40B4-BE49-F238E27FC236}">
                <a16:creationId xmlns:a16="http://schemas.microsoft.com/office/drawing/2014/main" id="{947B44D4-291F-26CA-AC19-E5FA8790E035}"/>
              </a:ext>
            </a:extLst>
          </p:cNvPr>
          <p:cNvSpPr/>
          <p:nvPr/>
        </p:nvSpPr>
        <p:spPr>
          <a:xfrm>
            <a:off x="7945614" y="2738578"/>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683BCF9B-A1BC-E444-1B0F-A0AA503621D8}"/>
              </a:ext>
            </a:extLst>
          </p:cNvPr>
          <p:cNvSpPr/>
          <p:nvPr/>
        </p:nvSpPr>
        <p:spPr>
          <a:xfrm>
            <a:off x="7720004" y="5078196"/>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23450772-C04C-F1AD-74FE-283D69CAFF1B}"/>
              </a:ext>
            </a:extLst>
          </p:cNvPr>
          <p:cNvSpPr/>
          <p:nvPr/>
        </p:nvSpPr>
        <p:spPr>
          <a:xfrm>
            <a:off x="8145814" y="3710009"/>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34" name="Straight Arrow Connector 33">
            <a:extLst>
              <a:ext uri="{FF2B5EF4-FFF2-40B4-BE49-F238E27FC236}">
                <a16:creationId xmlns:a16="http://schemas.microsoft.com/office/drawing/2014/main" id="{17B955F4-650B-821F-D0AD-4DC9C2493273}"/>
              </a:ext>
            </a:extLst>
          </p:cNvPr>
          <p:cNvCxnSpPr>
            <a:cxnSpLocks/>
          </p:cNvCxnSpPr>
          <p:nvPr/>
        </p:nvCxnSpPr>
        <p:spPr>
          <a:xfrm>
            <a:off x="7516619" y="2826263"/>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D29CB2A7-4F0B-E15E-49A0-A7D656A9BDBA}"/>
              </a:ext>
            </a:extLst>
          </p:cNvPr>
          <p:cNvSpPr txBox="1"/>
          <p:nvPr/>
        </p:nvSpPr>
        <p:spPr>
          <a:xfrm rot="16200000">
            <a:off x="6712972" y="3652846"/>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36" name="TextBox 35">
            <a:extLst>
              <a:ext uri="{FF2B5EF4-FFF2-40B4-BE49-F238E27FC236}">
                <a16:creationId xmlns:a16="http://schemas.microsoft.com/office/drawing/2014/main" id="{AA9D65F4-F4E7-7BE6-20D3-0D727E123AED}"/>
              </a:ext>
            </a:extLst>
          </p:cNvPr>
          <p:cNvSpPr txBox="1"/>
          <p:nvPr/>
        </p:nvSpPr>
        <p:spPr>
          <a:xfrm>
            <a:off x="6087873" y="2674548"/>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37" name="TextBox 36">
            <a:extLst>
              <a:ext uri="{FF2B5EF4-FFF2-40B4-BE49-F238E27FC236}">
                <a16:creationId xmlns:a16="http://schemas.microsoft.com/office/drawing/2014/main" id="{CCD89ED2-DB71-4394-8A85-10CA02CB15F6}"/>
              </a:ext>
            </a:extLst>
          </p:cNvPr>
          <p:cNvSpPr txBox="1"/>
          <p:nvPr/>
        </p:nvSpPr>
        <p:spPr>
          <a:xfrm>
            <a:off x="6236677" y="4909004"/>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38" name="Right Brace 37">
            <a:extLst>
              <a:ext uri="{FF2B5EF4-FFF2-40B4-BE49-F238E27FC236}">
                <a16:creationId xmlns:a16="http://schemas.microsoft.com/office/drawing/2014/main" id="{F02E0666-F567-4C4A-EF62-0DECA5779CBC}"/>
              </a:ext>
            </a:extLst>
          </p:cNvPr>
          <p:cNvSpPr/>
          <p:nvPr/>
        </p:nvSpPr>
        <p:spPr>
          <a:xfrm>
            <a:off x="10779001" y="2150749"/>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9" name="Right Brace 38">
            <a:extLst>
              <a:ext uri="{FF2B5EF4-FFF2-40B4-BE49-F238E27FC236}">
                <a16:creationId xmlns:a16="http://schemas.microsoft.com/office/drawing/2014/main" id="{B0E495B8-7282-F03B-A972-6AB43C48F6CB}"/>
              </a:ext>
            </a:extLst>
          </p:cNvPr>
          <p:cNvSpPr/>
          <p:nvPr/>
        </p:nvSpPr>
        <p:spPr>
          <a:xfrm>
            <a:off x="10779001" y="6278163"/>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0" name="Rectangle 39">
            <a:extLst>
              <a:ext uri="{FF2B5EF4-FFF2-40B4-BE49-F238E27FC236}">
                <a16:creationId xmlns:a16="http://schemas.microsoft.com/office/drawing/2014/main" id="{5147B84F-87CB-216D-1852-B550D2405F12}"/>
              </a:ext>
            </a:extLst>
          </p:cNvPr>
          <p:cNvSpPr/>
          <p:nvPr/>
        </p:nvSpPr>
        <p:spPr>
          <a:xfrm>
            <a:off x="11811434" y="2150749"/>
            <a:ext cx="717709" cy="3382528"/>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Connector 41">
            <a:extLst>
              <a:ext uri="{FF2B5EF4-FFF2-40B4-BE49-F238E27FC236}">
                <a16:creationId xmlns:a16="http://schemas.microsoft.com/office/drawing/2014/main" id="{07C126F3-F114-5CDE-D6A2-E5985D239A83}"/>
              </a:ext>
            </a:extLst>
          </p:cNvPr>
          <p:cNvCxnSpPr>
            <a:stCxn id="40" idx="1"/>
            <a:endCxn id="40" idx="3"/>
          </p:cNvCxnSpPr>
          <p:nvPr/>
        </p:nvCxnSpPr>
        <p:spPr>
          <a:xfrm>
            <a:off x="11811434" y="3842013"/>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0DC6BAE-4A97-C9A5-7A92-B3A7E197FBAC}"/>
              </a:ext>
            </a:extLst>
          </p:cNvPr>
          <p:cNvCxnSpPr/>
          <p:nvPr/>
        </p:nvCxnSpPr>
        <p:spPr>
          <a:xfrm>
            <a:off x="11811434" y="4671142"/>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ACBC2E3C-7CF4-5CC4-AAF4-CB26A139D4EA}"/>
              </a:ext>
            </a:extLst>
          </p:cNvPr>
          <p:cNvCxnSpPr/>
          <p:nvPr/>
        </p:nvCxnSpPr>
        <p:spPr>
          <a:xfrm>
            <a:off x="11811434" y="5155191"/>
            <a:ext cx="717709"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0EE5852B-D2B0-30DF-B678-A88DD1740E8A}"/>
              </a:ext>
            </a:extLst>
          </p:cNvPr>
          <p:cNvSpPr/>
          <p:nvPr/>
        </p:nvSpPr>
        <p:spPr>
          <a:xfrm>
            <a:off x="11820497" y="6304050"/>
            <a:ext cx="717709" cy="3382528"/>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2C59657-9515-CB06-5D64-D494FBFD20EE}"/>
              </a:ext>
            </a:extLst>
          </p:cNvPr>
          <p:cNvCxnSpPr>
            <a:stCxn id="8" idx="1"/>
            <a:endCxn id="8" idx="3"/>
          </p:cNvCxnSpPr>
          <p:nvPr/>
        </p:nvCxnSpPr>
        <p:spPr>
          <a:xfrm>
            <a:off x="11820497" y="7995314"/>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4501448B-B235-6449-A076-1E2D2FAB2D35}"/>
              </a:ext>
            </a:extLst>
          </p:cNvPr>
          <p:cNvCxnSpPr/>
          <p:nvPr/>
        </p:nvCxnSpPr>
        <p:spPr>
          <a:xfrm>
            <a:off x="11820497" y="8452514"/>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0D9900EB-DB14-24A5-83E1-CB80AE39B7AF}"/>
              </a:ext>
            </a:extLst>
          </p:cNvPr>
          <p:cNvCxnSpPr/>
          <p:nvPr/>
        </p:nvCxnSpPr>
        <p:spPr>
          <a:xfrm>
            <a:off x="11820497" y="8863994"/>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5B9522E4-0A2D-1B1B-24F4-CFD2927E611D}"/>
              </a:ext>
            </a:extLst>
          </p:cNvPr>
          <p:cNvCxnSpPr/>
          <p:nvPr/>
        </p:nvCxnSpPr>
        <p:spPr>
          <a:xfrm>
            <a:off x="11820497" y="9220440"/>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C39CEB97-767F-46A7-72AE-558AB29EDD86}"/>
              </a:ext>
            </a:extLst>
          </p:cNvPr>
          <p:cNvCxnSpPr/>
          <p:nvPr/>
        </p:nvCxnSpPr>
        <p:spPr>
          <a:xfrm>
            <a:off x="11820497" y="9487307"/>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D8FD9F61-C00F-52AB-E345-C1A3F13B4418}"/>
              </a:ext>
            </a:extLst>
          </p:cNvPr>
          <p:cNvCxnSpPr/>
          <p:nvPr/>
        </p:nvCxnSpPr>
        <p:spPr>
          <a:xfrm>
            <a:off x="14120812" y="1903906"/>
            <a:ext cx="0" cy="267579"/>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040A1CCA-19E3-8EE3-CCF2-B29599D06092}"/>
              </a:ext>
            </a:extLst>
          </p:cNvPr>
          <p:cNvCxnSpPr>
            <a:cxnSpLocks/>
          </p:cNvCxnSpPr>
          <p:nvPr/>
        </p:nvCxnSpPr>
        <p:spPr>
          <a:xfrm>
            <a:off x="13487400" y="2172353"/>
            <a:ext cx="0" cy="1687092"/>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543CE367-93E7-C588-93C7-01E30D3BA644}"/>
              </a:ext>
            </a:extLst>
          </p:cNvPr>
          <p:cNvCxnSpPr>
            <a:cxnSpLocks/>
          </p:cNvCxnSpPr>
          <p:nvPr/>
        </p:nvCxnSpPr>
        <p:spPr>
          <a:xfrm>
            <a:off x="14754224" y="2169104"/>
            <a:ext cx="0" cy="2913436"/>
          </a:xfrm>
          <a:prstGeom prst="line">
            <a:avLst/>
          </a:prstGeom>
          <a:ln w="28575"/>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324025B-5F72-FBB8-927D-4504B9095EE4}"/>
              </a:ext>
            </a:extLst>
          </p:cNvPr>
          <p:cNvCxnSpPr>
            <a:cxnSpLocks/>
          </p:cNvCxnSpPr>
          <p:nvPr/>
        </p:nvCxnSpPr>
        <p:spPr>
          <a:xfrm flipH="1">
            <a:off x="13487400" y="2171485"/>
            <a:ext cx="12668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A17B462D-11C0-416B-D942-E01070C1D5D1}"/>
              </a:ext>
            </a:extLst>
          </p:cNvPr>
          <p:cNvCxnSpPr/>
          <p:nvPr/>
        </p:nvCxnSpPr>
        <p:spPr>
          <a:xfrm>
            <a:off x="13128545" y="3859445"/>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7FD29D97-87FE-5165-1344-616C397BE646}"/>
              </a:ext>
            </a:extLst>
          </p:cNvPr>
          <p:cNvCxnSpPr>
            <a:cxnSpLocks/>
          </p:cNvCxnSpPr>
          <p:nvPr/>
        </p:nvCxnSpPr>
        <p:spPr>
          <a:xfrm>
            <a:off x="13846254" y="3859445"/>
            <a:ext cx="0" cy="791136"/>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F9F7F0D5-6BA9-7572-1263-2DCEA8F952D3}"/>
              </a:ext>
            </a:extLst>
          </p:cNvPr>
          <p:cNvCxnSpPr>
            <a:cxnSpLocks/>
          </p:cNvCxnSpPr>
          <p:nvPr/>
        </p:nvCxnSpPr>
        <p:spPr>
          <a:xfrm>
            <a:off x="13128545" y="3851825"/>
            <a:ext cx="0" cy="1673832"/>
          </a:xfrm>
          <a:prstGeom prst="line">
            <a:avLst/>
          </a:prstGeom>
          <a:ln w="28575"/>
        </p:spPr>
        <p:style>
          <a:lnRef idx="1">
            <a:schemeClr val="dk1"/>
          </a:lnRef>
          <a:fillRef idx="0">
            <a:schemeClr val="dk1"/>
          </a:fillRef>
          <a:effectRef idx="0">
            <a:schemeClr val="dk1"/>
          </a:effectRef>
          <a:fontRef idx="minor">
            <a:schemeClr val="tx1"/>
          </a:fontRef>
        </p:style>
      </p:cxnSp>
      <p:sp>
        <p:nvSpPr>
          <p:cNvPr id="538" name="TextBox 537">
            <a:extLst>
              <a:ext uri="{FF2B5EF4-FFF2-40B4-BE49-F238E27FC236}">
                <a16:creationId xmlns:a16="http://schemas.microsoft.com/office/drawing/2014/main" id="{8D0B70CA-A8BF-966C-3058-CC894F5C3539}"/>
              </a:ext>
            </a:extLst>
          </p:cNvPr>
          <p:cNvSpPr txBox="1"/>
          <p:nvPr/>
        </p:nvSpPr>
        <p:spPr>
          <a:xfrm>
            <a:off x="11992064" y="2845527"/>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2</a:t>
            </a:r>
          </a:p>
        </p:txBody>
      </p:sp>
      <p:sp>
        <p:nvSpPr>
          <p:cNvPr id="539" name="TextBox 538">
            <a:extLst>
              <a:ext uri="{FF2B5EF4-FFF2-40B4-BE49-F238E27FC236}">
                <a16:creationId xmlns:a16="http://schemas.microsoft.com/office/drawing/2014/main" id="{08DFE627-050B-485C-9A56-7429791011E0}"/>
              </a:ext>
            </a:extLst>
          </p:cNvPr>
          <p:cNvSpPr txBox="1"/>
          <p:nvPr/>
        </p:nvSpPr>
        <p:spPr>
          <a:xfrm>
            <a:off x="11995698" y="4081206"/>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3</a:t>
            </a:r>
          </a:p>
        </p:txBody>
      </p:sp>
      <p:sp>
        <p:nvSpPr>
          <p:cNvPr id="540" name="TextBox 539">
            <a:extLst>
              <a:ext uri="{FF2B5EF4-FFF2-40B4-BE49-F238E27FC236}">
                <a16:creationId xmlns:a16="http://schemas.microsoft.com/office/drawing/2014/main" id="{8F97CEF0-68BC-653E-44E7-61C38C4E80A4}"/>
              </a:ext>
            </a:extLst>
          </p:cNvPr>
          <p:cNvSpPr txBox="1"/>
          <p:nvPr/>
        </p:nvSpPr>
        <p:spPr>
          <a:xfrm>
            <a:off x="11988792" y="4753548"/>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4</a:t>
            </a:r>
          </a:p>
        </p:txBody>
      </p:sp>
      <p:sp>
        <p:nvSpPr>
          <p:cNvPr id="541" name="TextBox 540">
            <a:extLst>
              <a:ext uri="{FF2B5EF4-FFF2-40B4-BE49-F238E27FC236}">
                <a16:creationId xmlns:a16="http://schemas.microsoft.com/office/drawing/2014/main" id="{65C7E3F0-87DA-D100-94CC-66AF3B176F07}"/>
              </a:ext>
            </a:extLst>
          </p:cNvPr>
          <p:cNvSpPr txBox="1"/>
          <p:nvPr/>
        </p:nvSpPr>
        <p:spPr>
          <a:xfrm>
            <a:off x="11996256" y="5195672"/>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5</a:t>
            </a:r>
          </a:p>
        </p:txBody>
      </p:sp>
      <p:sp>
        <p:nvSpPr>
          <p:cNvPr id="542" name="TextBox 541">
            <a:extLst>
              <a:ext uri="{FF2B5EF4-FFF2-40B4-BE49-F238E27FC236}">
                <a16:creationId xmlns:a16="http://schemas.microsoft.com/office/drawing/2014/main" id="{CB1EB8FC-466A-39D9-C7E6-D1F70BAB45CB}"/>
              </a:ext>
            </a:extLst>
          </p:cNvPr>
          <p:cNvSpPr txBox="1"/>
          <p:nvPr/>
        </p:nvSpPr>
        <p:spPr>
          <a:xfrm>
            <a:off x="11995400" y="6906247"/>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2</a:t>
            </a:r>
          </a:p>
        </p:txBody>
      </p:sp>
      <p:sp>
        <p:nvSpPr>
          <p:cNvPr id="543" name="TextBox 542">
            <a:extLst>
              <a:ext uri="{FF2B5EF4-FFF2-40B4-BE49-F238E27FC236}">
                <a16:creationId xmlns:a16="http://schemas.microsoft.com/office/drawing/2014/main" id="{62B9D140-C7CC-C0EA-DF9E-177E42C46815}"/>
              </a:ext>
            </a:extLst>
          </p:cNvPr>
          <p:cNvSpPr txBox="1"/>
          <p:nvPr/>
        </p:nvSpPr>
        <p:spPr>
          <a:xfrm>
            <a:off x="12004463" y="8077720"/>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3</a:t>
            </a:r>
          </a:p>
        </p:txBody>
      </p:sp>
      <p:sp>
        <p:nvSpPr>
          <p:cNvPr id="544" name="TextBox 543">
            <a:extLst>
              <a:ext uri="{FF2B5EF4-FFF2-40B4-BE49-F238E27FC236}">
                <a16:creationId xmlns:a16="http://schemas.microsoft.com/office/drawing/2014/main" id="{8FB27798-5BCE-3623-9E7E-CD54C02ECFBC}"/>
              </a:ext>
            </a:extLst>
          </p:cNvPr>
          <p:cNvSpPr txBox="1"/>
          <p:nvPr/>
        </p:nvSpPr>
        <p:spPr>
          <a:xfrm>
            <a:off x="11995400" y="8518530"/>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4</a:t>
            </a:r>
          </a:p>
        </p:txBody>
      </p:sp>
      <p:sp>
        <p:nvSpPr>
          <p:cNvPr id="545" name="TextBox 544">
            <a:extLst>
              <a:ext uri="{FF2B5EF4-FFF2-40B4-BE49-F238E27FC236}">
                <a16:creationId xmlns:a16="http://schemas.microsoft.com/office/drawing/2014/main" id="{4AD7F90D-79C7-C3DA-8A79-3DB52761FA55}"/>
              </a:ext>
            </a:extLst>
          </p:cNvPr>
          <p:cNvSpPr txBox="1"/>
          <p:nvPr/>
        </p:nvSpPr>
        <p:spPr>
          <a:xfrm>
            <a:off x="11995400" y="8896023"/>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5</a:t>
            </a:r>
          </a:p>
        </p:txBody>
      </p:sp>
      <p:sp>
        <p:nvSpPr>
          <p:cNvPr id="546" name="TextBox 545">
            <a:extLst>
              <a:ext uri="{FF2B5EF4-FFF2-40B4-BE49-F238E27FC236}">
                <a16:creationId xmlns:a16="http://schemas.microsoft.com/office/drawing/2014/main" id="{4F18CB82-EB07-236A-B1AE-FA9A6CC100A8}"/>
              </a:ext>
            </a:extLst>
          </p:cNvPr>
          <p:cNvSpPr txBox="1"/>
          <p:nvPr/>
        </p:nvSpPr>
        <p:spPr>
          <a:xfrm>
            <a:off x="11995400" y="9194919"/>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6</a:t>
            </a:r>
          </a:p>
        </p:txBody>
      </p:sp>
      <p:sp>
        <p:nvSpPr>
          <p:cNvPr id="547" name="TextBox 546">
            <a:extLst>
              <a:ext uri="{FF2B5EF4-FFF2-40B4-BE49-F238E27FC236}">
                <a16:creationId xmlns:a16="http://schemas.microsoft.com/office/drawing/2014/main" id="{E2ED86BE-E7B1-02CB-A0E0-EB31138654CF}"/>
              </a:ext>
            </a:extLst>
          </p:cNvPr>
          <p:cNvSpPr txBox="1"/>
          <p:nvPr/>
        </p:nvSpPr>
        <p:spPr>
          <a:xfrm>
            <a:off x="11995400" y="9435743"/>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7</a:t>
            </a:r>
          </a:p>
        </p:txBody>
      </p:sp>
      <p:sp>
        <p:nvSpPr>
          <p:cNvPr id="548" name="Rectangle 547">
            <a:extLst>
              <a:ext uri="{FF2B5EF4-FFF2-40B4-BE49-F238E27FC236}">
                <a16:creationId xmlns:a16="http://schemas.microsoft.com/office/drawing/2014/main" id="{209ED7BE-8854-30D5-5ADE-95299A18A8CA}"/>
              </a:ext>
            </a:extLst>
          </p:cNvPr>
          <p:cNvSpPr/>
          <p:nvPr/>
        </p:nvSpPr>
        <p:spPr>
          <a:xfrm>
            <a:off x="7928922" y="6676843"/>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49" name="Rectangle 548">
            <a:extLst>
              <a:ext uri="{FF2B5EF4-FFF2-40B4-BE49-F238E27FC236}">
                <a16:creationId xmlns:a16="http://schemas.microsoft.com/office/drawing/2014/main" id="{188DAF16-7E40-EB4B-8490-1418E3FD7FEB}"/>
              </a:ext>
            </a:extLst>
          </p:cNvPr>
          <p:cNvSpPr/>
          <p:nvPr/>
        </p:nvSpPr>
        <p:spPr>
          <a:xfrm>
            <a:off x="7703312" y="9016461"/>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50" name="Rectangle 549">
            <a:extLst>
              <a:ext uri="{FF2B5EF4-FFF2-40B4-BE49-F238E27FC236}">
                <a16:creationId xmlns:a16="http://schemas.microsoft.com/office/drawing/2014/main" id="{C18AC4B3-31C8-BFAB-DB48-D8A93E857322}"/>
              </a:ext>
            </a:extLst>
          </p:cNvPr>
          <p:cNvSpPr/>
          <p:nvPr/>
        </p:nvSpPr>
        <p:spPr>
          <a:xfrm>
            <a:off x="8129122" y="7617680"/>
            <a:ext cx="479985" cy="139877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552" name="Straight Arrow Connector 551">
            <a:extLst>
              <a:ext uri="{FF2B5EF4-FFF2-40B4-BE49-F238E27FC236}">
                <a16:creationId xmlns:a16="http://schemas.microsoft.com/office/drawing/2014/main" id="{53EE8D30-D44B-2FB7-0A15-EF1E213BC83F}"/>
              </a:ext>
            </a:extLst>
          </p:cNvPr>
          <p:cNvCxnSpPr>
            <a:cxnSpLocks/>
          </p:cNvCxnSpPr>
          <p:nvPr/>
        </p:nvCxnSpPr>
        <p:spPr>
          <a:xfrm>
            <a:off x="7516619" y="6662107"/>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553" name="TextBox 552">
            <a:extLst>
              <a:ext uri="{FF2B5EF4-FFF2-40B4-BE49-F238E27FC236}">
                <a16:creationId xmlns:a16="http://schemas.microsoft.com/office/drawing/2014/main" id="{C303CF05-0C7E-3454-E9B6-51B3C100787A}"/>
              </a:ext>
            </a:extLst>
          </p:cNvPr>
          <p:cNvSpPr txBox="1"/>
          <p:nvPr/>
        </p:nvSpPr>
        <p:spPr>
          <a:xfrm rot="16200000">
            <a:off x="6712972" y="7488690"/>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554" name="TextBox 553">
            <a:extLst>
              <a:ext uri="{FF2B5EF4-FFF2-40B4-BE49-F238E27FC236}">
                <a16:creationId xmlns:a16="http://schemas.microsoft.com/office/drawing/2014/main" id="{8F6614CA-A780-C780-CC5F-7DE02A3A861E}"/>
              </a:ext>
            </a:extLst>
          </p:cNvPr>
          <p:cNvSpPr txBox="1"/>
          <p:nvPr/>
        </p:nvSpPr>
        <p:spPr>
          <a:xfrm>
            <a:off x="6087873" y="6510392"/>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555" name="TextBox 554">
            <a:extLst>
              <a:ext uri="{FF2B5EF4-FFF2-40B4-BE49-F238E27FC236}">
                <a16:creationId xmlns:a16="http://schemas.microsoft.com/office/drawing/2014/main" id="{10FC9D5D-70AD-201D-54FA-E417F20A17DA}"/>
              </a:ext>
            </a:extLst>
          </p:cNvPr>
          <p:cNvSpPr txBox="1"/>
          <p:nvPr/>
        </p:nvSpPr>
        <p:spPr>
          <a:xfrm>
            <a:off x="6236677" y="8744848"/>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cxnSp>
        <p:nvCxnSpPr>
          <p:cNvPr id="559" name="Straight Connector 558">
            <a:extLst>
              <a:ext uri="{FF2B5EF4-FFF2-40B4-BE49-F238E27FC236}">
                <a16:creationId xmlns:a16="http://schemas.microsoft.com/office/drawing/2014/main" id="{7F48879A-C9E7-ABF9-4521-58140B028D75}"/>
              </a:ext>
            </a:extLst>
          </p:cNvPr>
          <p:cNvCxnSpPr/>
          <p:nvPr/>
        </p:nvCxnSpPr>
        <p:spPr>
          <a:xfrm>
            <a:off x="13571219" y="4650581"/>
            <a:ext cx="54864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60" name="Straight Connector 559">
            <a:extLst>
              <a:ext uri="{FF2B5EF4-FFF2-40B4-BE49-F238E27FC236}">
                <a16:creationId xmlns:a16="http://schemas.microsoft.com/office/drawing/2014/main" id="{99DCEC82-2C1B-D0CD-A9C3-187DB7199907}"/>
              </a:ext>
            </a:extLst>
          </p:cNvPr>
          <p:cNvCxnSpPr>
            <a:cxnSpLocks/>
          </p:cNvCxnSpPr>
          <p:nvPr/>
        </p:nvCxnSpPr>
        <p:spPr>
          <a:xfrm>
            <a:off x="13571934" y="4635885"/>
            <a:ext cx="0" cy="889772"/>
          </a:xfrm>
          <a:prstGeom prst="line">
            <a:avLst/>
          </a:prstGeom>
          <a:ln w="28575"/>
        </p:spPr>
        <p:style>
          <a:lnRef idx="1">
            <a:schemeClr val="dk1"/>
          </a:lnRef>
          <a:fillRef idx="0">
            <a:schemeClr val="dk1"/>
          </a:fillRef>
          <a:effectRef idx="0">
            <a:schemeClr val="dk1"/>
          </a:effectRef>
          <a:fontRef idx="minor">
            <a:schemeClr val="tx1"/>
          </a:fontRef>
        </p:style>
      </p:cxnSp>
      <p:cxnSp>
        <p:nvCxnSpPr>
          <p:cNvPr id="562" name="Straight Connector 561">
            <a:extLst>
              <a:ext uri="{FF2B5EF4-FFF2-40B4-BE49-F238E27FC236}">
                <a16:creationId xmlns:a16="http://schemas.microsoft.com/office/drawing/2014/main" id="{926AD675-87F6-DF11-AD8D-B7DEDA6D62D6}"/>
              </a:ext>
            </a:extLst>
          </p:cNvPr>
          <p:cNvCxnSpPr>
            <a:cxnSpLocks/>
          </p:cNvCxnSpPr>
          <p:nvPr/>
        </p:nvCxnSpPr>
        <p:spPr>
          <a:xfrm>
            <a:off x="14102476" y="4643505"/>
            <a:ext cx="0" cy="889772"/>
          </a:xfrm>
          <a:prstGeom prst="line">
            <a:avLst/>
          </a:prstGeom>
          <a:ln w="28575"/>
        </p:spPr>
        <p:style>
          <a:lnRef idx="1">
            <a:schemeClr val="dk1"/>
          </a:lnRef>
          <a:fillRef idx="0">
            <a:schemeClr val="dk1"/>
          </a:fillRef>
          <a:effectRef idx="0">
            <a:schemeClr val="dk1"/>
          </a:effectRef>
          <a:fontRef idx="minor">
            <a:schemeClr val="tx1"/>
          </a:fontRef>
        </p:style>
      </p:cxnSp>
      <p:cxnSp>
        <p:nvCxnSpPr>
          <p:cNvPr id="563" name="Straight Connector 562">
            <a:extLst>
              <a:ext uri="{FF2B5EF4-FFF2-40B4-BE49-F238E27FC236}">
                <a16:creationId xmlns:a16="http://schemas.microsoft.com/office/drawing/2014/main" id="{B242541C-75B3-EDA7-6132-B43ACB47EEA9}"/>
              </a:ext>
            </a:extLst>
          </p:cNvPr>
          <p:cNvCxnSpPr/>
          <p:nvPr/>
        </p:nvCxnSpPr>
        <p:spPr>
          <a:xfrm>
            <a:off x="14508479" y="5108969"/>
            <a:ext cx="54864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64" name="Straight Connector 563">
            <a:extLst>
              <a:ext uri="{FF2B5EF4-FFF2-40B4-BE49-F238E27FC236}">
                <a16:creationId xmlns:a16="http://schemas.microsoft.com/office/drawing/2014/main" id="{7DF3CFFA-9CF1-4063-ED25-F6BD90DA2B85}"/>
              </a:ext>
            </a:extLst>
          </p:cNvPr>
          <p:cNvCxnSpPr>
            <a:cxnSpLocks/>
          </p:cNvCxnSpPr>
          <p:nvPr/>
        </p:nvCxnSpPr>
        <p:spPr>
          <a:xfrm>
            <a:off x="14509194" y="5094273"/>
            <a:ext cx="0" cy="431384"/>
          </a:xfrm>
          <a:prstGeom prst="line">
            <a:avLst/>
          </a:prstGeom>
          <a:ln w="28575"/>
        </p:spPr>
        <p:style>
          <a:lnRef idx="1">
            <a:schemeClr val="dk1"/>
          </a:lnRef>
          <a:fillRef idx="0">
            <a:schemeClr val="dk1"/>
          </a:fillRef>
          <a:effectRef idx="0">
            <a:schemeClr val="dk1"/>
          </a:effectRef>
          <a:fontRef idx="minor">
            <a:schemeClr val="tx1"/>
          </a:fontRef>
        </p:style>
      </p:cxnSp>
      <p:cxnSp>
        <p:nvCxnSpPr>
          <p:cNvPr id="565" name="Straight Connector 564">
            <a:extLst>
              <a:ext uri="{FF2B5EF4-FFF2-40B4-BE49-F238E27FC236}">
                <a16:creationId xmlns:a16="http://schemas.microsoft.com/office/drawing/2014/main" id="{8F66ECA1-5E71-5834-FE62-54519419F446}"/>
              </a:ext>
            </a:extLst>
          </p:cNvPr>
          <p:cNvCxnSpPr>
            <a:cxnSpLocks/>
          </p:cNvCxnSpPr>
          <p:nvPr/>
        </p:nvCxnSpPr>
        <p:spPr>
          <a:xfrm>
            <a:off x="15039736" y="5101893"/>
            <a:ext cx="0" cy="423764"/>
          </a:xfrm>
          <a:prstGeom prst="line">
            <a:avLst/>
          </a:prstGeom>
          <a:ln w="28575"/>
        </p:spPr>
        <p:style>
          <a:lnRef idx="1">
            <a:schemeClr val="dk1"/>
          </a:lnRef>
          <a:fillRef idx="0">
            <a:schemeClr val="dk1"/>
          </a:fillRef>
          <a:effectRef idx="0">
            <a:schemeClr val="dk1"/>
          </a:effectRef>
          <a:fontRef idx="minor">
            <a:schemeClr val="tx1"/>
          </a:fontRef>
        </p:style>
      </p:cxnSp>
      <p:cxnSp>
        <p:nvCxnSpPr>
          <p:cNvPr id="569" name="Straight Connector 568">
            <a:extLst>
              <a:ext uri="{FF2B5EF4-FFF2-40B4-BE49-F238E27FC236}">
                <a16:creationId xmlns:a16="http://schemas.microsoft.com/office/drawing/2014/main" id="{816F2DFD-B400-0FC0-E319-A51D9CC619B1}"/>
              </a:ext>
            </a:extLst>
          </p:cNvPr>
          <p:cNvCxnSpPr/>
          <p:nvPr/>
        </p:nvCxnSpPr>
        <p:spPr>
          <a:xfrm>
            <a:off x="14120812" y="6012866"/>
            <a:ext cx="0" cy="267579"/>
          </a:xfrm>
          <a:prstGeom prst="line">
            <a:avLst/>
          </a:prstGeom>
          <a:ln w="28575"/>
        </p:spPr>
        <p:style>
          <a:lnRef idx="1">
            <a:schemeClr val="dk1"/>
          </a:lnRef>
          <a:fillRef idx="0">
            <a:schemeClr val="dk1"/>
          </a:fillRef>
          <a:effectRef idx="0">
            <a:schemeClr val="dk1"/>
          </a:effectRef>
          <a:fontRef idx="minor">
            <a:schemeClr val="tx1"/>
          </a:fontRef>
        </p:style>
      </p:cxnSp>
      <p:cxnSp>
        <p:nvCxnSpPr>
          <p:cNvPr id="570" name="Straight Connector 569">
            <a:extLst>
              <a:ext uri="{FF2B5EF4-FFF2-40B4-BE49-F238E27FC236}">
                <a16:creationId xmlns:a16="http://schemas.microsoft.com/office/drawing/2014/main" id="{C89F38CA-35CD-985F-725E-366E5D18850C}"/>
              </a:ext>
            </a:extLst>
          </p:cNvPr>
          <p:cNvCxnSpPr>
            <a:cxnSpLocks/>
          </p:cNvCxnSpPr>
          <p:nvPr/>
        </p:nvCxnSpPr>
        <p:spPr>
          <a:xfrm>
            <a:off x="13487400" y="6281313"/>
            <a:ext cx="0" cy="1687092"/>
          </a:xfrm>
          <a:prstGeom prst="line">
            <a:avLst/>
          </a:prstGeom>
          <a:ln w="28575"/>
        </p:spPr>
        <p:style>
          <a:lnRef idx="1">
            <a:schemeClr val="dk1"/>
          </a:lnRef>
          <a:fillRef idx="0">
            <a:schemeClr val="dk1"/>
          </a:fillRef>
          <a:effectRef idx="0">
            <a:schemeClr val="dk1"/>
          </a:effectRef>
          <a:fontRef idx="minor">
            <a:schemeClr val="tx1"/>
          </a:fontRef>
        </p:style>
      </p:cxnSp>
      <p:cxnSp>
        <p:nvCxnSpPr>
          <p:cNvPr id="571" name="Straight Connector 570">
            <a:extLst>
              <a:ext uri="{FF2B5EF4-FFF2-40B4-BE49-F238E27FC236}">
                <a16:creationId xmlns:a16="http://schemas.microsoft.com/office/drawing/2014/main" id="{C5696FC5-E215-197E-F75F-2677995F6A87}"/>
              </a:ext>
            </a:extLst>
          </p:cNvPr>
          <p:cNvCxnSpPr>
            <a:cxnSpLocks/>
          </p:cNvCxnSpPr>
          <p:nvPr/>
        </p:nvCxnSpPr>
        <p:spPr>
          <a:xfrm>
            <a:off x="14754224" y="6278064"/>
            <a:ext cx="0" cy="2913436"/>
          </a:xfrm>
          <a:prstGeom prst="line">
            <a:avLst/>
          </a:prstGeom>
          <a:ln w="28575"/>
        </p:spPr>
        <p:style>
          <a:lnRef idx="1">
            <a:schemeClr val="dk1"/>
          </a:lnRef>
          <a:fillRef idx="0">
            <a:schemeClr val="dk1"/>
          </a:fillRef>
          <a:effectRef idx="0">
            <a:schemeClr val="dk1"/>
          </a:effectRef>
          <a:fontRef idx="minor">
            <a:schemeClr val="tx1"/>
          </a:fontRef>
        </p:style>
      </p:cxnSp>
      <p:cxnSp>
        <p:nvCxnSpPr>
          <p:cNvPr id="572" name="Straight Connector 571">
            <a:extLst>
              <a:ext uri="{FF2B5EF4-FFF2-40B4-BE49-F238E27FC236}">
                <a16:creationId xmlns:a16="http://schemas.microsoft.com/office/drawing/2014/main" id="{5E790235-3F78-96E0-EC39-B1813FB38B82}"/>
              </a:ext>
            </a:extLst>
          </p:cNvPr>
          <p:cNvCxnSpPr>
            <a:cxnSpLocks/>
          </p:cNvCxnSpPr>
          <p:nvPr/>
        </p:nvCxnSpPr>
        <p:spPr>
          <a:xfrm flipH="1">
            <a:off x="13487400" y="6280445"/>
            <a:ext cx="12668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73" name="Straight Connector 572">
            <a:extLst>
              <a:ext uri="{FF2B5EF4-FFF2-40B4-BE49-F238E27FC236}">
                <a16:creationId xmlns:a16="http://schemas.microsoft.com/office/drawing/2014/main" id="{CA8BBC4A-6621-F603-50DF-9A73582263A4}"/>
              </a:ext>
            </a:extLst>
          </p:cNvPr>
          <p:cNvCxnSpPr/>
          <p:nvPr/>
        </p:nvCxnSpPr>
        <p:spPr>
          <a:xfrm>
            <a:off x="13128545" y="7968405"/>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74" name="Straight Connector 573">
            <a:extLst>
              <a:ext uri="{FF2B5EF4-FFF2-40B4-BE49-F238E27FC236}">
                <a16:creationId xmlns:a16="http://schemas.microsoft.com/office/drawing/2014/main" id="{DB6B97E6-E423-E8A9-0D8C-1F99555A9385}"/>
              </a:ext>
            </a:extLst>
          </p:cNvPr>
          <p:cNvCxnSpPr>
            <a:cxnSpLocks/>
          </p:cNvCxnSpPr>
          <p:nvPr/>
        </p:nvCxnSpPr>
        <p:spPr>
          <a:xfrm>
            <a:off x="13846254" y="7968405"/>
            <a:ext cx="0" cy="835586"/>
          </a:xfrm>
          <a:prstGeom prst="line">
            <a:avLst/>
          </a:prstGeom>
          <a:ln w="28575"/>
        </p:spPr>
        <p:style>
          <a:lnRef idx="1">
            <a:schemeClr val="dk1"/>
          </a:lnRef>
          <a:fillRef idx="0">
            <a:schemeClr val="dk1"/>
          </a:fillRef>
          <a:effectRef idx="0">
            <a:schemeClr val="dk1"/>
          </a:effectRef>
          <a:fontRef idx="minor">
            <a:schemeClr val="tx1"/>
          </a:fontRef>
        </p:style>
      </p:cxnSp>
      <p:cxnSp>
        <p:nvCxnSpPr>
          <p:cNvPr id="575" name="Straight Connector 574">
            <a:extLst>
              <a:ext uri="{FF2B5EF4-FFF2-40B4-BE49-F238E27FC236}">
                <a16:creationId xmlns:a16="http://schemas.microsoft.com/office/drawing/2014/main" id="{E097B205-3814-E199-FAB2-196CAE96E091}"/>
              </a:ext>
            </a:extLst>
          </p:cNvPr>
          <p:cNvCxnSpPr>
            <a:cxnSpLocks/>
          </p:cNvCxnSpPr>
          <p:nvPr/>
        </p:nvCxnSpPr>
        <p:spPr>
          <a:xfrm>
            <a:off x="13128545" y="7960785"/>
            <a:ext cx="0" cy="491729"/>
          </a:xfrm>
          <a:prstGeom prst="line">
            <a:avLst/>
          </a:prstGeom>
          <a:ln w="28575"/>
        </p:spPr>
        <p:style>
          <a:lnRef idx="1">
            <a:schemeClr val="dk1"/>
          </a:lnRef>
          <a:fillRef idx="0">
            <a:schemeClr val="dk1"/>
          </a:fillRef>
          <a:effectRef idx="0">
            <a:schemeClr val="dk1"/>
          </a:effectRef>
          <a:fontRef idx="minor">
            <a:schemeClr val="tx1"/>
          </a:fontRef>
        </p:style>
      </p:cxnSp>
      <p:cxnSp>
        <p:nvCxnSpPr>
          <p:cNvPr id="577" name="Straight Connector 576">
            <a:extLst>
              <a:ext uri="{FF2B5EF4-FFF2-40B4-BE49-F238E27FC236}">
                <a16:creationId xmlns:a16="http://schemas.microsoft.com/office/drawing/2014/main" id="{EB1DF1DB-C484-8F75-E82D-10E9B9600696}"/>
              </a:ext>
            </a:extLst>
          </p:cNvPr>
          <p:cNvCxnSpPr>
            <a:cxnSpLocks/>
          </p:cNvCxnSpPr>
          <p:nvPr/>
        </p:nvCxnSpPr>
        <p:spPr>
          <a:xfrm>
            <a:off x="13679884" y="8800907"/>
            <a:ext cx="5357" cy="701789"/>
          </a:xfrm>
          <a:prstGeom prst="line">
            <a:avLst/>
          </a:prstGeom>
          <a:ln w="28575"/>
        </p:spPr>
        <p:style>
          <a:lnRef idx="1">
            <a:schemeClr val="dk1"/>
          </a:lnRef>
          <a:fillRef idx="0">
            <a:schemeClr val="dk1"/>
          </a:fillRef>
          <a:effectRef idx="0">
            <a:schemeClr val="dk1"/>
          </a:effectRef>
          <a:fontRef idx="minor">
            <a:schemeClr val="tx1"/>
          </a:fontRef>
        </p:style>
      </p:cxnSp>
      <p:cxnSp>
        <p:nvCxnSpPr>
          <p:cNvPr id="578" name="Straight Connector 577">
            <a:extLst>
              <a:ext uri="{FF2B5EF4-FFF2-40B4-BE49-F238E27FC236}">
                <a16:creationId xmlns:a16="http://schemas.microsoft.com/office/drawing/2014/main" id="{804812A5-229D-1777-1021-CF7C6A77AD46}"/>
              </a:ext>
            </a:extLst>
          </p:cNvPr>
          <p:cNvCxnSpPr>
            <a:cxnSpLocks/>
          </p:cNvCxnSpPr>
          <p:nvPr/>
        </p:nvCxnSpPr>
        <p:spPr>
          <a:xfrm>
            <a:off x="14019926" y="8800907"/>
            <a:ext cx="0" cy="854189"/>
          </a:xfrm>
          <a:prstGeom prst="line">
            <a:avLst/>
          </a:prstGeom>
          <a:ln w="28575"/>
        </p:spPr>
        <p:style>
          <a:lnRef idx="1">
            <a:schemeClr val="dk1"/>
          </a:lnRef>
          <a:fillRef idx="0">
            <a:schemeClr val="dk1"/>
          </a:fillRef>
          <a:effectRef idx="0">
            <a:schemeClr val="dk1"/>
          </a:effectRef>
          <a:fontRef idx="minor">
            <a:schemeClr val="tx1"/>
          </a:fontRef>
        </p:style>
      </p:cxnSp>
      <p:cxnSp>
        <p:nvCxnSpPr>
          <p:cNvPr id="580" name="Straight Connector 579">
            <a:extLst>
              <a:ext uri="{FF2B5EF4-FFF2-40B4-BE49-F238E27FC236}">
                <a16:creationId xmlns:a16="http://schemas.microsoft.com/office/drawing/2014/main" id="{9FDDC84F-FC47-93D5-21B3-30F35BFB74B3}"/>
              </a:ext>
            </a:extLst>
          </p:cNvPr>
          <p:cNvCxnSpPr>
            <a:cxnSpLocks/>
          </p:cNvCxnSpPr>
          <p:nvPr/>
        </p:nvCxnSpPr>
        <p:spPr>
          <a:xfrm>
            <a:off x="14591744" y="9196883"/>
            <a:ext cx="0" cy="431384"/>
          </a:xfrm>
          <a:prstGeom prst="line">
            <a:avLst/>
          </a:prstGeom>
          <a:ln w="28575"/>
        </p:spPr>
        <p:style>
          <a:lnRef idx="1">
            <a:schemeClr val="dk1"/>
          </a:lnRef>
          <a:fillRef idx="0">
            <a:schemeClr val="dk1"/>
          </a:fillRef>
          <a:effectRef idx="0">
            <a:schemeClr val="dk1"/>
          </a:effectRef>
          <a:fontRef idx="minor">
            <a:schemeClr val="tx1"/>
          </a:fontRef>
        </p:style>
      </p:cxnSp>
      <p:cxnSp>
        <p:nvCxnSpPr>
          <p:cNvPr id="581" name="Straight Connector 580">
            <a:extLst>
              <a:ext uri="{FF2B5EF4-FFF2-40B4-BE49-F238E27FC236}">
                <a16:creationId xmlns:a16="http://schemas.microsoft.com/office/drawing/2014/main" id="{BEA6734A-AE96-C4D9-DE56-22EB5E9BB236}"/>
              </a:ext>
            </a:extLst>
          </p:cNvPr>
          <p:cNvCxnSpPr>
            <a:cxnSpLocks/>
          </p:cNvCxnSpPr>
          <p:nvPr/>
        </p:nvCxnSpPr>
        <p:spPr>
          <a:xfrm>
            <a:off x="14925436" y="9198153"/>
            <a:ext cx="0" cy="423764"/>
          </a:xfrm>
          <a:prstGeom prst="line">
            <a:avLst/>
          </a:prstGeom>
          <a:ln w="28575"/>
        </p:spPr>
        <p:style>
          <a:lnRef idx="1">
            <a:schemeClr val="dk1"/>
          </a:lnRef>
          <a:fillRef idx="0">
            <a:schemeClr val="dk1"/>
          </a:fillRef>
          <a:effectRef idx="0">
            <a:schemeClr val="dk1"/>
          </a:effectRef>
          <a:fontRef idx="minor">
            <a:schemeClr val="tx1"/>
          </a:fontRef>
        </p:style>
      </p:cxnSp>
      <p:cxnSp>
        <p:nvCxnSpPr>
          <p:cNvPr id="589" name="Straight Connector 588">
            <a:extLst>
              <a:ext uri="{FF2B5EF4-FFF2-40B4-BE49-F238E27FC236}">
                <a16:creationId xmlns:a16="http://schemas.microsoft.com/office/drawing/2014/main" id="{AA6C369A-DA59-44DF-DA7B-F44FEC9C6D76}"/>
              </a:ext>
            </a:extLst>
          </p:cNvPr>
          <p:cNvCxnSpPr>
            <a:cxnSpLocks/>
          </p:cNvCxnSpPr>
          <p:nvPr/>
        </p:nvCxnSpPr>
        <p:spPr>
          <a:xfrm>
            <a:off x="12961182" y="8458864"/>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1" name="Straight Connector 590">
            <a:extLst>
              <a:ext uri="{FF2B5EF4-FFF2-40B4-BE49-F238E27FC236}">
                <a16:creationId xmlns:a16="http://schemas.microsoft.com/office/drawing/2014/main" id="{C20CB841-78CB-7520-4EC5-5F4BF8883DBD}"/>
              </a:ext>
            </a:extLst>
          </p:cNvPr>
          <p:cNvCxnSpPr>
            <a:cxnSpLocks/>
          </p:cNvCxnSpPr>
          <p:nvPr/>
        </p:nvCxnSpPr>
        <p:spPr>
          <a:xfrm>
            <a:off x="13685241" y="8813607"/>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2" name="Straight Connector 591">
            <a:extLst>
              <a:ext uri="{FF2B5EF4-FFF2-40B4-BE49-F238E27FC236}">
                <a16:creationId xmlns:a16="http://schemas.microsoft.com/office/drawing/2014/main" id="{2EA0F03C-F88E-ED3B-9571-B12A4346A5BB}"/>
              </a:ext>
            </a:extLst>
          </p:cNvPr>
          <p:cNvCxnSpPr>
            <a:cxnSpLocks/>
          </p:cNvCxnSpPr>
          <p:nvPr/>
        </p:nvCxnSpPr>
        <p:spPr>
          <a:xfrm>
            <a:off x="14596306" y="9207740"/>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5" name="Straight Connector 594">
            <a:extLst>
              <a:ext uri="{FF2B5EF4-FFF2-40B4-BE49-F238E27FC236}">
                <a16:creationId xmlns:a16="http://schemas.microsoft.com/office/drawing/2014/main" id="{9372C950-5F87-5C03-6D15-2A5D96BBB904}"/>
              </a:ext>
            </a:extLst>
          </p:cNvPr>
          <p:cNvCxnSpPr>
            <a:cxnSpLocks/>
          </p:cNvCxnSpPr>
          <p:nvPr/>
        </p:nvCxnSpPr>
        <p:spPr>
          <a:xfrm>
            <a:off x="13524229" y="9487971"/>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6" name="Straight Connector 595">
            <a:extLst>
              <a:ext uri="{FF2B5EF4-FFF2-40B4-BE49-F238E27FC236}">
                <a16:creationId xmlns:a16="http://schemas.microsoft.com/office/drawing/2014/main" id="{DBF875D9-70C5-ACD5-50E0-ED8A4291A10F}"/>
              </a:ext>
            </a:extLst>
          </p:cNvPr>
          <p:cNvCxnSpPr>
            <a:cxnSpLocks/>
          </p:cNvCxnSpPr>
          <p:nvPr/>
        </p:nvCxnSpPr>
        <p:spPr>
          <a:xfrm>
            <a:off x="13837641" y="9480957"/>
            <a:ext cx="0" cy="167789"/>
          </a:xfrm>
          <a:prstGeom prst="line">
            <a:avLst/>
          </a:prstGeom>
          <a:ln w="28575"/>
        </p:spPr>
        <p:style>
          <a:lnRef idx="1">
            <a:schemeClr val="dk1"/>
          </a:lnRef>
          <a:fillRef idx="0">
            <a:schemeClr val="dk1"/>
          </a:fillRef>
          <a:effectRef idx="0">
            <a:schemeClr val="dk1"/>
          </a:effectRef>
          <a:fontRef idx="minor">
            <a:schemeClr val="tx1"/>
          </a:fontRef>
        </p:style>
      </p:cxnSp>
      <p:cxnSp>
        <p:nvCxnSpPr>
          <p:cNvPr id="598" name="Straight Connector 597">
            <a:extLst>
              <a:ext uri="{FF2B5EF4-FFF2-40B4-BE49-F238E27FC236}">
                <a16:creationId xmlns:a16="http://schemas.microsoft.com/office/drawing/2014/main" id="{59CDD2E2-5FED-3136-6BFB-E38ED1FC3C61}"/>
              </a:ext>
            </a:extLst>
          </p:cNvPr>
          <p:cNvCxnSpPr>
            <a:cxnSpLocks/>
          </p:cNvCxnSpPr>
          <p:nvPr/>
        </p:nvCxnSpPr>
        <p:spPr>
          <a:xfrm>
            <a:off x="13531570" y="9480957"/>
            <a:ext cx="0" cy="167789"/>
          </a:xfrm>
          <a:prstGeom prst="line">
            <a:avLst/>
          </a:prstGeom>
          <a:ln w="28575"/>
        </p:spPr>
        <p:style>
          <a:lnRef idx="1">
            <a:schemeClr val="dk1"/>
          </a:lnRef>
          <a:fillRef idx="0">
            <a:schemeClr val="dk1"/>
          </a:fillRef>
          <a:effectRef idx="0">
            <a:schemeClr val="dk1"/>
          </a:effectRef>
          <a:fontRef idx="minor">
            <a:schemeClr val="tx1"/>
          </a:fontRef>
        </p:style>
      </p:cxnSp>
      <p:cxnSp>
        <p:nvCxnSpPr>
          <p:cNvPr id="601" name="Straight Connector 600">
            <a:extLst>
              <a:ext uri="{FF2B5EF4-FFF2-40B4-BE49-F238E27FC236}">
                <a16:creationId xmlns:a16="http://schemas.microsoft.com/office/drawing/2014/main" id="{03F897C6-19E2-DE39-F340-739FE0B986DD}"/>
              </a:ext>
            </a:extLst>
          </p:cNvPr>
          <p:cNvCxnSpPr>
            <a:cxnSpLocks/>
          </p:cNvCxnSpPr>
          <p:nvPr/>
        </p:nvCxnSpPr>
        <p:spPr>
          <a:xfrm>
            <a:off x="13274138" y="8452514"/>
            <a:ext cx="0" cy="1202582"/>
          </a:xfrm>
          <a:prstGeom prst="line">
            <a:avLst/>
          </a:prstGeom>
          <a:ln w="28575"/>
        </p:spPr>
        <p:style>
          <a:lnRef idx="1">
            <a:schemeClr val="dk1"/>
          </a:lnRef>
          <a:fillRef idx="0">
            <a:schemeClr val="dk1"/>
          </a:fillRef>
          <a:effectRef idx="0">
            <a:schemeClr val="dk1"/>
          </a:effectRef>
          <a:fontRef idx="minor">
            <a:schemeClr val="tx1"/>
          </a:fontRef>
        </p:style>
      </p:cxnSp>
      <p:cxnSp>
        <p:nvCxnSpPr>
          <p:cNvPr id="604" name="Straight Connector 603">
            <a:extLst>
              <a:ext uri="{FF2B5EF4-FFF2-40B4-BE49-F238E27FC236}">
                <a16:creationId xmlns:a16="http://schemas.microsoft.com/office/drawing/2014/main" id="{00714910-B464-F137-2CA5-795E831A1E96}"/>
              </a:ext>
            </a:extLst>
          </p:cNvPr>
          <p:cNvCxnSpPr>
            <a:cxnSpLocks/>
          </p:cNvCxnSpPr>
          <p:nvPr/>
        </p:nvCxnSpPr>
        <p:spPr>
          <a:xfrm>
            <a:off x="12967532" y="8446164"/>
            <a:ext cx="0" cy="1202582"/>
          </a:xfrm>
          <a:prstGeom prst="line">
            <a:avLst/>
          </a:prstGeom>
          <a:ln w="28575"/>
        </p:spPr>
        <p:style>
          <a:lnRef idx="1">
            <a:schemeClr val="dk1"/>
          </a:lnRef>
          <a:fillRef idx="0">
            <a:schemeClr val="dk1"/>
          </a:fillRef>
          <a:effectRef idx="0">
            <a:schemeClr val="dk1"/>
          </a:effectRef>
          <a:fontRef idx="minor">
            <a:schemeClr val="tx1"/>
          </a:fontRef>
        </p:style>
      </p:cxnSp>
      <p:sp>
        <p:nvSpPr>
          <p:cNvPr id="605" name="TextBox 604">
            <a:extLst>
              <a:ext uri="{FF2B5EF4-FFF2-40B4-BE49-F238E27FC236}">
                <a16:creationId xmlns:a16="http://schemas.microsoft.com/office/drawing/2014/main" id="{EC7EAF86-B808-9DF6-9F7C-06A2DFCE586A}"/>
              </a:ext>
            </a:extLst>
          </p:cNvPr>
          <p:cNvSpPr txBox="1"/>
          <p:nvPr/>
        </p:nvSpPr>
        <p:spPr>
          <a:xfrm>
            <a:off x="9320427" y="1796421"/>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606" name="TextBox 605">
            <a:extLst>
              <a:ext uri="{FF2B5EF4-FFF2-40B4-BE49-F238E27FC236}">
                <a16:creationId xmlns:a16="http://schemas.microsoft.com/office/drawing/2014/main" id="{A7891011-C3B0-75C5-9B07-F80A9B937EFB}"/>
              </a:ext>
            </a:extLst>
          </p:cNvPr>
          <p:cNvSpPr txBox="1"/>
          <p:nvPr/>
        </p:nvSpPr>
        <p:spPr>
          <a:xfrm>
            <a:off x="9038433" y="9331421"/>
            <a:ext cx="2016648"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latin typeface="Arial" panose="020B0604020202020204" pitchFamily="34" charset="0"/>
                <a:ea typeface="Yu Gothic" panose="020B0400000000000000" pitchFamily="34" charset="-128"/>
                <a:cs typeface="Arial" panose="020B0604020202020204" pitchFamily="34" charset="0"/>
              </a:rPr>
              <a:t>One size </a:t>
            </a:r>
          </a:p>
          <a:p>
            <a:pPr algn="ctr"/>
            <a:r>
              <a:rPr lang="en-US" sz="1600" b="1" dirty="0">
                <a:latin typeface="Arial" panose="020B0604020202020204" pitchFamily="34" charset="0"/>
                <a:ea typeface="Yu Gothic" panose="020B0400000000000000" pitchFamily="34" charset="-128"/>
                <a:cs typeface="Arial" panose="020B0604020202020204" pitchFamily="34" charset="0"/>
              </a:rPr>
              <a:t>change</a:t>
            </a:r>
          </a:p>
        </p:txBody>
      </p:sp>
      <p:sp>
        <p:nvSpPr>
          <p:cNvPr id="607" name="Rectangle 606">
            <a:extLst>
              <a:ext uri="{FF2B5EF4-FFF2-40B4-BE49-F238E27FC236}">
                <a16:creationId xmlns:a16="http://schemas.microsoft.com/office/drawing/2014/main" id="{00BFF35F-78AD-2407-B472-0796576C85BB}"/>
              </a:ext>
            </a:extLst>
          </p:cNvPr>
          <p:cNvSpPr/>
          <p:nvPr/>
        </p:nvSpPr>
        <p:spPr>
          <a:xfrm>
            <a:off x="9317238" y="2738577"/>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08" name="Rectangle 607">
            <a:extLst>
              <a:ext uri="{FF2B5EF4-FFF2-40B4-BE49-F238E27FC236}">
                <a16:creationId xmlns:a16="http://schemas.microsoft.com/office/drawing/2014/main" id="{C299DF3D-517E-75CC-26B4-BEBB4D8051C9}"/>
              </a:ext>
            </a:extLst>
          </p:cNvPr>
          <p:cNvSpPr/>
          <p:nvPr/>
        </p:nvSpPr>
        <p:spPr>
          <a:xfrm>
            <a:off x="9640921" y="371000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09" name="Rectangle 608">
            <a:extLst>
              <a:ext uri="{FF2B5EF4-FFF2-40B4-BE49-F238E27FC236}">
                <a16:creationId xmlns:a16="http://schemas.microsoft.com/office/drawing/2014/main" id="{F4D2CEC6-B123-28DE-F5A6-2FF8A7A6C2D4}"/>
              </a:ext>
            </a:extLst>
          </p:cNvPr>
          <p:cNvSpPr/>
          <p:nvPr/>
        </p:nvSpPr>
        <p:spPr>
          <a:xfrm>
            <a:off x="9740640" y="6662106"/>
            <a:ext cx="581883" cy="237352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10" name="Rectangle 609">
            <a:extLst>
              <a:ext uri="{FF2B5EF4-FFF2-40B4-BE49-F238E27FC236}">
                <a16:creationId xmlns:a16="http://schemas.microsoft.com/office/drawing/2014/main" id="{2D4CE580-5C66-A585-0C41-EB235FFF828D}"/>
              </a:ext>
            </a:extLst>
          </p:cNvPr>
          <p:cNvSpPr/>
          <p:nvPr/>
        </p:nvSpPr>
        <p:spPr>
          <a:xfrm>
            <a:off x="9342325" y="9029351"/>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5B31E4C3-ACD0-B366-CF24-E7E3204453B7}"/>
              </a:ext>
            </a:extLst>
          </p:cNvPr>
          <p:cNvSpPr/>
          <p:nvPr/>
        </p:nvSpPr>
        <p:spPr>
          <a:xfrm>
            <a:off x="5578682" y="111810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D06C547C-ED59-3A59-A77A-5707E1067237}"/>
              </a:ext>
            </a:extLst>
          </p:cNvPr>
          <p:cNvSpPr/>
          <p:nvPr/>
        </p:nvSpPr>
        <p:spPr>
          <a:xfrm>
            <a:off x="5353072" y="135207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EF183FC-8E40-0805-F970-6BC2CD35B945}"/>
              </a:ext>
            </a:extLst>
          </p:cNvPr>
          <p:cNvSpPr/>
          <p:nvPr/>
        </p:nvSpPr>
        <p:spPr>
          <a:xfrm>
            <a:off x="5778882" y="121525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E162C257-86B9-7CEF-6B47-486CF3A3FD28}"/>
              </a:ext>
            </a:extLst>
          </p:cNvPr>
          <p:cNvSpPr/>
          <p:nvPr/>
        </p:nvSpPr>
        <p:spPr>
          <a:xfrm>
            <a:off x="8928893" y="11181091"/>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1D7B2B36-D8C1-E308-1094-93B527AE3601}"/>
              </a:ext>
            </a:extLst>
          </p:cNvPr>
          <p:cNvSpPr/>
          <p:nvPr/>
        </p:nvSpPr>
        <p:spPr>
          <a:xfrm>
            <a:off x="9252576" y="1215252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26803EF5-4780-4CA6-BA89-06DCBE1A1C3D}"/>
              </a:ext>
            </a:extLst>
          </p:cNvPr>
          <p:cNvSpPr/>
          <p:nvPr/>
        </p:nvSpPr>
        <p:spPr>
          <a:xfrm>
            <a:off x="11451494" y="11181091"/>
            <a:ext cx="581883" cy="237352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A08003B-9790-BBBD-46D9-E44CA2E022E2}"/>
              </a:ext>
            </a:extLst>
          </p:cNvPr>
          <p:cNvSpPr/>
          <p:nvPr/>
        </p:nvSpPr>
        <p:spPr>
          <a:xfrm>
            <a:off x="11053179" y="1354833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20" name="Straight Arrow Connector 19">
            <a:extLst>
              <a:ext uri="{FF2B5EF4-FFF2-40B4-BE49-F238E27FC236}">
                <a16:creationId xmlns:a16="http://schemas.microsoft.com/office/drawing/2014/main" id="{069D5CDA-8392-0C20-7FB2-2DAB479B884D}"/>
              </a:ext>
            </a:extLst>
          </p:cNvPr>
          <p:cNvCxnSpPr>
            <a:cxnSpLocks/>
          </p:cNvCxnSpPr>
          <p:nvPr/>
        </p:nvCxnSpPr>
        <p:spPr>
          <a:xfrm>
            <a:off x="6733616" y="12590791"/>
            <a:ext cx="228600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BAF9DAE4-BB5B-6D57-46DD-8EE5E2A65F53}"/>
              </a:ext>
            </a:extLst>
          </p:cNvPr>
          <p:cNvSpPr txBox="1"/>
          <p:nvPr/>
        </p:nvSpPr>
        <p:spPr>
          <a:xfrm>
            <a:off x="6730630" y="12185069"/>
            <a:ext cx="2183162" cy="369332"/>
          </a:xfrm>
          <a:prstGeom prst="rect">
            <a:avLst/>
          </a:prstGeom>
          <a:noFill/>
        </p:spPr>
        <p:txBody>
          <a:bodyPr wrap="none" rtlCol="0">
            <a:spAutoFit/>
          </a:bodyPr>
          <a:lstStyle/>
          <a:p>
            <a:r>
              <a:rPr lang="en-US" b="1" dirty="0"/>
              <a:t>Two-epoch</a:t>
            </a:r>
            <a:r>
              <a:rPr lang="en-US" dirty="0"/>
              <a:t> </a:t>
            </a:r>
            <a:r>
              <a:rPr lang="en-US" b="1" dirty="0"/>
              <a:t>inference</a:t>
            </a:r>
          </a:p>
        </p:txBody>
      </p:sp>
      <p:sp>
        <p:nvSpPr>
          <p:cNvPr id="28" name="TextBox 27">
            <a:extLst>
              <a:ext uri="{FF2B5EF4-FFF2-40B4-BE49-F238E27FC236}">
                <a16:creationId xmlns:a16="http://schemas.microsoft.com/office/drawing/2014/main" id="{D69448EE-8142-CF05-66CE-EAE7A4C9278F}"/>
              </a:ext>
            </a:extLst>
          </p:cNvPr>
          <p:cNvSpPr txBox="1"/>
          <p:nvPr/>
        </p:nvSpPr>
        <p:spPr>
          <a:xfrm>
            <a:off x="5095310" y="10534760"/>
            <a:ext cx="2118657" cy="646331"/>
          </a:xfrm>
          <a:prstGeom prst="rect">
            <a:avLst/>
          </a:prstGeom>
          <a:noFill/>
        </p:spPr>
        <p:txBody>
          <a:bodyPr wrap="none" rtlCol="0">
            <a:spAutoFit/>
          </a:bodyPr>
          <a:lstStyle/>
          <a:p>
            <a:r>
              <a:rPr lang="en-US" b="1" dirty="0"/>
              <a:t>Ancient contraction,</a:t>
            </a:r>
          </a:p>
          <a:p>
            <a:r>
              <a:rPr lang="en-US" b="1" dirty="0"/>
              <a:t>Recent expansion</a:t>
            </a:r>
          </a:p>
        </p:txBody>
      </p:sp>
      <p:sp>
        <p:nvSpPr>
          <p:cNvPr id="29" name="TextBox 28">
            <a:extLst>
              <a:ext uri="{FF2B5EF4-FFF2-40B4-BE49-F238E27FC236}">
                <a16:creationId xmlns:a16="http://schemas.microsoft.com/office/drawing/2014/main" id="{0BC98B23-169F-16C2-A3FC-62053088ACC3}"/>
              </a:ext>
            </a:extLst>
          </p:cNvPr>
          <p:cNvSpPr txBox="1"/>
          <p:nvPr/>
        </p:nvSpPr>
        <p:spPr>
          <a:xfrm>
            <a:off x="8683166" y="10706133"/>
            <a:ext cx="4106189" cy="369332"/>
          </a:xfrm>
          <a:prstGeom prst="rect">
            <a:avLst/>
          </a:prstGeom>
          <a:noFill/>
        </p:spPr>
        <p:txBody>
          <a:bodyPr wrap="none" rtlCol="0">
            <a:spAutoFit/>
          </a:bodyPr>
          <a:lstStyle/>
          <a:p>
            <a:r>
              <a:rPr lang="en-US" b="1" dirty="0"/>
              <a:t>Ancient contraction vs. Recent expansion</a:t>
            </a:r>
          </a:p>
        </p:txBody>
      </p:sp>
    </p:spTree>
    <p:extLst>
      <p:ext uri="{BB962C8B-B14F-4D97-AF65-F5344CB8AC3E}">
        <p14:creationId xmlns:p14="http://schemas.microsoft.com/office/powerpoint/2010/main" val="3115890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F6F61-AB29-7075-D7C8-437A2F032D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73A758-AD01-5568-50C1-E802E9F38FC6}"/>
              </a:ext>
            </a:extLst>
          </p:cNvPr>
          <p:cNvSpPr txBox="1"/>
          <p:nvPr/>
        </p:nvSpPr>
        <p:spPr>
          <a:xfrm>
            <a:off x="7574987" y="1796421"/>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6" name="TextBox 5">
            <a:extLst>
              <a:ext uri="{FF2B5EF4-FFF2-40B4-BE49-F238E27FC236}">
                <a16:creationId xmlns:a16="http://schemas.microsoft.com/office/drawing/2014/main" id="{CC327EEF-0529-01A2-96C1-1112C86BD8E4}"/>
              </a:ext>
            </a:extLst>
          </p:cNvPr>
          <p:cNvSpPr txBox="1"/>
          <p:nvPr/>
        </p:nvSpPr>
        <p:spPr>
          <a:xfrm>
            <a:off x="7450140" y="9331423"/>
            <a:ext cx="1768277"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latin typeface="Arial" panose="020B0604020202020204" pitchFamily="34" charset="0"/>
                <a:ea typeface="Yu Gothic" panose="020B0400000000000000" pitchFamily="34" charset="-128"/>
                <a:cs typeface="Arial" panose="020B0604020202020204" pitchFamily="34" charset="0"/>
              </a:rPr>
              <a:t>Two size </a:t>
            </a:r>
          </a:p>
          <a:p>
            <a:pPr algn="ctr"/>
            <a:r>
              <a:rPr lang="en-US" sz="1600" b="1" dirty="0">
                <a:latin typeface="Arial" panose="020B0604020202020204" pitchFamily="34" charset="0"/>
                <a:ea typeface="Yu Gothic" panose="020B0400000000000000" pitchFamily="34" charset="-128"/>
                <a:cs typeface="Arial" panose="020B0604020202020204" pitchFamily="34" charset="0"/>
              </a:rPr>
              <a:t>changes</a:t>
            </a:r>
          </a:p>
        </p:txBody>
      </p:sp>
      <p:sp>
        <p:nvSpPr>
          <p:cNvPr id="24" name="Rectangle 23">
            <a:extLst>
              <a:ext uri="{FF2B5EF4-FFF2-40B4-BE49-F238E27FC236}">
                <a16:creationId xmlns:a16="http://schemas.microsoft.com/office/drawing/2014/main" id="{380D9614-4510-0864-F94D-B484976412BA}"/>
              </a:ext>
            </a:extLst>
          </p:cNvPr>
          <p:cNvSpPr/>
          <p:nvPr/>
        </p:nvSpPr>
        <p:spPr>
          <a:xfrm>
            <a:off x="7945614" y="2738578"/>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25C8768A-CB38-875A-F011-4057870A949B}"/>
              </a:ext>
            </a:extLst>
          </p:cNvPr>
          <p:cNvSpPr/>
          <p:nvPr/>
        </p:nvSpPr>
        <p:spPr>
          <a:xfrm>
            <a:off x="7720004" y="5078196"/>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CFC2B97B-9297-18CB-D1CF-7F91337C4D30}"/>
              </a:ext>
            </a:extLst>
          </p:cNvPr>
          <p:cNvSpPr/>
          <p:nvPr/>
        </p:nvSpPr>
        <p:spPr>
          <a:xfrm>
            <a:off x="8145814" y="3710009"/>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34" name="Straight Arrow Connector 33">
            <a:extLst>
              <a:ext uri="{FF2B5EF4-FFF2-40B4-BE49-F238E27FC236}">
                <a16:creationId xmlns:a16="http://schemas.microsoft.com/office/drawing/2014/main" id="{B6A6B7B0-CE2A-230B-9623-AB52DB3A91B4}"/>
              </a:ext>
            </a:extLst>
          </p:cNvPr>
          <p:cNvCxnSpPr>
            <a:cxnSpLocks/>
          </p:cNvCxnSpPr>
          <p:nvPr/>
        </p:nvCxnSpPr>
        <p:spPr>
          <a:xfrm>
            <a:off x="7516619" y="2826263"/>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66F72014-7735-F110-8F2C-DDADD6034661}"/>
              </a:ext>
            </a:extLst>
          </p:cNvPr>
          <p:cNvSpPr txBox="1"/>
          <p:nvPr/>
        </p:nvSpPr>
        <p:spPr>
          <a:xfrm rot="16200000">
            <a:off x="6712972" y="3652846"/>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36" name="TextBox 35">
            <a:extLst>
              <a:ext uri="{FF2B5EF4-FFF2-40B4-BE49-F238E27FC236}">
                <a16:creationId xmlns:a16="http://schemas.microsoft.com/office/drawing/2014/main" id="{38484FD3-5F6C-0925-5687-65B7DE3A8D4B}"/>
              </a:ext>
            </a:extLst>
          </p:cNvPr>
          <p:cNvSpPr txBox="1"/>
          <p:nvPr/>
        </p:nvSpPr>
        <p:spPr>
          <a:xfrm>
            <a:off x="6087873" y="2674548"/>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37" name="TextBox 36">
            <a:extLst>
              <a:ext uri="{FF2B5EF4-FFF2-40B4-BE49-F238E27FC236}">
                <a16:creationId xmlns:a16="http://schemas.microsoft.com/office/drawing/2014/main" id="{237A663B-CE85-0E0B-4367-F798BD1A7215}"/>
              </a:ext>
            </a:extLst>
          </p:cNvPr>
          <p:cNvSpPr txBox="1"/>
          <p:nvPr/>
        </p:nvSpPr>
        <p:spPr>
          <a:xfrm>
            <a:off x="6236677" y="4909004"/>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38" name="Right Brace 37">
            <a:extLst>
              <a:ext uri="{FF2B5EF4-FFF2-40B4-BE49-F238E27FC236}">
                <a16:creationId xmlns:a16="http://schemas.microsoft.com/office/drawing/2014/main" id="{64B1D28E-ADD2-99DC-F199-D1EBF99FD561}"/>
              </a:ext>
            </a:extLst>
          </p:cNvPr>
          <p:cNvSpPr/>
          <p:nvPr/>
        </p:nvSpPr>
        <p:spPr>
          <a:xfrm>
            <a:off x="10779001" y="2150749"/>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9" name="Right Brace 38">
            <a:extLst>
              <a:ext uri="{FF2B5EF4-FFF2-40B4-BE49-F238E27FC236}">
                <a16:creationId xmlns:a16="http://schemas.microsoft.com/office/drawing/2014/main" id="{32F8B222-F6EF-F534-8BBC-878C5323C4E0}"/>
              </a:ext>
            </a:extLst>
          </p:cNvPr>
          <p:cNvSpPr/>
          <p:nvPr/>
        </p:nvSpPr>
        <p:spPr>
          <a:xfrm>
            <a:off x="10779001" y="6278163"/>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0" name="Rectangle 39">
            <a:extLst>
              <a:ext uri="{FF2B5EF4-FFF2-40B4-BE49-F238E27FC236}">
                <a16:creationId xmlns:a16="http://schemas.microsoft.com/office/drawing/2014/main" id="{F9861A58-BA9A-3F5F-7809-F89622229F5B}"/>
              </a:ext>
            </a:extLst>
          </p:cNvPr>
          <p:cNvSpPr/>
          <p:nvPr/>
        </p:nvSpPr>
        <p:spPr>
          <a:xfrm>
            <a:off x="11811434" y="2150749"/>
            <a:ext cx="717709" cy="3382528"/>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Connector 41">
            <a:extLst>
              <a:ext uri="{FF2B5EF4-FFF2-40B4-BE49-F238E27FC236}">
                <a16:creationId xmlns:a16="http://schemas.microsoft.com/office/drawing/2014/main" id="{0D60BE49-92BA-1736-E134-CB5501F51452}"/>
              </a:ext>
            </a:extLst>
          </p:cNvPr>
          <p:cNvCxnSpPr>
            <a:stCxn id="40" idx="1"/>
            <a:endCxn id="40" idx="3"/>
          </p:cNvCxnSpPr>
          <p:nvPr/>
        </p:nvCxnSpPr>
        <p:spPr>
          <a:xfrm>
            <a:off x="11811434" y="3842013"/>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7EF41AAB-D23D-D8ED-5FD8-B6E89769AF22}"/>
              </a:ext>
            </a:extLst>
          </p:cNvPr>
          <p:cNvCxnSpPr/>
          <p:nvPr/>
        </p:nvCxnSpPr>
        <p:spPr>
          <a:xfrm>
            <a:off x="11811434" y="4983562"/>
            <a:ext cx="717709" cy="0"/>
          </a:xfrm>
          <a:prstGeom prst="line">
            <a:avLst/>
          </a:prstGeom>
          <a:ln w="28575"/>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C01A482F-F8D8-A5B5-E775-126BCF82A894}"/>
              </a:ext>
            </a:extLst>
          </p:cNvPr>
          <p:cNvSpPr/>
          <p:nvPr/>
        </p:nvSpPr>
        <p:spPr>
          <a:xfrm>
            <a:off x="11820497" y="6304050"/>
            <a:ext cx="717709" cy="3382528"/>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4EF16F9-5D1E-3A7C-DB3D-E8DE70E0463E}"/>
              </a:ext>
            </a:extLst>
          </p:cNvPr>
          <p:cNvCxnSpPr>
            <a:stCxn id="8" idx="1"/>
            <a:endCxn id="8" idx="3"/>
          </p:cNvCxnSpPr>
          <p:nvPr/>
        </p:nvCxnSpPr>
        <p:spPr>
          <a:xfrm>
            <a:off x="11820497" y="7995314"/>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E504E19-78E5-34BE-1087-08C50BDC2050}"/>
              </a:ext>
            </a:extLst>
          </p:cNvPr>
          <p:cNvCxnSpPr/>
          <p:nvPr/>
        </p:nvCxnSpPr>
        <p:spPr>
          <a:xfrm>
            <a:off x="11820497" y="8452514"/>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F4835FB3-E2CF-6FAE-C19C-7C68BD921E39}"/>
              </a:ext>
            </a:extLst>
          </p:cNvPr>
          <p:cNvCxnSpPr/>
          <p:nvPr/>
        </p:nvCxnSpPr>
        <p:spPr>
          <a:xfrm>
            <a:off x="11820497" y="8863994"/>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52D6FA4A-BE56-295E-F502-D13A9F1DA652}"/>
              </a:ext>
            </a:extLst>
          </p:cNvPr>
          <p:cNvCxnSpPr/>
          <p:nvPr/>
        </p:nvCxnSpPr>
        <p:spPr>
          <a:xfrm>
            <a:off x="11820497" y="9220440"/>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2AD0AC5-4EC9-36CE-6223-979C6639BF31}"/>
              </a:ext>
            </a:extLst>
          </p:cNvPr>
          <p:cNvCxnSpPr/>
          <p:nvPr/>
        </p:nvCxnSpPr>
        <p:spPr>
          <a:xfrm>
            <a:off x="11820497" y="9487307"/>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6D7F4E93-3CFE-D6F0-8662-3D1CE9EDA9BF}"/>
              </a:ext>
            </a:extLst>
          </p:cNvPr>
          <p:cNvCxnSpPr/>
          <p:nvPr/>
        </p:nvCxnSpPr>
        <p:spPr>
          <a:xfrm>
            <a:off x="14120812" y="1903906"/>
            <a:ext cx="0" cy="267579"/>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B0EE26D6-9032-ADC7-4309-FA053625418C}"/>
              </a:ext>
            </a:extLst>
          </p:cNvPr>
          <p:cNvCxnSpPr>
            <a:cxnSpLocks/>
          </p:cNvCxnSpPr>
          <p:nvPr/>
        </p:nvCxnSpPr>
        <p:spPr>
          <a:xfrm>
            <a:off x="13487400" y="2172353"/>
            <a:ext cx="0" cy="1687092"/>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4775840-1379-B73C-277F-308C1E998407}"/>
              </a:ext>
            </a:extLst>
          </p:cNvPr>
          <p:cNvCxnSpPr>
            <a:cxnSpLocks/>
          </p:cNvCxnSpPr>
          <p:nvPr/>
        </p:nvCxnSpPr>
        <p:spPr>
          <a:xfrm>
            <a:off x="14754224" y="2169104"/>
            <a:ext cx="0" cy="2810325"/>
          </a:xfrm>
          <a:prstGeom prst="line">
            <a:avLst/>
          </a:prstGeom>
          <a:ln w="28575"/>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25D09361-5626-C5D2-41AE-2579CD67193D}"/>
              </a:ext>
            </a:extLst>
          </p:cNvPr>
          <p:cNvCxnSpPr>
            <a:cxnSpLocks/>
          </p:cNvCxnSpPr>
          <p:nvPr/>
        </p:nvCxnSpPr>
        <p:spPr>
          <a:xfrm flipH="1">
            <a:off x="13487400" y="2171485"/>
            <a:ext cx="12668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41FD1E3-F7D3-498B-FDE7-79E79DEFD889}"/>
              </a:ext>
            </a:extLst>
          </p:cNvPr>
          <p:cNvCxnSpPr/>
          <p:nvPr/>
        </p:nvCxnSpPr>
        <p:spPr>
          <a:xfrm>
            <a:off x="13128545" y="3859445"/>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662EE24-0966-4A15-9ABA-76F9F32A6687}"/>
              </a:ext>
            </a:extLst>
          </p:cNvPr>
          <p:cNvCxnSpPr>
            <a:cxnSpLocks/>
          </p:cNvCxnSpPr>
          <p:nvPr/>
        </p:nvCxnSpPr>
        <p:spPr>
          <a:xfrm>
            <a:off x="13846254" y="3859445"/>
            <a:ext cx="0" cy="1636220"/>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0F59FF4D-D9C7-DCAA-C9A2-89CFBA96E279}"/>
              </a:ext>
            </a:extLst>
          </p:cNvPr>
          <p:cNvCxnSpPr>
            <a:cxnSpLocks/>
          </p:cNvCxnSpPr>
          <p:nvPr/>
        </p:nvCxnSpPr>
        <p:spPr>
          <a:xfrm>
            <a:off x="13128545" y="3851825"/>
            <a:ext cx="0" cy="1673832"/>
          </a:xfrm>
          <a:prstGeom prst="line">
            <a:avLst/>
          </a:prstGeom>
          <a:ln w="28575"/>
        </p:spPr>
        <p:style>
          <a:lnRef idx="1">
            <a:schemeClr val="dk1"/>
          </a:lnRef>
          <a:fillRef idx="0">
            <a:schemeClr val="dk1"/>
          </a:fillRef>
          <a:effectRef idx="0">
            <a:schemeClr val="dk1"/>
          </a:effectRef>
          <a:fontRef idx="minor">
            <a:schemeClr val="tx1"/>
          </a:fontRef>
        </p:style>
      </p:cxnSp>
      <p:sp>
        <p:nvSpPr>
          <p:cNvPr id="538" name="TextBox 537">
            <a:extLst>
              <a:ext uri="{FF2B5EF4-FFF2-40B4-BE49-F238E27FC236}">
                <a16:creationId xmlns:a16="http://schemas.microsoft.com/office/drawing/2014/main" id="{746EBC25-B703-1140-5D8C-63FE70657B4B}"/>
              </a:ext>
            </a:extLst>
          </p:cNvPr>
          <p:cNvSpPr txBox="1"/>
          <p:nvPr/>
        </p:nvSpPr>
        <p:spPr>
          <a:xfrm>
            <a:off x="11969204" y="2754087"/>
            <a:ext cx="436338"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T</a:t>
            </a:r>
            <a:r>
              <a:rPr lang="en-US" sz="2000" baseline="-25000" dirty="0">
                <a:latin typeface="Arial" panose="020B0604020202020204" pitchFamily="34" charset="0"/>
                <a:cs typeface="Arial" panose="020B0604020202020204" pitchFamily="34" charset="0"/>
              </a:rPr>
              <a:t>2</a:t>
            </a:r>
          </a:p>
        </p:txBody>
      </p:sp>
      <p:sp>
        <p:nvSpPr>
          <p:cNvPr id="539" name="TextBox 538">
            <a:extLst>
              <a:ext uri="{FF2B5EF4-FFF2-40B4-BE49-F238E27FC236}">
                <a16:creationId xmlns:a16="http://schemas.microsoft.com/office/drawing/2014/main" id="{CC191566-D824-BF34-3DD4-7CDF5A6A1946}"/>
              </a:ext>
            </a:extLst>
          </p:cNvPr>
          <p:cNvSpPr txBox="1"/>
          <p:nvPr/>
        </p:nvSpPr>
        <p:spPr>
          <a:xfrm>
            <a:off x="11972838" y="3989766"/>
            <a:ext cx="436338"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T</a:t>
            </a:r>
            <a:r>
              <a:rPr lang="en-US" sz="2000" baseline="-25000" dirty="0">
                <a:latin typeface="Arial" panose="020B0604020202020204" pitchFamily="34" charset="0"/>
                <a:cs typeface="Arial" panose="020B0604020202020204" pitchFamily="34" charset="0"/>
              </a:rPr>
              <a:t>3</a:t>
            </a:r>
          </a:p>
        </p:txBody>
      </p:sp>
      <p:sp>
        <p:nvSpPr>
          <p:cNvPr id="540" name="TextBox 539">
            <a:extLst>
              <a:ext uri="{FF2B5EF4-FFF2-40B4-BE49-F238E27FC236}">
                <a16:creationId xmlns:a16="http://schemas.microsoft.com/office/drawing/2014/main" id="{8F7549B5-C855-375E-5695-875B8385BDAD}"/>
              </a:ext>
            </a:extLst>
          </p:cNvPr>
          <p:cNvSpPr txBox="1"/>
          <p:nvPr/>
        </p:nvSpPr>
        <p:spPr>
          <a:xfrm>
            <a:off x="11965932" y="5043108"/>
            <a:ext cx="436338"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T</a:t>
            </a:r>
            <a:r>
              <a:rPr lang="en-US" sz="2000" baseline="-25000" dirty="0">
                <a:latin typeface="Arial" panose="020B0604020202020204" pitchFamily="34" charset="0"/>
                <a:cs typeface="Arial" panose="020B0604020202020204" pitchFamily="34" charset="0"/>
              </a:rPr>
              <a:t>4</a:t>
            </a:r>
          </a:p>
        </p:txBody>
      </p:sp>
      <p:sp>
        <p:nvSpPr>
          <p:cNvPr id="542" name="TextBox 541">
            <a:extLst>
              <a:ext uri="{FF2B5EF4-FFF2-40B4-BE49-F238E27FC236}">
                <a16:creationId xmlns:a16="http://schemas.microsoft.com/office/drawing/2014/main" id="{74219ED9-60FD-B676-3DF4-F670E5AF4FAA}"/>
              </a:ext>
            </a:extLst>
          </p:cNvPr>
          <p:cNvSpPr txBox="1"/>
          <p:nvPr/>
        </p:nvSpPr>
        <p:spPr>
          <a:xfrm>
            <a:off x="11995400" y="6906247"/>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2</a:t>
            </a:r>
          </a:p>
        </p:txBody>
      </p:sp>
      <p:sp>
        <p:nvSpPr>
          <p:cNvPr id="543" name="TextBox 542">
            <a:extLst>
              <a:ext uri="{FF2B5EF4-FFF2-40B4-BE49-F238E27FC236}">
                <a16:creationId xmlns:a16="http://schemas.microsoft.com/office/drawing/2014/main" id="{E8605414-1468-6CF6-D212-18C172D701B9}"/>
              </a:ext>
            </a:extLst>
          </p:cNvPr>
          <p:cNvSpPr txBox="1"/>
          <p:nvPr/>
        </p:nvSpPr>
        <p:spPr>
          <a:xfrm>
            <a:off x="12004463" y="8077720"/>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3</a:t>
            </a:r>
          </a:p>
        </p:txBody>
      </p:sp>
      <p:sp>
        <p:nvSpPr>
          <p:cNvPr id="544" name="TextBox 543">
            <a:extLst>
              <a:ext uri="{FF2B5EF4-FFF2-40B4-BE49-F238E27FC236}">
                <a16:creationId xmlns:a16="http://schemas.microsoft.com/office/drawing/2014/main" id="{19516C4D-6BC9-F323-616E-011BD4BEC79B}"/>
              </a:ext>
            </a:extLst>
          </p:cNvPr>
          <p:cNvSpPr txBox="1"/>
          <p:nvPr/>
        </p:nvSpPr>
        <p:spPr>
          <a:xfrm>
            <a:off x="11995400" y="8518530"/>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4</a:t>
            </a:r>
          </a:p>
        </p:txBody>
      </p:sp>
      <p:sp>
        <p:nvSpPr>
          <p:cNvPr id="545" name="TextBox 544">
            <a:extLst>
              <a:ext uri="{FF2B5EF4-FFF2-40B4-BE49-F238E27FC236}">
                <a16:creationId xmlns:a16="http://schemas.microsoft.com/office/drawing/2014/main" id="{99C31A9F-8F9B-7DE2-BB91-E3400B77E5BD}"/>
              </a:ext>
            </a:extLst>
          </p:cNvPr>
          <p:cNvSpPr txBox="1"/>
          <p:nvPr/>
        </p:nvSpPr>
        <p:spPr>
          <a:xfrm>
            <a:off x="11995400" y="8896023"/>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5</a:t>
            </a:r>
          </a:p>
        </p:txBody>
      </p:sp>
      <p:sp>
        <p:nvSpPr>
          <p:cNvPr id="546" name="TextBox 545">
            <a:extLst>
              <a:ext uri="{FF2B5EF4-FFF2-40B4-BE49-F238E27FC236}">
                <a16:creationId xmlns:a16="http://schemas.microsoft.com/office/drawing/2014/main" id="{DC7F233F-C20C-A5C8-E78D-C741091A48B2}"/>
              </a:ext>
            </a:extLst>
          </p:cNvPr>
          <p:cNvSpPr txBox="1"/>
          <p:nvPr/>
        </p:nvSpPr>
        <p:spPr>
          <a:xfrm>
            <a:off x="11995400" y="9194919"/>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6</a:t>
            </a:r>
          </a:p>
        </p:txBody>
      </p:sp>
      <p:sp>
        <p:nvSpPr>
          <p:cNvPr id="547" name="TextBox 546">
            <a:extLst>
              <a:ext uri="{FF2B5EF4-FFF2-40B4-BE49-F238E27FC236}">
                <a16:creationId xmlns:a16="http://schemas.microsoft.com/office/drawing/2014/main" id="{4A2A6E1B-8005-D359-4719-FD4CCB743B26}"/>
              </a:ext>
            </a:extLst>
          </p:cNvPr>
          <p:cNvSpPr txBox="1"/>
          <p:nvPr/>
        </p:nvSpPr>
        <p:spPr>
          <a:xfrm>
            <a:off x="11995400" y="9435743"/>
            <a:ext cx="36099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t>
            </a:r>
            <a:r>
              <a:rPr lang="en-US" sz="1400" baseline="-25000" dirty="0">
                <a:latin typeface="Arial" panose="020B0604020202020204" pitchFamily="34" charset="0"/>
                <a:cs typeface="Arial" panose="020B0604020202020204" pitchFamily="34" charset="0"/>
              </a:rPr>
              <a:t>7</a:t>
            </a:r>
          </a:p>
        </p:txBody>
      </p:sp>
      <p:sp>
        <p:nvSpPr>
          <p:cNvPr id="548" name="Rectangle 547">
            <a:extLst>
              <a:ext uri="{FF2B5EF4-FFF2-40B4-BE49-F238E27FC236}">
                <a16:creationId xmlns:a16="http://schemas.microsoft.com/office/drawing/2014/main" id="{85100364-D93B-1CC5-215F-A114732BF1EE}"/>
              </a:ext>
            </a:extLst>
          </p:cNvPr>
          <p:cNvSpPr/>
          <p:nvPr/>
        </p:nvSpPr>
        <p:spPr>
          <a:xfrm>
            <a:off x="7928922" y="6676843"/>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49" name="Rectangle 548">
            <a:extLst>
              <a:ext uri="{FF2B5EF4-FFF2-40B4-BE49-F238E27FC236}">
                <a16:creationId xmlns:a16="http://schemas.microsoft.com/office/drawing/2014/main" id="{187C9E7A-235B-B691-4342-435DEE6E56BE}"/>
              </a:ext>
            </a:extLst>
          </p:cNvPr>
          <p:cNvSpPr/>
          <p:nvPr/>
        </p:nvSpPr>
        <p:spPr>
          <a:xfrm>
            <a:off x="7703312" y="9016461"/>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50" name="Rectangle 549">
            <a:extLst>
              <a:ext uri="{FF2B5EF4-FFF2-40B4-BE49-F238E27FC236}">
                <a16:creationId xmlns:a16="http://schemas.microsoft.com/office/drawing/2014/main" id="{6D77E454-39E0-F233-9A9A-5DB67635A5C7}"/>
              </a:ext>
            </a:extLst>
          </p:cNvPr>
          <p:cNvSpPr/>
          <p:nvPr/>
        </p:nvSpPr>
        <p:spPr>
          <a:xfrm>
            <a:off x="8129122" y="7617680"/>
            <a:ext cx="479985" cy="139877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552" name="Straight Arrow Connector 551">
            <a:extLst>
              <a:ext uri="{FF2B5EF4-FFF2-40B4-BE49-F238E27FC236}">
                <a16:creationId xmlns:a16="http://schemas.microsoft.com/office/drawing/2014/main" id="{44B5CB0B-3B72-52C7-EAEE-F5488318C7C9}"/>
              </a:ext>
            </a:extLst>
          </p:cNvPr>
          <p:cNvCxnSpPr>
            <a:cxnSpLocks/>
          </p:cNvCxnSpPr>
          <p:nvPr/>
        </p:nvCxnSpPr>
        <p:spPr>
          <a:xfrm>
            <a:off x="7516619" y="6662107"/>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553" name="TextBox 552">
            <a:extLst>
              <a:ext uri="{FF2B5EF4-FFF2-40B4-BE49-F238E27FC236}">
                <a16:creationId xmlns:a16="http://schemas.microsoft.com/office/drawing/2014/main" id="{31F76691-DEDB-29B0-744D-3E77D9EEAA0E}"/>
              </a:ext>
            </a:extLst>
          </p:cNvPr>
          <p:cNvSpPr txBox="1"/>
          <p:nvPr/>
        </p:nvSpPr>
        <p:spPr>
          <a:xfrm rot="16200000">
            <a:off x="6712972" y="7488690"/>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554" name="TextBox 553">
            <a:extLst>
              <a:ext uri="{FF2B5EF4-FFF2-40B4-BE49-F238E27FC236}">
                <a16:creationId xmlns:a16="http://schemas.microsoft.com/office/drawing/2014/main" id="{636A18B2-A05D-46E6-61DC-F37E97DB2368}"/>
              </a:ext>
            </a:extLst>
          </p:cNvPr>
          <p:cNvSpPr txBox="1"/>
          <p:nvPr/>
        </p:nvSpPr>
        <p:spPr>
          <a:xfrm>
            <a:off x="6087873" y="6510392"/>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555" name="TextBox 554">
            <a:extLst>
              <a:ext uri="{FF2B5EF4-FFF2-40B4-BE49-F238E27FC236}">
                <a16:creationId xmlns:a16="http://schemas.microsoft.com/office/drawing/2014/main" id="{1A62974F-B8D4-5EC1-C81A-C0949A6931AA}"/>
              </a:ext>
            </a:extLst>
          </p:cNvPr>
          <p:cNvSpPr txBox="1"/>
          <p:nvPr/>
        </p:nvSpPr>
        <p:spPr>
          <a:xfrm>
            <a:off x="6236677" y="8744848"/>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cxnSp>
        <p:nvCxnSpPr>
          <p:cNvPr id="563" name="Straight Connector 562">
            <a:extLst>
              <a:ext uri="{FF2B5EF4-FFF2-40B4-BE49-F238E27FC236}">
                <a16:creationId xmlns:a16="http://schemas.microsoft.com/office/drawing/2014/main" id="{63C8FDA3-3D40-8C03-5A78-CA5584CAF2B8}"/>
              </a:ext>
            </a:extLst>
          </p:cNvPr>
          <p:cNvCxnSpPr>
            <a:cxnSpLocks/>
          </p:cNvCxnSpPr>
          <p:nvPr/>
        </p:nvCxnSpPr>
        <p:spPr>
          <a:xfrm>
            <a:off x="14494193" y="4979429"/>
            <a:ext cx="56245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64" name="Straight Connector 563">
            <a:extLst>
              <a:ext uri="{FF2B5EF4-FFF2-40B4-BE49-F238E27FC236}">
                <a16:creationId xmlns:a16="http://schemas.microsoft.com/office/drawing/2014/main" id="{72A17520-9A96-D491-217A-A04EC424A641}"/>
              </a:ext>
            </a:extLst>
          </p:cNvPr>
          <p:cNvCxnSpPr>
            <a:cxnSpLocks/>
          </p:cNvCxnSpPr>
          <p:nvPr/>
        </p:nvCxnSpPr>
        <p:spPr>
          <a:xfrm>
            <a:off x="14508479" y="4979429"/>
            <a:ext cx="715" cy="546228"/>
          </a:xfrm>
          <a:prstGeom prst="line">
            <a:avLst/>
          </a:prstGeom>
          <a:ln w="28575"/>
        </p:spPr>
        <p:style>
          <a:lnRef idx="1">
            <a:schemeClr val="dk1"/>
          </a:lnRef>
          <a:fillRef idx="0">
            <a:schemeClr val="dk1"/>
          </a:fillRef>
          <a:effectRef idx="0">
            <a:schemeClr val="dk1"/>
          </a:effectRef>
          <a:fontRef idx="minor">
            <a:schemeClr val="tx1"/>
          </a:fontRef>
        </p:style>
      </p:cxnSp>
      <p:cxnSp>
        <p:nvCxnSpPr>
          <p:cNvPr id="565" name="Straight Connector 564">
            <a:extLst>
              <a:ext uri="{FF2B5EF4-FFF2-40B4-BE49-F238E27FC236}">
                <a16:creationId xmlns:a16="http://schemas.microsoft.com/office/drawing/2014/main" id="{F3063353-C777-BA39-C005-2A466E4F78E0}"/>
              </a:ext>
            </a:extLst>
          </p:cNvPr>
          <p:cNvCxnSpPr>
            <a:cxnSpLocks/>
          </p:cNvCxnSpPr>
          <p:nvPr/>
        </p:nvCxnSpPr>
        <p:spPr>
          <a:xfrm>
            <a:off x="15039736" y="4979429"/>
            <a:ext cx="0" cy="546228"/>
          </a:xfrm>
          <a:prstGeom prst="line">
            <a:avLst/>
          </a:prstGeom>
          <a:ln w="28575"/>
        </p:spPr>
        <p:style>
          <a:lnRef idx="1">
            <a:schemeClr val="dk1"/>
          </a:lnRef>
          <a:fillRef idx="0">
            <a:schemeClr val="dk1"/>
          </a:fillRef>
          <a:effectRef idx="0">
            <a:schemeClr val="dk1"/>
          </a:effectRef>
          <a:fontRef idx="minor">
            <a:schemeClr val="tx1"/>
          </a:fontRef>
        </p:style>
      </p:cxnSp>
      <p:cxnSp>
        <p:nvCxnSpPr>
          <p:cNvPr id="569" name="Straight Connector 568">
            <a:extLst>
              <a:ext uri="{FF2B5EF4-FFF2-40B4-BE49-F238E27FC236}">
                <a16:creationId xmlns:a16="http://schemas.microsoft.com/office/drawing/2014/main" id="{591F0E25-E812-89A8-B29E-B3F8BC35CDF2}"/>
              </a:ext>
            </a:extLst>
          </p:cNvPr>
          <p:cNvCxnSpPr/>
          <p:nvPr/>
        </p:nvCxnSpPr>
        <p:spPr>
          <a:xfrm>
            <a:off x="14120812" y="6012866"/>
            <a:ext cx="0" cy="267579"/>
          </a:xfrm>
          <a:prstGeom prst="line">
            <a:avLst/>
          </a:prstGeom>
          <a:ln w="28575"/>
        </p:spPr>
        <p:style>
          <a:lnRef idx="1">
            <a:schemeClr val="dk1"/>
          </a:lnRef>
          <a:fillRef idx="0">
            <a:schemeClr val="dk1"/>
          </a:fillRef>
          <a:effectRef idx="0">
            <a:schemeClr val="dk1"/>
          </a:effectRef>
          <a:fontRef idx="minor">
            <a:schemeClr val="tx1"/>
          </a:fontRef>
        </p:style>
      </p:cxnSp>
      <p:cxnSp>
        <p:nvCxnSpPr>
          <p:cNvPr id="570" name="Straight Connector 569">
            <a:extLst>
              <a:ext uri="{FF2B5EF4-FFF2-40B4-BE49-F238E27FC236}">
                <a16:creationId xmlns:a16="http://schemas.microsoft.com/office/drawing/2014/main" id="{0C255E7F-DE84-9672-9FDE-7125AB49B372}"/>
              </a:ext>
            </a:extLst>
          </p:cNvPr>
          <p:cNvCxnSpPr>
            <a:cxnSpLocks/>
          </p:cNvCxnSpPr>
          <p:nvPr/>
        </p:nvCxnSpPr>
        <p:spPr>
          <a:xfrm>
            <a:off x="13487400" y="6281313"/>
            <a:ext cx="0" cy="1687092"/>
          </a:xfrm>
          <a:prstGeom prst="line">
            <a:avLst/>
          </a:prstGeom>
          <a:ln w="28575"/>
        </p:spPr>
        <p:style>
          <a:lnRef idx="1">
            <a:schemeClr val="dk1"/>
          </a:lnRef>
          <a:fillRef idx="0">
            <a:schemeClr val="dk1"/>
          </a:fillRef>
          <a:effectRef idx="0">
            <a:schemeClr val="dk1"/>
          </a:effectRef>
          <a:fontRef idx="minor">
            <a:schemeClr val="tx1"/>
          </a:fontRef>
        </p:style>
      </p:cxnSp>
      <p:cxnSp>
        <p:nvCxnSpPr>
          <p:cNvPr id="571" name="Straight Connector 570">
            <a:extLst>
              <a:ext uri="{FF2B5EF4-FFF2-40B4-BE49-F238E27FC236}">
                <a16:creationId xmlns:a16="http://schemas.microsoft.com/office/drawing/2014/main" id="{0CAAA6B6-FE68-F247-EA5D-CFDEB7631D43}"/>
              </a:ext>
            </a:extLst>
          </p:cNvPr>
          <p:cNvCxnSpPr>
            <a:cxnSpLocks/>
          </p:cNvCxnSpPr>
          <p:nvPr/>
        </p:nvCxnSpPr>
        <p:spPr>
          <a:xfrm>
            <a:off x="14754224" y="6278064"/>
            <a:ext cx="0" cy="2913436"/>
          </a:xfrm>
          <a:prstGeom prst="line">
            <a:avLst/>
          </a:prstGeom>
          <a:ln w="28575"/>
        </p:spPr>
        <p:style>
          <a:lnRef idx="1">
            <a:schemeClr val="dk1"/>
          </a:lnRef>
          <a:fillRef idx="0">
            <a:schemeClr val="dk1"/>
          </a:fillRef>
          <a:effectRef idx="0">
            <a:schemeClr val="dk1"/>
          </a:effectRef>
          <a:fontRef idx="minor">
            <a:schemeClr val="tx1"/>
          </a:fontRef>
        </p:style>
      </p:cxnSp>
      <p:cxnSp>
        <p:nvCxnSpPr>
          <p:cNvPr id="572" name="Straight Connector 571">
            <a:extLst>
              <a:ext uri="{FF2B5EF4-FFF2-40B4-BE49-F238E27FC236}">
                <a16:creationId xmlns:a16="http://schemas.microsoft.com/office/drawing/2014/main" id="{D72F5887-CF96-1245-6B0A-222D3B31A14C}"/>
              </a:ext>
            </a:extLst>
          </p:cNvPr>
          <p:cNvCxnSpPr>
            <a:cxnSpLocks/>
          </p:cNvCxnSpPr>
          <p:nvPr/>
        </p:nvCxnSpPr>
        <p:spPr>
          <a:xfrm flipH="1">
            <a:off x="13487400" y="6280445"/>
            <a:ext cx="12668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73" name="Straight Connector 572">
            <a:extLst>
              <a:ext uri="{FF2B5EF4-FFF2-40B4-BE49-F238E27FC236}">
                <a16:creationId xmlns:a16="http://schemas.microsoft.com/office/drawing/2014/main" id="{0AAC2C0B-6FDD-9DC3-7382-17F7B043A3BF}"/>
              </a:ext>
            </a:extLst>
          </p:cNvPr>
          <p:cNvCxnSpPr/>
          <p:nvPr/>
        </p:nvCxnSpPr>
        <p:spPr>
          <a:xfrm>
            <a:off x="13128545" y="7968405"/>
            <a:ext cx="71770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74" name="Straight Connector 573">
            <a:extLst>
              <a:ext uri="{FF2B5EF4-FFF2-40B4-BE49-F238E27FC236}">
                <a16:creationId xmlns:a16="http://schemas.microsoft.com/office/drawing/2014/main" id="{9D4D9C8B-9DAE-8A70-13EE-90C15D11707A}"/>
              </a:ext>
            </a:extLst>
          </p:cNvPr>
          <p:cNvCxnSpPr>
            <a:cxnSpLocks/>
          </p:cNvCxnSpPr>
          <p:nvPr/>
        </p:nvCxnSpPr>
        <p:spPr>
          <a:xfrm>
            <a:off x="13846254" y="7968405"/>
            <a:ext cx="0" cy="835586"/>
          </a:xfrm>
          <a:prstGeom prst="line">
            <a:avLst/>
          </a:prstGeom>
          <a:ln w="28575"/>
        </p:spPr>
        <p:style>
          <a:lnRef idx="1">
            <a:schemeClr val="dk1"/>
          </a:lnRef>
          <a:fillRef idx="0">
            <a:schemeClr val="dk1"/>
          </a:fillRef>
          <a:effectRef idx="0">
            <a:schemeClr val="dk1"/>
          </a:effectRef>
          <a:fontRef idx="minor">
            <a:schemeClr val="tx1"/>
          </a:fontRef>
        </p:style>
      </p:cxnSp>
      <p:cxnSp>
        <p:nvCxnSpPr>
          <p:cNvPr id="575" name="Straight Connector 574">
            <a:extLst>
              <a:ext uri="{FF2B5EF4-FFF2-40B4-BE49-F238E27FC236}">
                <a16:creationId xmlns:a16="http://schemas.microsoft.com/office/drawing/2014/main" id="{2290C2D3-70DC-BB55-A0DC-52150AF4AB3E}"/>
              </a:ext>
            </a:extLst>
          </p:cNvPr>
          <p:cNvCxnSpPr>
            <a:cxnSpLocks/>
          </p:cNvCxnSpPr>
          <p:nvPr/>
        </p:nvCxnSpPr>
        <p:spPr>
          <a:xfrm>
            <a:off x="13128545" y="7960785"/>
            <a:ext cx="0" cy="491729"/>
          </a:xfrm>
          <a:prstGeom prst="line">
            <a:avLst/>
          </a:prstGeom>
          <a:ln w="28575"/>
        </p:spPr>
        <p:style>
          <a:lnRef idx="1">
            <a:schemeClr val="dk1"/>
          </a:lnRef>
          <a:fillRef idx="0">
            <a:schemeClr val="dk1"/>
          </a:fillRef>
          <a:effectRef idx="0">
            <a:schemeClr val="dk1"/>
          </a:effectRef>
          <a:fontRef idx="minor">
            <a:schemeClr val="tx1"/>
          </a:fontRef>
        </p:style>
      </p:cxnSp>
      <p:cxnSp>
        <p:nvCxnSpPr>
          <p:cNvPr id="577" name="Straight Connector 576">
            <a:extLst>
              <a:ext uri="{FF2B5EF4-FFF2-40B4-BE49-F238E27FC236}">
                <a16:creationId xmlns:a16="http://schemas.microsoft.com/office/drawing/2014/main" id="{570CF8B5-580C-6768-5715-8B5AE8F7D9A6}"/>
              </a:ext>
            </a:extLst>
          </p:cNvPr>
          <p:cNvCxnSpPr>
            <a:cxnSpLocks/>
          </p:cNvCxnSpPr>
          <p:nvPr/>
        </p:nvCxnSpPr>
        <p:spPr>
          <a:xfrm>
            <a:off x="13679884" y="8800907"/>
            <a:ext cx="5357" cy="701789"/>
          </a:xfrm>
          <a:prstGeom prst="line">
            <a:avLst/>
          </a:prstGeom>
          <a:ln w="28575"/>
        </p:spPr>
        <p:style>
          <a:lnRef idx="1">
            <a:schemeClr val="dk1"/>
          </a:lnRef>
          <a:fillRef idx="0">
            <a:schemeClr val="dk1"/>
          </a:fillRef>
          <a:effectRef idx="0">
            <a:schemeClr val="dk1"/>
          </a:effectRef>
          <a:fontRef idx="minor">
            <a:schemeClr val="tx1"/>
          </a:fontRef>
        </p:style>
      </p:cxnSp>
      <p:cxnSp>
        <p:nvCxnSpPr>
          <p:cNvPr id="578" name="Straight Connector 577">
            <a:extLst>
              <a:ext uri="{FF2B5EF4-FFF2-40B4-BE49-F238E27FC236}">
                <a16:creationId xmlns:a16="http://schemas.microsoft.com/office/drawing/2014/main" id="{4CCA1CB9-1454-7716-5A2D-5B6E858278E1}"/>
              </a:ext>
            </a:extLst>
          </p:cNvPr>
          <p:cNvCxnSpPr>
            <a:cxnSpLocks/>
          </p:cNvCxnSpPr>
          <p:nvPr/>
        </p:nvCxnSpPr>
        <p:spPr>
          <a:xfrm>
            <a:off x="14019926" y="8800907"/>
            <a:ext cx="0" cy="854189"/>
          </a:xfrm>
          <a:prstGeom prst="line">
            <a:avLst/>
          </a:prstGeom>
          <a:ln w="28575"/>
        </p:spPr>
        <p:style>
          <a:lnRef idx="1">
            <a:schemeClr val="dk1"/>
          </a:lnRef>
          <a:fillRef idx="0">
            <a:schemeClr val="dk1"/>
          </a:fillRef>
          <a:effectRef idx="0">
            <a:schemeClr val="dk1"/>
          </a:effectRef>
          <a:fontRef idx="minor">
            <a:schemeClr val="tx1"/>
          </a:fontRef>
        </p:style>
      </p:cxnSp>
      <p:cxnSp>
        <p:nvCxnSpPr>
          <p:cNvPr id="580" name="Straight Connector 579">
            <a:extLst>
              <a:ext uri="{FF2B5EF4-FFF2-40B4-BE49-F238E27FC236}">
                <a16:creationId xmlns:a16="http://schemas.microsoft.com/office/drawing/2014/main" id="{571DB09E-57E9-BD1B-B135-A6E0606D013A}"/>
              </a:ext>
            </a:extLst>
          </p:cNvPr>
          <p:cNvCxnSpPr>
            <a:cxnSpLocks/>
          </p:cNvCxnSpPr>
          <p:nvPr/>
        </p:nvCxnSpPr>
        <p:spPr>
          <a:xfrm>
            <a:off x="14591744" y="9196883"/>
            <a:ext cx="0" cy="431384"/>
          </a:xfrm>
          <a:prstGeom prst="line">
            <a:avLst/>
          </a:prstGeom>
          <a:ln w="28575"/>
        </p:spPr>
        <p:style>
          <a:lnRef idx="1">
            <a:schemeClr val="dk1"/>
          </a:lnRef>
          <a:fillRef idx="0">
            <a:schemeClr val="dk1"/>
          </a:fillRef>
          <a:effectRef idx="0">
            <a:schemeClr val="dk1"/>
          </a:effectRef>
          <a:fontRef idx="minor">
            <a:schemeClr val="tx1"/>
          </a:fontRef>
        </p:style>
      </p:cxnSp>
      <p:cxnSp>
        <p:nvCxnSpPr>
          <p:cNvPr id="581" name="Straight Connector 580">
            <a:extLst>
              <a:ext uri="{FF2B5EF4-FFF2-40B4-BE49-F238E27FC236}">
                <a16:creationId xmlns:a16="http://schemas.microsoft.com/office/drawing/2014/main" id="{0330F0A0-582B-39E5-66C5-C3A0A30FA2D7}"/>
              </a:ext>
            </a:extLst>
          </p:cNvPr>
          <p:cNvCxnSpPr>
            <a:cxnSpLocks/>
          </p:cNvCxnSpPr>
          <p:nvPr/>
        </p:nvCxnSpPr>
        <p:spPr>
          <a:xfrm>
            <a:off x="14925436" y="9198153"/>
            <a:ext cx="0" cy="423764"/>
          </a:xfrm>
          <a:prstGeom prst="line">
            <a:avLst/>
          </a:prstGeom>
          <a:ln w="28575"/>
        </p:spPr>
        <p:style>
          <a:lnRef idx="1">
            <a:schemeClr val="dk1"/>
          </a:lnRef>
          <a:fillRef idx="0">
            <a:schemeClr val="dk1"/>
          </a:fillRef>
          <a:effectRef idx="0">
            <a:schemeClr val="dk1"/>
          </a:effectRef>
          <a:fontRef idx="minor">
            <a:schemeClr val="tx1"/>
          </a:fontRef>
        </p:style>
      </p:cxnSp>
      <p:cxnSp>
        <p:nvCxnSpPr>
          <p:cNvPr id="589" name="Straight Connector 588">
            <a:extLst>
              <a:ext uri="{FF2B5EF4-FFF2-40B4-BE49-F238E27FC236}">
                <a16:creationId xmlns:a16="http://schemas.microsoft.com/office/drawing/2014/main" id="{435BABEB-4ED8-4798-7705-207B098370B3}"/>
              </a:ext>
            </a:extLst>
          </p:cNvPr>
          <p:cNvCxnSpPr>
            <a:cxnSpLocks/>
          </p:cNvCxnSpPr>
          <p:nvPr/>
        </p:nvCxnSpPr>
        <p:spPr>
          <a:xfrm>
            <a:off x="12961182" y="8458864"/>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1" name="Straight Connector 590">
            <a:extLst>
              <a:ext uri="{FF2B5EF4-FFF2-40B4-BE49-F238E27FC236}">
                <a16:creationId xmlns:a16="http://schemas.microsoft.com/office/drawing/2014/main" id="{6C7F1B2F-E00E-105D-E8AB-A6588F1A12A0}"/>
              </a:ext>
            </a:extLst>
          </p:cNvPr>
          <p:cNvCxnSpPr>
            <a:cxnSpLocks/>
          </p:cNvCxnSpPr>
          <p:nvPr/>
        </p:nvCxnSpPr>
        <p:spPr>
          <a:xfrm>
            <a:off x="13685241" y="8813607"/>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2" name="Straight Connector 591">
            <a:extLst>
              <a:ext uri="{FF2B5EF4-FFF2-40B4-BE49-F238E27FC236}">
                <a16:creationId xmlns:a16="http://schemas.microsoft.com/office/drawing/2014/main" id="{48AE56E2-3B0A-3D98-DD34-89322262FECC}"/>
              </a:ext>
            </a:extLst>
          </p:cNvPr>
          <p:cNvCxnSpPr>
            <a:cxnSpLocks/>
          </p:cNvCxnSpPr>
          <p:nvPr/>
        </p:nvCxnSpPr>
        <p:spPr>
          <a:xfrm>
            <a:off x="14596306" y="9207740"/>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5" name="Straight Connector 594">
            <a:extLst>
              <a:ext uri="{FF2B5EF4-FFF2-40B4-BE49-F238E27FC236}">
                <a16:creationId xmlns:a16="http://schemas.microsoft.com/office/drawing/2014/main" id="{4093F8A4-5767-1427-147F-EAAD3F48A2D9}"/>
              </a:ext>
            </a:extLst>
          </p:cNvPr>
          <p:cNvCxnSpPr>
            <a:cxnSpLocks/>
          </p:cNvCxnSpPr>
          <p:nvPr/>
        </p:nvCxnSpPr>
        <p:spPr>
          <a:xfrm>
            <a:off x="13524229" y="9487971"/>
            <a:ext cx="322025"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96" name="Straight Connector 595">
            <a:extLst>
              <a:ext uri="{FF2B5EF4-FFF2-40B4-BE49-F238E27FC236}">
                <a16:creationId xmlns:a16="http://schemas.microsoft.com/office/drawing/2014/main" id="{1D314D66-AECE-3E84-2B99-192C7C56DE1C}"/>
              </a:ext>
            </a:extLst>
          </p:cNvPr>
          <p:cNvCxnSpPr>
            <a:cxnSpLocks/>
          </p:cNvCxnSpPr>
          <p:nvPr/>
        </p:nvCxnSpPr>
        <p:spPr>
          <a:xfrm>
            <a:off x="13837641" y="9480957"/>
            <a:ext cx="0" cy="167789"/>
          </a:xfrm>
          <a:prstGeom prst="line">
            <a:avLst/>
          </a:prstGeom>
          <a:ln w="28575"/>
        </p:spPr>
        <p:style>
          <a:lnRef idx="1">
            <a:schemeClr val="dk1"/>
          </a:lnRef>
          <a:fillRef idx="0">
            <a:schemeClr val="dk1"/>
          </a:fillRef>
          <a:effectRef idx="0">
            <a:schemeClr val="dk1"/>
          </a:effectRef>
          <a:fontRef idx="minor">
            <a:schemeClr val="tx1"/>
          </a:fontRef>
        </p:style>
      </p:cxnSp>
      <p:cxnSp>
        <p:nvCxnSpPr>
          <p:cNvPr id="598" name="Straight Connector 597">
            <a:extLst>
              <a:ext uri="{FF2B5EF4-FFF2-40B4-BE49-F238E27FC236}">
                <a16:creationId xmlns:a16="http://schemas.microsoft.com/office/drawing/2014/main" id="{EF8761F3-9023-5468-34B6-F37E68E5BD0F}"/>
              </a:ext>
            </a:extLst>
          </p:cNvPr>
          <p:cNvCxnSpPr>
            <a:cxnSpLocks/>
          </p:cNvCxnSpPr>
          <p:nvPr/>
        </p:nvCxnSpPr>
        <p:spPr>
          <a:xfrm>
            <a:off x="13531570" y="9480957"/>
            <a:ext cx="0" cy="167789"/>
          </a:xfrm>
          <a:prstGeom prst="line">
            <a:avLst/>
          </a:prstGeom>
          <a:ln w="28575"/>
        </p:spPr>
        <p:style>
          <a:lnRef idx="1">
            <a:schemeClr val="dk1"/>
          </a:lnRef>
          <a:fillRef idx="0">
            <a:schemeClr val="dk1"/>
          </a:fillRef>
          <a:effectRef idx="0">
            <a:schemeClr val="dk1"/>
          </a:effectRef>
          <a:fontRef idx="minor">
            <a:schemeClr val="tx1"/>
          </a:fontRef>
        </p:style>
      </p:cxnSp>
      <p:cxnSp>
        <p:nvCxnSpPr>
          <p:cNvPr id="601" name="Straight Connector 600">
            <a:extLst>
              <a:ext uri="{FF2B5EF4-FFF2-40B4-BE49-F238E27FC236}">
                <a16:creationId xmlns:a16="http://schemas.microsoft.com/office/drawing/2014/main" id="{3AE8CE7B-0430-204F-F93A-4AAA15EDF237}"/>
              </a:ext>
            </a:extLst>
          </p:cNvPr>
          <p:cNvCxnSpPr>
            <a:cxnSpLocks/>
          </p:cNvCxnSpPr>
          <p:nvPr/>
        </p:nvCxnSpPr>
        <p:spPr>
          <a:xfrm>
            <a:off x="13274138" y="8452514"/>
            <a:ext cx="0" cy="1202582"/>
          </a:xfrm>
          <a:prstGeom prst="line">
            <a:avLst/>
          </a:prstGeom>
          <a:ln w="28575"/>
        </p:spPr>
        <p:style>
          <a:lnRef idx="1">
            <a:schemeClr val="dk1"/>
          </a:lnRef>
          <a:fillRef idx="0">
            <a:schemeClr val="dk1"/>
          </a:fillRef>
          <a:effectRef idx="0">
            <a:schemeClr val="dk1"/>
          </a:effectRef>
          <a:fontRef idx="minor">
            <a:schemeClr val="tx1"/>
          </a:fontRef>
        </p:style>
      </p:cxnSp>
      <p:cxnSp>
        <p:nvCxnSpPr>
          <p:cNvPr id="604" name="Straight Connector 603">
            <a:extLst>
              <a:ext uri="{FF2B5EF4-FFF2-40B4-BE49-F238E27FC236}">
                <a16:creationId xmlns:a16="http://schemas.microsoft.com/office/drawing/2014/main" id="{E5533CC7-BC15-D862-1B6B-803F6F0692FC}"/>
              </a:ext>
            </a:extLst>
          </p:cNvPr>
          <p:cNvCxnSpPr>
            <a:cxnSpLocks/>
          </p:cNvCxnSpPr>
          <p:nvPr/>
        </p:nvCxnSpPr>
        <p:spPr>
          <a:xfrm>
            <a:off x="12967532" y="8446164"/>
            <a:ext cx="0" cy="1202582"/>
          </a:xfrm>
          <a:prstGeom prst="line">
            <a:avLst/>
          </a:prstGeom>
          <a:ln w="28575"/>
        </p:spPr>
        <p:style>
          <a:lnRef idx="1">
            <a:schemeClr val="dk1"/>
          </a:lnRef>
          <a:fillRef idx="0">
            <a:schemeClr val="dk1"/>
          </a:fillRef>
          <a:effectRef idx="0">
            <a:schemeClr val="dk1"/>
          </a:effectRef>
          <a:fontRef idx="minor">
            <a:schemeClr val="tx1"/>
          </a:fontRef>
        </p:style>
      </p:cxnSp>
      <p:sp>
        <p:nvSpPr>
          <p:cNvPr id="605" name="TextBox 604">
            <a:extLst>
              <a:ext uri="{FF2B5EF4-FFF2-40B4-BE49-F238E27FC236}">
                <a16:creationId xmlns:a16="http://schemas.microsoft.com/office/drawing/2014/main" id="{6BE25A52-6494-5D31-C5AC-23F5FD26AF31}"/>
              </a:ext>
            </a:extLst>
          </p:cNvPr>
          <p:cNvSpPr txBox="1"/>
          <p:nvPr/>
        </p:nvSpPr>
        <p:spPr>
          <a:xfrm>
            <a:off x="9320427" y="1796421"/>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606" name="TextBox 605">
            <a:extLst>
              <a:ext uri="{FF2B5EF4-FFF2-40B4-BE49-F238E27FC236}">
                <a16:creationId xmlns:a16="http://schemas.microsoft.com/office/drawing/2014/main" id="{4F5E9271-E3ED-AFF2-25D8-E2435F246B44}"/>
              </a:ext>
            </a:extLst>
          </p:cNvPr>
          <p:cNvSpPr txBox="1"/>
          <p:nvPr/>
        </p:nvSpPr>
        <p:spPr>
          <a:xfrm>
            <a:off x="9038433" y="9331421"/>
            <a:ext cx="2016648"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latin typeface="Arial" panose="020B0604020202020204" pitchFamily="34" charset="0"/>
                <a:ea typeface="Yu Gothic" panose="020B0400000000000000" pitchFamily="34" charset="-128"/>
                <a:cs typeface="Arial" panose="020B0604020202020204" pitchFamily="34" charset="0"/>
              </a:rPr>
              <a:t>One size </a:t>
            </a:r>
          </a:p>
          <a:p>
            <a:pPr algn="ctr"/>
            <a:r>
              <a:rPr lang="en-US" sz="1600" b="1" dirty="0">
                <a:latin typeface="Arial" panose="020B0604020202020204" pitchFamily="34" charset="0"/>
                <a:ea typeface="Yu Gothic" panose="020B0400000000000000" pitchFamily="34" charset="-128"/>
                <a:cs typeface="Arial" panose="020B0604020202020204" pitchFamily="34" charset="0"/>
              </a:rPr>
              <a:t>change</a:t>
            </a:r>
          </a:p>
        </p:txBody>
      </p:sp>
      <p:sp>
        <p:nvSpPr>
          <p:cNvPr id="607" name="Rectangle 606">
            <a:extLst>
              <a:ext uri="{FF2B5EF4-FFF2-40B4-BE49-F238E27FC236}">
                <a16:creationId xmlns:a16="http://schemas.microsoft.com/office/drawing/2014/main" id="{E5093D95-0C38-E311-822F-3E0CDDF9C939}"/>
              </a:ext>
            </a:extLst>
          </p:cNvPr>
          <p:cNvSpPr/>
          <p:nvPr/>
        </p:nvSpPr>
        <p:spPr>
          <a:xfrm>
            <a:off x="9317238" y="2738577"/>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08" name="Rectangle 607">
            <a:extLst>
              <a:ext uri="{FF2B5EF4-FFF2-40B4-BE49-F238E27FC236}">
                <a16:creationId xmlns:a16="http://schemas.microsoft.com/office/drawing/2014/main" id="{890F30D2-1843-5FDA-F398-4EC548BE9A77}"/>
              </a:ext>
            </a:extLst>
          </p:cNvPr>
          <p:cNvSpPr/>
          <p:nvPr/>
        </p:nvSpPr>
        <p:spPr>
          <a:xfrm>
            <a:off x="9640921" y="371000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09" name="Rectangle 608">
            <a:extLst>
              <a:ext uri="{FF2B5EF4-FFF2-40B4-BE49-F238E27FC236}">
                <a16:creationId xmlns:a16="http://schemas.microsoft.com/office/drawing/2014/main" id="{56EA568A-AA80-72B9-6C4C-1F593D3A26DB}"/>
              </a:ext>
            </a:extLst>
          </p:cNvPr>
          <p:cNvSpPr/>
          <p:nvPr/>
        </p:nvSpPr>
        <p:spPr>
          <a:xfrm>
            <a:off x="9740640" y="6662106"/>
            <a:ext cx="581883" cy="237352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10" name="Rectangle 609">
            <a:extLst>
              <a:ext uri="{FF2B5EF4-FFF2-40B4-BE49-F238E27FC236}">
                <a16:creationId xmlns:a16="http://schemas.microsoft.com/office/drawing/2014/main" id="{7DDF46CF-3213-E1A2-B98E-6FE686197BB7}"/>
              </a:ext>
            </a:extLst>
          </p:cNvPr>
          <p:cNvSpPr/>
          <p:nvPr/>
        </p:nvSpPr>
        <p:spPr>
          <a:xfrm>
            <a:off x="9342325" y="9029351"/>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5A3B7045-4017-DF36-FC99-EAD4D0B76896}"/>
              </a:ext>
            </a:extLst>
          </p:cNvPr>
          <p:cNvSpPr/>
          <p:nvPr/>
        </p:nvSpPr>
        <p:spPr>
          <a:xfrm>
            <a:off x="5578682" y="111810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FA88106F-E4D9-7178-87C0-3C55F769DBFF}"/>
              </a:ext>
            </a:extLst>
          </p:cNvPr>
          <p:cNvSpPr/>
          <p:nvPr/>
        </p:nvSpPr>
        <p:spPr>
          <a:xfrm>
            <a:off x="5353072" y="135207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64857B7-2F34-D750-A09A-1BD03D9734C2}"/>
              </a:ext>
            </a:extLst>
          </p:cNvPr>
          <p:cNvSpPr/>
          <p:nvPr/>
        </p:nvSpPr>
        <p:spPr>
          <a:xfrm>
            <a:off x="5778882" y="121525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89B15926-FCE3-7B7F-BB5F-C3EDDE4D8A29}"/>
              </a:ext>
            </a:extLst>
          </p:cNvPr>
          <p:cNvSpPr/>
          <p:nvPr/>
        </p:nvSpPr>
        <p:spPr>
          <a:xfrm>
            <a:off x="8928893" y="11181091"/>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5BEA52D0-EE81-8294-DFB3-98C64DA5A8EC}"/>
              </a:ext>
            </a:extLst>
          </p:cNvPr>
          <p:cNvSpPr/>
          <p:nvPr/>
        </p:nvSpPr>
        <p:spPr>
          <a:xfrm>
            <a:off x="9252576" y="1215252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FAE37016-C56D-E274-1980-2A7F3CA710E7}"/>
              </a:ext>
            </a:extLst>
          </p:cNvPr>
          <p:cNvSpPr/>
          <p:nvPr/>
        </p:nvSpPr>
        <p:spPr>
          <a:xfrm>
            <a:off x="11451494" y="11181091"/>
            <a:ext cx="581883" cy="237352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338BFF52-FD34-C4C2-D820-F7FAE0DD70C6}"/>
              </a:ext>
            </a:extLst>
          </p:cNvPr>
          <p:cNvSpPr/>
          <p:nvPr/>
        </p:nvSpPr>
        <p:spPr>
          <a:xfrm>
            <a:off x="11053179" y="1354833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20" name="Straight Arrow Connector 19">
            <a:extLst>
              <a:ext uri="{FF2B5EF4-FFF2-40B4-BE49-F238E27FC236}">
                <a16:creationId xmlns:a16="http://schemas.microsoft.com/office/drawing/2014/main" id="{A52C1960-2040-7ED4-147D-7F8F238A2B0C}"/>
              </a:ext>
            </a:extLst>
          </p:cNvPr>
          <p:cNvCxnSpPr>
            <a:cxnSpLocks/>
          </p:cNvCxnSpPr>
          <p:nvPr/>
        </p:nvCxnSpPr>
        <p:spPr>
          <a:xfrm>
            <a:off x="6733616" y="12590791"/>
            <a:ext cx="228600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A0C809BA-E797-2904-B079-EECEC3D7D02A}"/>
              </a:ext>
            </a:extLst>
          </p:cNvPr>
          <p:cNvSpPr txBox="1"/>
          <p:nvPr/>
        </p:nvSpPr>
        <p:spPr>
          <a:xfrm>
            <a:off x="6730630" y="12185069"/>
            <a:ext cx="2183162" cy="369332"/>
          </a:xfrm>
          <a:prstGeom prst="rect">
            <a:avLst/>
          </a:prstGeom>
          <a:noFill/>
        </p:spPr>
        <p:txBody>
          <a:bodyPr wrap="none" rtlCol="0">
            <a:spAutoFit/>
          </a:bodyPr>
          <a:lstStyle/>
          <a:p>
            <a:r>
              <a:rPr lang="en-US" b="1" dirty="0"/>
              <a:t>Two-epoch</a:t>
            </a:r>
            <a:r>
              <a:rPr lang="en-US" dirty="0"/>
              <a:t> </a:t>
            </a:r>
            <a:r>
              <a:rPr lang="en-US" b="1" dirty="0"/>
              <a:t>inference</a:t>
            </a:r>
          </a:p>
        </p:txBody>
      </p:sp>
      <p:sp>
        <p:nvSpPr>
          <p:cNvPr id="28" name="TextBox 27">
            <a:extLst>
              <a:ext uri="{FF2B5EF4-FFF2-40B4-BE49-F238E27FC236}">
                <a16:creationId xmlns:a16="http://schemas.microsoft.com/office/drawing/2014/main" id="{B8107C3D-0A10-CD96-6CDE-F51E12C45BD5}"/>
              </a:ext>
            </a:extLst>
          </p:cNvPr>
          <p:cNvSpPr txBox="1"/>
          <p:nvPr/>
        </p:nvSpPr>
        <p:spPr>
          <a:xfrm>
            <a:off x="5095310" y="10534760"/>
            <a:ext cx="2118657" cy="646331"/>
          </a:xfrm>
          <a:prstGeom prst="rect">
            <a:avLst/>
          </a:prstGeom>
          <a:noFill/>
        </p:spPr>
        <p:txBody>
          <a:bodyPr wrap="none" rtlCol="0">
            <a:spAutoFit/>
          </a:bodyPr>
          <a:lstStyle/>
          <a:p>
            <a:r>
              <a:rPr lang="en-US" b="1" dirty="0"/>
              <a:t>Ancient contraction,</a:t>
            </a:r>
          </a:p>
          <a:p>
            <a:r>
              <a:rPr lang="en-US" b="1" dirty="0"/>
              <a:t>Recent expansion</a:t>
            </a:r>
          </a:p>
        </p:txBody>
      </p:sp>
      <p:sp>
        <p:nvSpPr>
          <p:cNvPr id="29" name="TextBox 28">
            <a:extLst>
              <a:ext uri="{FF2B5EF4-FFF2-40B4-BE49-F238E27FC236}">
                <a16:creationId xmlns:a16="http://schemas.microsoft.com/office/drawing/2014/main" id="{C81C3D2C-45AF-DB11-574E-022E0974D959}"/>
              </a:ext>
            </a:extLst>
          </p:cNvPr>
          <p:cNvSpPr txBox="1"/>
          <p:nvPr/>
        </p:nvSpPr>
        <p:spPr>
          <a:xfrm>
            <a:off x="8683166" y="10706133"/>
            <a:ext cx="4106189" cy="369332"/>
          </a:xfrm>
          <a:prstGeom prst="rect">
            <a:avLst/>
          </a:prstGeom>
          <a:noFill/>
        </p:spPr>
        <p:txBody>
          <a:bodyPr wrap="none" rtlCol="0">
            <a:spAutoFit/>
          </a:bodyPr>
          <a:lstStyle/>
          <a:p>
            <a:r>
              <a:rPr lang="en-US" b="1" dirty="0"/>
              <a:t>Ancient contraction vs. Recent expansion</a:t>
            </a:r>
          </a:p>
        </p:txBody>
      </p:sp>
    </p:spTree>
    <p:extLst>
      <p:ext uri="{BB962C8B-B14F-4D97-AF65-F5344CB8AC3E}">
        <p14:creationId xmlns:p14="http://schemas.microsoft.com/office/powerpoint/2010/main" val="1175831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542D96-FF60-ECA1-6057-C2ACDF999B03}"/>
              </a:ext>
            </a:extLst>
          </p:cNvPr>
          <p:cNvSpPr txBox="1"/>
          <p:nvPr/>
        </p:nvSpPr>
        <p:spPr>
          <a:xfrm>
            <a:off x="9075221" y="13617791"/>
            <a:ext cx="3315261" cy="707886"/>
          </a:xfrm>
          <a:prstGeom prst="rect">
            <a:avLst/>
          </a:prstGeom>
          <a:noFill/>
        </p:spPr>
        <p:txBody>
          <a:bodyPr wrap="square" rtlCol="0">
            <a:spAutoFit/>
          </a:bodyPr>
          <a:lstStyle/>
          <a:p>
            <a:r>
              <a:rPr lang="en-US" sz="40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3" name="TextBox 2">
            <a:extLst>
              <a:ext uri="{FF2B5EF4-FFF2-40B4-BE49-F238E27FC236}">
                <a16:creationId xmlns:a16="http://schemas.microsoft.com/office/drawing/2014/main" id="{D37A58EE-9DD8-82AF-6B8F-5BF9565AF959}"/>
              </a:ext>
            </a:extLst>
          </p:cNvPr>
          <p:cNvSpPr txBox="1"/>
          <p:nvPr/>
        </p:nvSpPr>
        <p:spPr>
          <a:xfrm>
            <a:off x="16192705" y="13636688"/>
            <a:ext cx="3560841" cy="707886"/>
          </a:xfrm>
          <a:prstGeom prst="rect">
            <a:avLst/>
          </a:prstGeom>
          <a:noFill/>
        </p:spPr>
        <p:txBody>
          <a:bodyPr wrap="square" rtlCol="0">
            <a:spAutoFit/>
          </a:bodyPr>
          <a:lstStyle/>
          <a:p>
            <a:r>
              <a:rPr lang="en-US" sz="40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TextBox 3">
            <a:extLst>
              <a:ext uri="{FF2B5EF4-FFF2-40B4-BE49-F238E27FC236}">
                <a16:creationId xmlns:a16="http://schemas.microsoft.com/office/drawing/2014/main" id="{D75BA58D-6499-10F1-3BF5-3E79637A7163}"/>
              </a:ext>
            </a:extLst>
          </p:cNvPr>
          <p:cNvSpPr txBox="1"/>
          <p:nvPr/>
        </p:nvSpPr>
        <p:spPr>
          <a:xfrm>
            <a:off x="15690449" y="18303941"/>
            <a:ext cx="4129743" cy="1015663"/>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Two instantaneous size changes</a:t>
            </a:r>
          </a:p>
        </p:txBody>
      </p:sp>
      <p:sp>
        <p:nvSpPr>
          <p:cNvPr id="5" name="TextBox 4">
            <a:extLst>
              <a:ext uri="{FF2B5EF4-FFF2-40B4-BE49-F238E27FC236}">
                <a16:creationId xmlns:a16="http://schemas.microsoft.com/office/drawing/2014/main" id="{96A0025B-8A69-C4CF-91B6-E1E7752BA3FC}"/>
              </a:ext>
            </a:extLst>
          </p:cNvPr>
          <p:cNvSpPr txBox="1"/>
          <p:nvPr/>
        </p:nvSpPr>
        <p:spPr>
          <a:xfrm>
            <a:off x="8589893" y="18303943"/>
            <a:ext cx="4014561" cy="1015663"/>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One instantaneous size change</a:t>
            </a:r>
          </a:p>
        </p:txBody>
      </p:sp>
      <p:sp>
        <p:nvSpPr>
          <p:cNvPr id="6" name="TextBox 5">
            <a:extLst>
              <a:ext uri="{FF2B5EF4-FFF2-40B4-BE49-F238E27FC236}">
                <a16:creationId xmlns:a16="http://schemas.microsoft.com/office/drawing/2014/main" id="{CE3B1FC4-4ED6-C87B-1315-F18E45DF43B2}"/>
              </a:ext>
            </a:extLst>
          </p:cNvPr>
          <p:cNvSpPr txBox="1"/>
          <p:nvPr/>
        </p:nvSpPr>
        <p:spPr>
          <a:xfrm>
            <a:off x="3478653" y="13622797"/>
            <a:ext cx="3320480" cy="707886"/>
          </a:xfrm>
          <a:prstGeom prst="rect">
            <a:avLst/>
          </a:prstGeom>
          <a:noFill/>
        </p:spPr>
        <p:txBody>
          <a:bodyPr wrap="square" rtlCol="0">
            <a:spAutoFit/>
          </a:bodyPr>
          <a:lstStyle/>
          <a:p>
            <a:r>
              <a:rPr lang="en-US" sz="4000" b="1" dirty="0">
                <a:latin typeface="Arial" panose="020B0604020202020204" pitchFamily="34" charset="0"/>
                <a:ea typeface="Yu Gothic" panose="020B0400000000000000" pitchFamily="34" charset="-128"/>
                <a:cs typeface="Arial" panose="020B0604020202020204" pitchFamily="34" charset="0"/>
              </a:rPr>
              <a:t>One-epoch</a:t>
            </a:r>
          </a:p>
        </p:txBody>
      </p:sp>
      <p:sp>
        <p:nvSpPr>
          <p:cNvPr id="7" name="TextBox 6">
            <a:extLst>
              <a:ext uri="{FF2B5EF4-FFF2-40B4-BE49-F238E27FC236}">
                <a16:creationId xmlns:a16="http://schemas.microsoft.com/office/drawing/2014/main" id="{334C5E25-7A44-8ECD-F0B8-935ED33212C6}"/>
              </a:ext>
            </a:extLst>
          </p:cNvPr>
          <p:cNvSpPr txBox="1"/>
          <p:nvPr/>
        </p:nvSpPr>
        <p:spPr>
          <a:xfrm>
            <a:off x="3176835" y="18303943"/>
            <a:ext cx="3554530" cy="1015663"/>
          </a:xfrm>
          <a:prstGeom prst="rect">
            <a:avLst/>
          </a:prstGeom>
          <a:noFill/>
        </p:spPr>
        <p:txBody>
          <a:bodyPr wrap="square">
            <a:spAutoFit/>
          </a:bodyPr>
          <a:lstStyle/>
          <a:p>
            <a:pPr algn="ctr"/>
            <a:r>
              <a:rPr lang="en-US" sz="3000" dirty="0">
                <a:latin typeface="Arial" panose="020B0604020202020204" pitchFamily="34" charset="0"/>
                <a:ea typeface="Yu Gothic" panose="020B0400000000000000" pitchFamily="34" charset="-128"/>
                <a:cs typeface="Arial" panose="020B0604020202020204" pitchFamily="34" charset="0"/>
              </a:rPr>
              <a:t>Constant effective </a:t>
            </a:r>
          </a:p>
          <a:p>
            <a:pPr algn="ctr"/>
            <a:r>
              <a:rPr lang="en-US" sz="3000" dirty="0">
                <a:latin typeface="Arial" panose="020B0604020202020204" pitchFamily="34" charset="0"/>
                <a:ea typeface="Yu Gothic" panose="020B0400000000000000" pitchFamily="34" charset="-128"/>
                <a:cs typeface="Arial" panose="020B0604020202020204" pitchFamily="34" charset="0"/>
              </a:rPr>
              <a:t>population size</a:t>
            </a:r>
          </a:p>
        </p:txBody>
      </p:sp>
      <p:sp>
        <p:nvSpPr>
          <p:cNvPr id="8" name="Rectangle 7">
            <a:extLst>
              <a:ext uri="{FF2B5EF4-FFF2-40B4-BE49-F238E27FC236}">
                <a16:creationId xmlns:a16="http://schemas.microsoft.com/office/drawing/2014/main" id="{474C4BAA-E193-8344-C899-2E1B6714A575}"/>
              </a:ext>
            </a:extLst>
          </p:cNvPr>
          <p:cNvSpPr/>
          <p:nvPr/>
        </p:nvSpPr>
        <p:spPr>
          <a:xfrm>
            <a:off x="4385304" y="14643443"/>
            <a:ext cx="1137593" cy="341940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EBA55B4-FC9C-3E86-4029-BCD7B578EE63}"/>
              </a:ext>
            </a:extLst>
          </p:cNvPr>
          <p:cNvSpPr/>
          <p:nvPr/>
        </p:nvSpPr>
        <p:spPr>
          <a:xfrm>
            <a:off x="9019748" y="14643443"/>
            <a:ext cx="1466961" cy="13962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F3E1D971-95F8-7EF5-0F96-DB3EF7734734}"/>
              </a:ext>
            </a:extLst>
          </p:cNvPr>
          <p:cNvSpPr/>
          <p:nvPr/>
        </p:nvSpPr>
        <p:spPr>
          <a:xfrm>
            <a:off x="9341262" y="16039668"/>
            <a:ext cx="823931" cy="202317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CE142DD9-B208-2540-777F-147A620A1205}"/>
              </a:ext>
            </a:extLst>
          </p:cNvPr>
          <p:cNvSpPr/>
          <p:nvPr/>
        </p:nvSpPr>
        <p:spPr>
          <a:xfrm>
            <a:off x="10996320" y="14643443"/>
            <a:ext cx="581883" cy="301622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0D2DED5D-0466-164E-A40C-57DDC75ED542}"/>
              </a:ext>
            </a:extLst>
          </p:cNvPr>
          <p:cNvSpPr/>
          <p:nvPr/>
        </p:nvSpPr>
        <p:spPr>
          <a:xfrm>
            <a:off x="10389158" y="17659663"/>
            <a:ext cx="1794160" cy="40318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7EF0786-4FDD-BE25-1D42-C54282FE144D}"/>
              </a:ext>
            </a:extLst>
          </p:cNvPr>
          <p:cNvSpPr/>
          <p:nvPr/>
        </p:nvSpPr>
        <p:spPr>
          <a:xfrm>
            <a:off x="16310175" y="14643444"/>
            <a:ext cx="668245" cy="105313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AD8610DE-990F-3009-B638-CAB9CB655206}"/>
              </a:ext>
            </a:extLst>
          </p:cNvPr>
          <p:cNvSpPr/>
          <p:nvPr/>
        </p:nvSpPr>
        <p:spPr>
          <a:xfrm>
            <a:off x="15960026" y="15696580"/>
            <a:ext cx="1368544" cy="101490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37ADB705-605C-9F27-1127-79D955CAA08A}"/>
              </a:ext>
            </a:extLst>
          </p:cNvPr>
          <p:cNvSpPr/>
          <p:nvPr/>
        </p:nvSpPr>
        <p:spPr>
          <a:xfrm>
            <a:off x="16147571" y="16711488"/>
            <a:ext cx="993451" cy="13547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9CDC785F-8293-154F-C34C-80A317FFF37D}"/>
              </a:ext>
            </a:extLst>
          </p:cNvPr>
          <p:cNvSpPr/>
          <p:nvPr/>
        </p:nvSpPr>
        <p:spPr>
          <a:xfrm>
            <a:off x="17512433" y="14643443"/>
            <a:ext cx="1938101" cy="58633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E91A2E2A-A110-6CD9-5AD2-EBCE3314F791}"/>
              </a:ext>
            </a:extLst>
          </p:cNvPr>
          <p:cNvSpPr/>
          <p:nvPr/>
        </p:nvSpPr>
        <p:spPr>
          <a:xfrm>
            <a:off x="17823390" y="15225439"/>
            <a:ext cx="1316186" cy="58633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E2FD842D-BD43-C6F5-0E01-36AB5451FE07}"/>
              </a:ext>
            </a:extLst>
          </p:cNvPr>
          <p:cNvSpPr/>
          <p:nvPr/>
        </p:nvSpPr>
        <p:spPr>
          <a:xfrm>
            <a:off x="18110649" y="15766809"/>
            <a:ext cx="741665" cy="229603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34B61D31-A1BE-DDA8-2639-F04F7A399508}"/>
              </a:ext>
            </a:extLst>
          </p:cNvPr>
          <p:cNvSpPr/>
          <p:nvPr/>
        </p:nvSpPr>
        <p:spPr>
          <a:xfrm>
            <a:off x="19852746" y="14643443"/>
            <a:ext cx="721366" cy="22927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86851BFC-69B9-5099-ACBC-ED5F8FFF8E7D}"/>
              </a:ext>
            </a:extLst>
          </p:cNvPr>
          <p:cNvSpPr/>
          <p:nvPr/>
        </p:nvSpPr>
        <p:spPr>
          <a:xfrm>
            <a:off x="19523454" y="16936238"/>
            <a:ext cx="1376618" cy="56151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C0BA906C-E45F-59E1-B024-33F472D6D55E}"/>
              </a:ext>
            </a:extLst>
          </p:cNvPr>
          <p:cNvSpPr/>
          <p:nvPr/>
        </p:nvSpPr>
        <p:spPr>
          <a:xfrm>
            <a:off x="19204906" y="17497749"/>
            <a:ext cx="2013716" cy="5650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87E28E27-9E2E-2910-BE80-68F7C02E5D2B}"/>
              </a:ext>
            </a:extLst>
          </p:cNvPr>
          <p:cNvSpPr/>
          <p:nvPr/>
        </p:nvSpPr>
        <p:spPr>
          <a:xfrm>
            <a:off x="14593058" y="14643442"/>
            <a:ext cx="876045" cy="182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75AE3B8C-2308-EF71-7276-C1F1A2FF0460}"/>
              </a:ext>
            </a:extLst>
          </p:cNvPr>
          <p:cNvSpPr/>
          <p:nvPr/>
        </p:nvSpPr>
        <p:spPr>
          <a:xfrm>
            <a:off x="14365278" y="17782601"/>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C14B3BB8-6FF5-40D2-52B1-E36AF0C31AC2}"/>
              </a:ext>
            </a:extLst>
          </p:cNvPr>
          <p:cNvSpPr/>
          <p:nvPr/>
        </p:nvSpPr>
        <p:spPr>
          <a:xfrm>
            <a:off x="14791088" y="16468240"/>
            <a:ext cx="479985" cy="13143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000" dirty="0">
              <a:latin typeface="Arial" panose="020B0604020202020204" pitchFamily="34" charset="0"/>
              <a:cs typeface="Arial" panose="020B0604020202020204" pitchFamily="34" charset="0"/>
            </a:endParaRPr>
          </a:p>
        </p:txBody>
      </p:sp>
      <p:cxnSp>
        <p:nvCxnSpPr>
          <p:cNvPr id="25" name="Straight Arrow Connector 24">
            <a:extLst>
              <a:ext uri="{FF2B5EF4-FFF2-40B4-BE49-F238E27FC236}">
                <a16:creationId xmlns:a16="http://schemas.microsoft.com/office/drawing/2014/main" id="{E67D05FC-BD05-9B09-3E70-69A679F5E3AD}"/>
              </a:ext>
            </a:extLst>
          </p:cNvPr>
          <p:cNvCxnSpPr/>
          <p:nvPr/>
        </p:nvCxnSpPr>
        <p:spPr>
          <a:xfrm>
            <a:off x="2973014" y="14643443"/>
            <a:ext cx="0" cy="352629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C62DA564-E096-9DB4-F531-79706FE31581}"/>
              </a:ext>
            </a:extLst>
          </p:cNvPr>
          <p:cNvSpPr txBox="1"/>
          <p:nvPr/>
        </p:nvSpPr>
        <p:spPr>
          <a:xfrm rot="16200000">
            <a:off x="1962826" y="16070658"/>
            <a:ext cx="1071763" cy="553998"/>
          </a:xfrm>
          <a:prstGeom prst="rect">
            <a:avLst/>
          </a:prstGeom>
          <a:noFill/>
        </p:spPr>
        <p:txBody>
          <a:bodyPr wrap="square" rtlCol="0">
            <a:spAutoFit/>
          </a:bodyPr>
          <a:lstStyle/>
          <a:p>
            <a:r>
              <a:rPr lang="en-US" sz="3000" dirty="0">
                <a:latin typeface="Arial" panose="020B0604020202020204" pitchFamily="34" charset="0"/>
                <a:ea typeface="Yu Gothic" panose="020B0400000000000000" pitchFamily="34" charset="-128"/>
                <a:cs typeface="Arial" panose="020B0604020202020204" pitchFamily="34" charset="0"/>
              </a:rPr>
              <a:t>Time</a:t>
            </a:r>
          </a:p>
        </p:txBody>
      </p:sp>
    </p:spTree>
    <p:extLst>
      <p:ext uri="{BB962C8B-B14F-4D97-AF65-F5344CB8AC3E}">
        <p14:creationId xmlns:p14="http://schemas.microsoft.com/office/powerpoint/2010/main" val="2802148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E2153-B9B4-51DE-93BC-886DFCCAFD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A8C81E-F4C0-A30D-B984-30575A1B4337}"/>
              </a:ext>
            </a:extLst>
          </p:cNvPr>
          <p:cNvSpPr txBox="1"/>
          <p:nvPr/>
        </p:nvSpPr>
        <p:spPr>
          <a:xfrm>
            <a:off x="9496097" y="26589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3" name="Rectangle 2">
            <a:extLst>
              <a:ext uri="{FF2B5EF4-FFF2-40B4-BE49-F238E27FC236}">
                <a16:creationId xmlns:a16="http://schemas.microsoft.com/office/drawing/2014/main" id="{1E44EA0B-4A62-7B2A-CAFE-2CE0DD8A08F8}"/>
              </a:ext>
            </a:extLst>
          </p:cNvPr>
          <p:cNvSpPr/>
          <p:nvPr/>
        </p:nvSpPr>
        <p:spPr>
          <a:xfrm>
            <a:off x="9866723" y="3079691"/>
            <a:ext cx="914400"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7F48889B-861E-0B99-1828-64AB173F66BA}"/>
              </a:ext>
            </a:extLst>
          </p:cNvPr>
          <p:cNvSpPr/>
          <p:nvPr/>
        </p:nvSpPr>
        <p:spPr>
          <a:xfrm>
            <a:off x="9658120" y="545723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D99773AC-71BD-CEE9-8C33-A4188B93CEE7}"/>
              </a:ext>
            </a:extLst>
          </p:cNvPr>
          <p:cNvSpPr/>
          <p:nvPr/>
        </p:nvSpPr>
        <p:spPr>
          <a:xfrm>
            <a:off x="10083930" y="408905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6" name="Straight Arrow Connector 5">
            <a:extLst>
              <a:ext uri="{FF2B5EF4-FFF2-40B4-BE49-F238E27FC236}">
                <a16:creationId xmlns:a16="http://schemas.microsoft.com/office/drawing/2014/main" id="{173F076B-5882-EB69-6949-13CF2D4658C5}"/>
              </a:ext>
            </a:extLst>
          </p:cNvPr>
          <p:cNvCxnSpPr>
            <a:cxnSpLocks/>
          </p:cNvCxnSpPr>
          <p:nvPr/>
        </p:nvCxnSpPr>
        <p:spPr>
          <a:xfrm>
            <a:off x="9437729" y="31673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4E98F14B-AC4B-D746-2103-DA8CBEFA20FE}"/>
              </a:ext>
            </a:extLst>
          </p:cNvPr>
          <p:cNvSpPr txBox="1"/>
          <p:nvPr/>
        </p:nvSpPr>
        <p:spPr>
          <a:xfrm rot="16200000">
            <a:off x="8634082" y="39939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8" name="TextBox 7">
            <a:extLst>
              <a:ext uri="{FF2B5EF4-FFF2-40B4-BE49-F238E27FC236}">
                <a16:creationId xmlns:a16="http://schemas.microsoft.com/office/drawing/2014/main" id="{DC58873A-7BF1-E8E8-C9C9-9B01071F2505}"/>
              </a:ext>
            </a:extLst>
          </p:cNvPr>
          <p:cNvSpPr txBox="1"/>
          <p:nvPr/>
        </p:nvSpPr>
        <p:spPr>
          <a:xfrm>
            <a:off x="8008983" y="30156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9" name="TextBox 8">
            <a:extLst>
              <a:ext uri="{FF2B5EF4-FFF2-40B4-BE49-F238E27FC236}">
                <a16:creationId xmlns:a16="http://schemas.microsoft.com/office/drawing/2014/main" id="{5E36B224-7503-FC57-C46E-1B2884BD0375}"/>
              </a:ext>
            </a:extLst>
          </p:cNvPr>
          <p:cNvSpPr txBox="1"/>
          <p:nvPr/>
        </p:nvSpPr>
        <p:spPr>
          <a:xfrm>
            <a:off x="8157787" y="52501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0" name="TextBox 9">
            <a:extLst>
              <a:ext uri="{FF2B5EF4-FFF2-40B4-BE49-F238E27FC236}">
                <a16:creationId xmlns:a16="http://schemas.microsoft.com/office/drawing/2014/main" id="{EDC9C40C-8734-7DDA-0266-0574D569AEBC}"/>
              </a:ext>
            </a:extLst>
          </p:cNvPr>
          <p:cNvSpPr txBox="1"/>
          <p:nvPr/>
        </p:nvSpPr>
        <p:spPr>
          <a:xfrm>
            <a:off x="8834593" y="22860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1" name="Rectangle 10">
            <a:extLst>
              <a:ext uri="{FF2B5EF4-FFF2-40B4-BE49-F238E27FC236}">
                <a16:creationId xmlns:a16="http://schemas.microsoft.com/office/drawing/2014/main" id="{879476F8-B5C9-F07D-49DE-E697712D238A}"/>
              </a:ext>
            </a:extLst>
          </p:cNvPr>
          <p:cNvSpPr/>
          <p:nvPr/>
        </p:nvSpPr>
        <p:spPr>
          <a:xfrm>
            <a:off x="10817926" y="6478035"/>
            <a:ext cx="914400"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DEEFDD18-8E7D-6CAD-8596-80502ECB27B2}"/>
              </a:ext>
            </a:extLst>
          </p:cNvPr>
          <p:cNvSpPr/>
          <p:nvPr/>
        </p:nvSpPr>
        <p:spPr>
          <a:xfrm>
            <a:off x="11026428" y="6982269"/>
            <a:ext cx="497395" cy="162084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A54D7242-B9E7-BF7D-5FED-B93D052E9247}"/>
              </a:ext>
            </a:extLst>
          </p:cNvPr>
          <p:cNvSpPr/>
          <p:nvPr/>
        </p:nvSpPr>
        <p:spPr>
          <a:xfrm>
            <a:off x="8882041" y="6433651"/>
            <a:ext cx="914400"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Left Brace 14">
            <a:extLst>
              <a:ext uri="{FF2B5EF4-FFF2-40B4-BE49-F238E27FC236}">
                <a16:creationId xmlns:a16="http://schemas.microsoft.com/office/drawing/2014/main" id="{651FFBDA-8D8B-C3E8-85EE-07EA4B1FAB34}"/>
              </a:ext>
            </a:extLst>
          </p:cNvPr>
          <p:cNvSpPr/>
          <p:nvPr/>
        </p:nvSpPr>
        <p:spPr>
          <a:xfrm rot="16200000">
            <a:off x="10179673" y="46352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0404C804-860D-3D2B-5BBE-7A341D3E7A64}"/>
              </a:ext>
            </a:extLst>
          </p:cNvPr>
          <p:cNvSpPr txBox="1"/>
          <p:nvPr/>
        </p:nvSpPr>
        <p:spPr>
          <a:xfrm>
            <a:off x="7776363" y="86960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
        <p:nvSpPr>
          <p:cNvPr id="17" name="Rectangle 16">
            <a:extLst>
              <a:ext uri="{FF2B5EF4-FFF2-40B4-BE49-F238E27FC236}">
                <a16:creationId xmlns:a16="http://schemas.microsoft.com/office/drawing/2014/main" id="{60F414D3-8A08-D86C-AA7D-5198CADABF89}"/>
              </a:ext>
            </a:extLst>
          </p:cNvPr>
          <p:cNvSpPr/>
          <p:nvPr/>
        </p:nvSpPr>
        <p:spPr>
          <a:xfrm>
            <a:off x="8673438" y="8322870"/>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AB0ECFAC-6FA9-240C-AC83-75BEE15BBE19}"/>
              </a:ext>
            </a:extLst>
          </p:cNvPr>
          <p:cNvSpPr/>
          <p:nvPr/>
        </p:nvSpPr>
        <p:spPr>
          <a:xfrm>
            <a:off x="6675023" y="2200828"/>
            <a:ext cx="528730" cy="7018470"/>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20" name="Graphic 19" descr="Group of men with solid fill">
            <a:extLst>
              <a:ext uri="{FF2B5EF4-FFF2-40B4-BE49-F238E27FC236}">
                <a16:creationId xmlns:a16="http://schemas.microsoft.com/office/drawing/2014/main" id="{8F5C106F-8B83-A5EE-C2B2-4954715270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51554" y="2547610"/>
            <a:ext cx="1828800" cy="1828800"/>
          </a:xfrm>
          <a:prstGeom prst="rect">
            <a:avLst/>
          </a:prstGeom>
        </p:spPr>
      </p:pic>
      <p:sp>
        <p:nvSpPr>
          <p:cNvPr id="21" name="TextBox 20">
            <a:extLst>
              <a:ext uri="{FF2B5EF4-FFF2-40B4-BE49-F238E27FC236}">
                <a16:creationId xmlns:a16="http://schemas.microsoft.com/office/drawing/2014/main" id="{1F094396-F10D-6D60-EB5F-A98F49B0262F}"/>
              </a:ext>
            </a:extLst>
          </p:cNvPr>
          <p:cNvSpPr txBox="1"/>
          <p:nvPr/>
        </p:nvSpPr>
        <p:spPr>
          <a:xfrm>
            <a:off x="4409192" y="3166302"/>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10 Diploids</a:t>
            </a:r>
          </a:p>
        </p:txBody>
      </p:sp>
      <p:pic>
        <p:nvPicPr>
          <p:cNvPr id="22" name="Graphic 21" descr="Group of men with solid fill">
            <a:extLst>
              <a:ext uri="{FF2B5EF4-FFF2-40B4-BE49-F238E27FC236}">
                <a16:creationId xmlns:a16="http://schemas.microsoft.com/office/drawing/2014/main" id="{1F6980BA-F0D5-4BF7-54A0-239A996CB6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67487" y="4335160"/>
            <a:ext cx="1828800" cy="1828800"/>
          </a:xfrm>
          <a:prstGeom prst="rect">
            <a:avLst/>
          </a:prstGeom>
        </p:spPr>
      </p:pic>
      <p:pic>
        <p:nvPicPr>
          <p:cNvPr id="23" name="Graphic 22" descr="Group of men with solid fill">
            <a:extLst>
              <a:ext uri="{FF2B5EF4-FFF2-40B4-BE49-F238E27FC236}">
                <a16:creationId xmlns:a16="http://schemas.microsoft.com/office/drawing/2014/main" id="{FE2B28DC-9E27-1375-484D-BA83776F53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51554" y="7422216"/>
            <a:ext cx="1828800" cy="1828800"/>
          </a:xfrm>
          <a:prstGeom prst="rect">
            <a:avLst/>
          </a:prstGeom>
        </p:spPr>
      </p:pic>
      <p:sp>
        <p:nvSpPr>
          <p:cNvPr id="24" name="TextBox 23">
            <a:extLst>
              <a:ext uri="{FF2B5EF4-FFF2-40B4-BE49-F238E27FC236}">
                <a16:creationId xmlns:a16="http://schemas.microsoft.com/office/drawing/2014/main" id="{305089E9-E50E-392B-8CB3-ADDBAD7EE761}"/>
              </a:ext>
            </a:extLst>
          </p:cNvPr>
          <p:cNvSpPr txBox="1"/>
          <p:nvPr/>
        </p:nvSpPr>
        <p:spPr>
          <a:xfrm>
            <a:off x="4409192" y="4969871"/>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20 Diploids</a:t>
            </a:r>
          </a:p>
        </p:txBody>
      </p:sp>
      <p:sp>
        <p:nvSpPr>
          <p:cNvPr id="25" name="TextBox 24">
            <a:extLst>
              <a:ext uri="{FF2B5EF4-FFF2-40B4-BE49-F238E27FC236}">
                <a16:creationId xmlns:a16="http://schemas.microsoft.com/office/drawing/2014/main" id="{09E5122F-B2DD-4E50-5966-69867CFFB55E}"/>
              </a:ext>
            </a:extLst>
          </p:cNvPr>
          <p:cNvSpPr txBox="1"/>
          <p:nvPr/>
        </p:nvSpPr>
        <p:spPr>
          <a:xfrm>
            <a:off x="4409192" y="806126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800 Diploids</a:t>
            </a:r>
          </a:p>
        </p:txBody>
      </p:sp>
      <p:sp>
        <p:nvSpPr>
          <p:cNvPr id="26" name="TextBox 25">
            <a:extLst>
              <a:ext uri="{FF2B5EF4-FFF2-40B4-BE49-F238E27FC236}">
                <a16:creationId xmlns:a16="http://schemas.microsoft.com/office/drawing/2014/main" id="{0A0C8C35-F009-E267-6861-492E39932225}"/>
              </a:ext>
            </a:extLst>
          </p:cNvPr>
          <p:cNvSpPr txBox="1"/>
          <p:nvPr/>
        </p:nvSpPr>
        <p:spPr>
          <a:xfrm>
            <a:off x="4121773" y="6299364"/>
            <a:ext cx="1141683"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a:t>
            </a:r>
          </a:p>
        </p:txBody>
      </p:sp>
    </p:spTree>
    <p:extLst>
      <p:ext uri="{BB962C8B-B14F-4D97-AF65-F5344CB8AC3E}">
        <p14:creationId xmlns:p14="http://schemas.microsoft.com/office/powerpoint/2010/main" val="3124559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D4D748-316D-5606-4117-1B9ADD5F854D}"/>
              </a:ext>
            </a:extLst>
          </p:cNvPr>
          <p:cNvSpPr txBox="1"/>
          <p:nvPr/>
        </p:nvSpPr>
        <p:spPr>
          <a:xfrm>
            <a:off x="4938611" y="3225050"/>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3" name="Rectangle 2">
            <a:extLst>
              <a:ext uri="{FF2B5EF4-FFF2-40B4-BE49-F238E27FC236}">
                <a16:creationId xmlns:a16="http://schemas.microsoft.com/office/drawing/2014/main" id="{B5123F49-0B34-4F56-4362-2BB67D7555B3}"/>
              </a:ext>
            </a:extLst>
          </p:cNvPr>
          <p:cNvSpPr/>
          <p:nvPr/>
        </p:nvSpPr>
        <p:spPr>
          <a:xfrm>
            <a:off x="5309237" y="3748270"/>
            <a:ext cx="914400" cy="91651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448C7351-E1F0-15A3-22AF-D474C2065115}"/>
              </a:ext>
            </a:extLst>
          </p:cNvPr>
          <p:cNvSpPr/>
          <p:nvPr/>
        </p:nvSpPr>
        <p:spPr>
          <a:xfrm>
            <a:off x="5117692" y="5507421"/>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35080CE1-E5E9-3FAC-AE10-330C9B8411AE}"/>
              </a:ext>
            </a:extLst>
          </p:cNvPr>
          <p:cNvSpPr/>
          <p:nvPr/>
        </p:nvSpPr>
        <p:spPr>
          <a:xfrm>
            <a:off x="5526444" y="4655109"/>
            <a:ext cx="479985" cy="91651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6" name="Straight Arrow Connector 5">
            <a:extLst>
              <a:ext uri="{FF2B5EF4-FFF2-40B4-BE49-F238E27FC236}">
                <a16:creationId xmlns:a16="http://schemas.microsoft.com/office/drawing/2014/main" id="{0C29B28B-7A9A-DC6F-F0AB-D90B76DF2B38}"/>
              </a:ext>
            </a:extLst>
          </p:cNvPr>
          <p:cNvCxnSpPr>
            <a:cxnSpLocks/>
          </p:cNvCxnSpPr>
          <p:nvPr/>
        </p:nvCxnSpPr>
        <p:spPr>
          <a:xfrm>
            <a:off x="4880243" y="3733433"/>
            <a:ext cx="0" cy="201168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F9353464-9F5B-BD14-1B80-D253E964E51D}"/>
              </a:ext>
            </a:extLst>
          </p:cNvPr>
          <p:cNvSpPr txBox="1"/>
          <p:nvPr/>
        </p:nvSpPr>
        <p:spPr>
          <a:xfrm rot="16200000">
            <a:off x="4076596" y="4560016"/>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8" name="TextBox 7">
            <a:extLst>
              <a:ext uri="{FF2B5EF4-FFF2-40B4-BE49-F238E27FC236}">
                <a16:creationId xmlns:a16="http://schemas.microsoft.com/office/drawing/2014/main" id="{20EE986B-3628-5E33-64FD-9C4FC78DD678}"/>
              </a:ext>
            </a:extLst>
          </p:cNvPr>
          <p:cNvSpPr txBox="1"/>
          <p:nvPr/>
        </p:nvSpPr>
        <p:spPr>
          <a:xfrm>
            <a:off x="3451497" y="3581718"/>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9" name="TextBox 8">
            <a:extLst>
              <a:ext uri="{FF2B5EF4-FFF2-40B4-BE49-F238E27FC236}">
                <a16:creationId xmlns:a16="http://schemas.microsoft.com/office/drawing/2014/main" id="{F7246C0D-7BA6-41D6-C320-1A24DB75A41B}"/>
              </a:ext>
            </a:extLst>
          </p:cNvPr>
          <p:cNvSpPr txBox="1"/>
          <p:nvPr/>
        </p:nvSpPr>
        <p:spPr>
          <a:xfrm>
            <a:off x="3636005" y="54576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0" name="TextBox 9">
            <a:extLst>
              <a:ext uri="{FF2B5EF4-FFF2-40B4-BE49-F238E27FC236}">
                <a16:creationId xmlns:a16="http://schemas.microsoft.com/office/drawing/2014/main" id="{F969B816-1836-9294-742B-96942DDF7418}"/>
              </a:ext>
            </a:extLst>
          </p:cNvPr>
          <p:cNvSpPr txBox="1"/>
          <p:nvPr/>
        </p:nvSpPr>
        <p:spPr>
          <a:xfrm>
            <a:off x="4294113" y="2637182"/>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1" name="Rectangle 10">
            <a:extLst>
              <a:ext uri="{FF2B5EF4-FFF2-40B4-BE49-F238E27FC236}">
                <a16:creationId xmlns:a16="http://schemas.microsoft.com/office/drawing/2014/main" id="{2D320388-1D65-6692-A4B2-EE9163C7B475}"/>
              </a:ext>
            </a:extLst>
          </p:cNvPr>
          <p:cNvSpPr/>
          <p:nvPr/>
        </p:nvSpPr>
        <p:spPr>
          <a:xfrm>
            <a:off x="14616789" y="3641375"/>
            <a:ext cx="914400" cy="10593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E924E80D-ED2B-72E9-A108-EA9118C67D64}"/>
              </a:ext>
            </a:extLst>
          </p:cNvPr>
          <p:cNvSpPr/>
          <p:nvPr/>
        </p:nvSpPr>
        <p:spPr>
          <a:xfrm>
            <a:off x="14825291" y="4664789"/>
            <a:ext cx="497395" cy="105932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1A16D876-3D2A-6700-0BD6-6FCABDF5F6C0}"/>
              </a:ext>
            </a:extLst>
          </p:cNvPr>
          <p:cNvSpPr/>
          <p:nvPr/>
        </p:nvSpPr>
        <p:spPr>
          <a:xfrm>
            <a:off x="12680904" y="3641376"/>
            <a:ext cx="914400" cy="18162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Left Brace 14">
            <a:extLst>
              <a:ext uri="{FF2B5EF4-FFF2-40B4-BE49-F238E27FC236}">
                <a16:creationId xmlns:a16="http://schemas.microsoft.com/office/drawing/2014/main" id="{A47FAB82-5C7F-868E-D96A-59F79C9F82E3}"/>
              </a:ext>
            </a:extLst>
          </p:cNvPr>
          <p:cNvSpPr/>
          <p:nvPr/>
        </p:nvSpPr>
        <p:spPr>
          <a:xfrm>
            <a:off x="7334102" y="3220931"/>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AC24383B-9881-F2A1-21EC-E1F08400A776}"/>
              </a:ext>
            </a:extLst>
          </p:cNvPr>
          <p:cNvSpPr txBox="1"/>
          <p:nvPr/>
        </p:nvSpPr>
        <p:spPr>
          <a:xfrm>
            <a:off x="10961161" y="2639732"/>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
        <p:nvSpPr>
          <p:cNvPr id="17" name="Rectangle 16">
            <a:extLst>
              <a:ext uri="{FF2B5EF4-FFF2-40B4-BE49-F238E27FC236}">
                <a16:creationId xmlns:a16="http://schemas.microsoft.com/office/drawing/2014/main" id="{65A0B147-7A62-6C7D-0F90-055F2D36001A}"/>
              </a:ext>
            </a:extLst>
          </p:cNvPr>
          <p:cNvSpPr/>
          <p:nvPr/>
        </p:nvSpPr>
        <p:spPr>
          <a:xfrm>
            <a:off x="12472301" y="5443871"/>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pic>
        <p:nvPicPr>
          <p:cNvPr id="20" name="Graphic 19" descr="Group of men with solid fill">
            <a:extLst>
              <a:ext uri="{FF2B5EF4-FFF2-40B4-BE49-F238E27FC236}">
                <a16:creationId xmlns:a16="http://schemas.microsoft.com/office/drawing/2014/main" id="{63E7276F-F01B-934A-CFDD-FB6D5F2EC7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69442" y="5507421"/>
            <a:ext cx="914400" cy="914400"/>
          </a:xfrm>
          <a:prstGeom prst="rect">
            <a:avLst/>
          </a:prstGeom>
        </p:spPr>
      </p:pic>
      <p:sp>
        <p:nvSpPr>
          <p:cNvPr id="21" name="TextBox 20">
            <a:extLst>
              <a:ext uri="{FF2B5EF4-FFF2-40B4-BE49-F238E27FC236}">
                <a16:creationId xmlns:a16="http://schemas.microsoft.com/office/drawing/2014/main" id="{E4E7989C-1CF6-28FB-4967-C8FA080C3C9D}"/>
              </a:ext>
            </a:extLst>
          </p:cNvPr>
          <p:cNvSpPr txBox="1"/>
          <p:nvPr/>
        </p:nvSpPr>
        <p:spPr>
          <a:xfrm>
            <a:off x="9008610" y="3556449"/>
            <a:ext cx="1336694" cy="33855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10 Diploids</a:t>
            </a:r>
          </a:p>
        </p:txBody>
      </p:sp>
      <p:sp>
        <p:nvSpPr>
          <p:cNvPr id="24" name="TextBox 23">
            <a:extLst>
              <a:ext uri="{FF2B5EF4-FFF2-40B4-BE49-F238E27FC236}">
                <a16:creationId xmlns:a16="http://schemas.microsoft.com/office/drawing/2014/main" id="{ACB078C8-4156-AC31-CFB4-4A88C1B62115}"/>
              </a:ext>
            </a:extLst>
          </p:cNvPr>
          <p:cNvSpPr txBox="1"/>
          <p:nvPr/>
        </p:nvSpPr>
        <p:spPr>
          <a:xfrm>
            <a:off x="8983842" y="4247190"/>
            <a:ext cx="1474307"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20 Diploids</a:t>
            </a:r>
          </a:p>
        </p:txBody>
      </p:sp>
      <p:sp>
        <p:nvSpPr>
          <p:cNvPr id="25" name="TextBox 24">
            <a:extLst>
              <a:ext uri="{FF2B5EF4-FFF2-40B4-BE49-F238E27FC236}">
                <a16:creationId xmlns:a16="http://schemas.microsoft.com/office/drawing/2014/main" id="{66BF2C94-935F-34B9-0B52-AD79BA960CCB}"/>
              </a:ext>
            </a:extLst>
          </p:cNvPr>
          <p:cNvSpPr txBox="1"/>
          <p:nvPr/>
        </p:nvSpPr>
        <p:spPr>
          <a:xfrm>
            <a:off x="9008610" y="5813340"/>
            <a:ext cx="165814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800 Diploids</a:t>
            </a:r>
          </a:p>
        </p:txBody>
      </p:sp>
      <p:sp>
        <p:nvSpPr>
          <p:cNvPr id="26" name="TextBox 25">
            <a:extLst>
              <a:ext uri="{FF2B5EF4-FFF2-40B4-BE49-F238E27FC236}">
                <a16:creationId xmlns:a16="http://schemas.microsoft.com/office/drawing/2014/main" id="{9DD70F72-77C1-8EA5-551A-235221EC6AD1}"/>
              </a:ext>
            </a:extLst>
          </p:cNvPr>
          <p:cNvSpPr txBox="1"/>
          <p:nvPr/>
        </p:nvSpPr>
        <p:spPr>
          <a:xfrm>
            <a:off x="8806976" y="4937932"/>
            <a:ext cx="1141683"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a:t>
            </a:r>
          </a:p>
        </p:txBody>
      </p:sp>
      <p:pic>
        <p:nvPicPr>
          <p:cNvPr id="27" name="Graphic 26" descr="Group of men with solid fill">
            <a:extLst>
              <a:ext uri="{FF2B5EF4-FFF2-40B4-BE49-F238E27FC236}">
                <a16:creationId xmlns:a16="http://schemas.microsoft.com/office/drawing/2014/main" id="{2D97DDCB-7229-9321-0F73-E66F51B159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69442" y="3239342"/>
            <a:ext cx="914400" cy="914400"/>
          </a:xfrm>
          <a:prstGeom prst="rect">
            <a:avLst/>
          </a:prstGeom>
        </p:spPr>
      </p:pic>
      <p:pic>
        <p:nvPicPr>
          <p:cNvPr id="28" name="Graphic 27" descr="Group of men with solid fill">
            <a:extLst>
              <a:ext uri="{FF2B5EF4-FFF2-40B4-BE49-F238E27FC236}">
                <a16:creationId xmlns:a16="http://schemas.microsoft.com/office/drawing/2014/main" id="{D84EF3F0-23DB-F3D5-FE38-1150762ADF3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69442" y="4097609"/>
            <a:ext cx="914400" cy="914400"/>
          </a:xfrm>
          <a:prstGeom prst="rect">
            <a:avLst/>
          </a:prstGeom>
        </p:spPr>
      </p:pic>
      <p:sp>
        <p:nvSpPr>
          <p:cNvPr id="29" name="TextBox 28">
            <a:extLst>
              <a:ext uri="{FF2B5EF4-FFF2-40B4-BE49-F238E27FC236}">
                <a16:creationId xmlns:a16="http://schemas.microsoft.com/office/drawing/2014/main" id="{614BC83A-B477-6D06-899E-F7C4E8AF95F0}"/>
              </a:ext>
            </a:extLst>
          </p:cNvPr>
          <p:cNvSpPr txBox="1"/>
          <p:nvPr/>
        </p:nvSpPr>
        <p:spPr>
          <a:xfrm>
            <a:off x="7837362" y="2645228"/>
            <a:ext cx="28293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Computed SFS</a:t>
            </a:r>
          </a:p>
        </p:txBody>
      </p:sp>
      <p:sp>
        <p:nvSpPr>
          <p:cNvPr id="30" name="Left Brace 29">
            <a:extLst>
              <a:ext uri="{FF2B5EF4-FFF2-40B4-BE49-F238E27FC236}">
                <a16:creationId xmlns:a16="http://schemas.microsoft.com/office/drawing/2014/main" id="{FC1A50AB-9A7A-68FF-2DA1-3CC4AC4B2C10}"/>
              </a:ext>
            </a:extLst>
          </p:cNvPr>
          <p:cNvSpPr/>
          <p:nvPr/>
        </p:nvSpPr>
        <p:spPr>
          <a:xfrm>
            <a:off x="10577663" y="3155342"/>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336F0EB5-4905-BF09-F000-B0455A2F984C}"/>
              </a:ext>
            </a:extLst>
          </p:cNvPr>
          <p:cNvCxnSpPr>
            <a:cxnSpLocks/>
          </p:cNvCxnSpPr>
          <p:nvPr/>
        </p:nvCxnSpPr>
        <p:spPr>
          <a:xfrm>
            <a:off x="12186728" y="3641376"/>
            <a:ext cx="0" cy="201168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CC1498EC-B75D-AB9B-E34F-27C8DCF3AA8B}"/>
              </a:ext>
            </a:extLst>
          </p:cNvPr>
          <p:cNvSpPr txBox="1"/>
          <p:nvPr/>
        </p:nvSpPr>
        <p:spPr>
          <a:xfrm rot="16200000">
            <a:off x="11383081" y="44679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33" name="TextBox 32">
            <a:extLst>
              <a:ext uri="{FF2B5EF4-FFF2-40B4-BE49-F238E27FC236}">
                <a16:creationId xmlns:a16="http://schemas.microsoft.com/office/drawing/2014/main" id="{FF20AB08-F6C7-DA2C-91D8-B9E1A0DB96C3}"/>
              </a:ext>
            </a:extLst>
          </p:cNvPr>
          <p:cNvSpPr txBox="1"/>
          <p:nvPr/>
        </p:nvSpPr>
        <p:spPr>
          <a:xfrm>
            <a:off x="10757982" y="34896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34" name="TextBox 33">
            <a:extLst>
              <a:ext uri="{FF2B5EF4-FFF2-40B4-BE49-F238E27FC236}">
                <a16:creationId xmlns:a16="http://schemas.microsoft.com/office/drawing/2014/main" id="{C88BE0C8-A8C9-57F6-6D7A-DC0D805FC6F9}"/>
              </a:ext>
            </a:extLst>
          </p:cNvPr>
          <p:cNvSpPr txBox="1"/>
          <p:nvPr/>
        </p:nvSpPr>
        <p:spPr>
          <a:xfrm>
            <a:off x="10905593" y="5443871"/>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35" name="TextBox 34">
            <a:extLst>
              <a:ext uri="{FF2B5EF4-FFF2-40B4-BE49-F238E27FC236}">
                <a16:creationId xmlns:a16="http://schemas.microsoft.com/office/drawing/2014/main" id="{4BA64D15-3279-904E-184A-FE3B778207E1}"/>
              </a:ext>
            </a:extLst>
          </p:cNvPr>
          <p:cNvSpPr txBox="1"/>
          <p:nvPr/>
        </p:nvSpPr>
        <p:spPr>
          <a:xfrm>
            <a:off x="3549224" y="1741537"/>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(a)</a:t>
            </a:r>
          </a:p>
        </p:txBody>
      </p:sp>
      <p:sp>
        <p:nvSpPr>
          <p:cNvPr id="36" name="TextBox 35">
            <a:extLst>
              <a:ext uri="{FF2B5EF4-FFF2-40B4-BE49-F238E27FC236}">
                <a16:creationId xmlns:a16="http://schemas.microsoft.com/office/drawing/2014/main" id="{492268D4-7A91-5080-826D-45C0DE1DD1C3}"/>
              </a:ext>
            </a:extLst>
          </p:cNvPr>
          <p:cNvSpPr txBox="1"/>
          <p:nvPr/>
        </p:nvSpPr>
        <p:spPr>
          <a:xfrm>
            <a:off x="7334102" y="1741537"/>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(b)</a:t>
            </a:r>
          </a:p>
        </p:txBody>
      </p:sp>
      <p:sp>
        <p:nvSpPr>
          <p:cNvPr id="37" name="TextBox 36">
            <a:extLst>
              <a:ext uri="{FF2B5EF4-FFF2-40B4-BE49-F238E27FC236}">
                <a16:creationId xmlns:a16="http://schemas.microsoft.com/office/drawing/2014/main" id="{FD72681F-F124-DEDC-B8D1-0989DA413C51}"/>
              </a:ext>
            </a:extLst>
          </p:cNvPr>
          <p:cNvSpPr txBox="1"/>
          <p:nvPr/>
        </p:nvSpPr>
        <p:spPr>
          <a:xfrm>
            <a:off x="10577663" y="1721744"/>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(c)</a:t>
            </a:r>
          </a:p>
        </p:txBody>
      </p:sp>
      <p:sp>
        <p:nvSpPr>
          <p:cNvPr id="14" name="TextBox 13">
            <a:extLst>
              <a:ext uri="{FF2B5EF4-FFF2-40B4-BE49-F238E27FC236}">
                <a16:creationId xmlns:a16="http://schemas.microsoft.com/office/drawing/2014/main" id="{B49E3BD8-47F9-9CFE-D129-00772C3D2154}"/>
              </a:ext>
            </a:extLst>
          </p:cNvPr>
          <p:cNvSpPr txBox="1"/>
          <p:nvPr/>
        </p:nvSpPr>
        <p:spPr>
          <a:xfrm>
            <a:off x="5958174" y="4952828"/>
            <a:ext cx="1293104"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Bottleneck</a:t>
            </a:r>
          </a:p>
        </p:txBody>
      </p:sp>
    </p:spTree>
    <p:extLst>
      <p:ext uri="{BB962C8B-B14F-4D97-AF65-F5344CB8AC3E}">
        <p14:creationId xmlns:p14="http://schemas.microsoft.com/office/powerpoint/2010/main" val="1601061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5A7DC2-EC6A-664E-08EB-A4697CF414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5279" y="2832100"/>
            <a:ext cx="8278316" cy="7095699"/>
          </a:xfrm>
          <a:prstGeom prst="rect">
            <a:avLst/>
          </a:prstGeom>
        </p:spPr>
      </p:pic>
      <p:sp>
        <p:nvSpPr>
          <p:cNvPr id="6" name="TextBox 5">
            <a:extLst>
              <a:ext uri="{FF2B5EF4-FFF2-40B4-BE49-F238E27FC236}">
                <a16:creationId xmlns:a16="http://schemas.microsoft.com/office/drawing/2014/main" id="{BBD625A1-63C5-F220-8C4F-1BA0CA7ED464}"/>
              </a:ext>
            </a:extLst>
          </p:cNvPr>
          <p:cNvSpPr txBox="1"/>
          <p:nvPr/>
        </p:nvSpPr>
        <p:spPr>
          <a:xfrm>
            <a:off x="3466674" y="2398335"/>
            <a:ext cx="1090166"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b="1" dirty="0">
                <a:latin typeface="Arial" panose="020B0604020202020204" pitchFamily="34" charset="0"/>
                <a:ea typeface="Yu Gothic" panose="020B0400000000000000" pitchFamily="34" charset="-128"/>
                <a:cs typeface="Arial" panose="020B0604020202020204" pitchFamily="34" charset="0"/>
              </a:rPr>
              <a:t>(a)</a:t>
            </a:r>
          </a:p>
        </p:txBody>
      </p:sp>
      <p:sp>
        <p:nvSpPr>
          <p:cNvPr id="7" name="TextBox 6">
            <a:extLst>
              <a:ext uri="{FF2B5EF4-FFF2-40B4-BE49-F238E27FC236}">
                <a16:creationId xmlns:a16="http://schemas.microsoft.com/office/drawing/2014/main" id="{42EB3CC8-DA01-9759-CCD5-B16E85F984DD}"/>
              </a:ext>
            </a:extLst>
          </p:cNvPr>
          <p:cNvSpPr txBox="1"/>
          <p:nvPr/>
        </p:nvSpPr>
        <p:spPr>
          <a:xfrm>
            <a:off x="3466674" y="6321851"/>
            <a:ext cx="1090166"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b="1" dirty="0">
                <a:latin typeface="Arial" panose="020B0604020202020204" pitchFamily="34" charset="0"/>
                <a:ea typeface="Yu Gothic" panose="020B0400000000000000" pitchFamily="34" charset="-128"/>
                <a:cs typeface="Arial" panose="020B0604020202020204" pitchFamily="34" charset="0"/>
              </a:rPr>
              <a:t>(b)</a:t>
            </a:r>
          </a:p>
        </p:txBody>
      </p:sp>
      <p:pic>
        <p:nvPicPr>
          <p:cNvPr id="9" name="Picture 8">
            <a:extLst>
              <a:ext uri="{FF2B5EF4-FFF2-40B4-BE49-F238E27FC236}">
                <a16:creationId xmlns:a16="http://schemas.microsoft.com/office/drawing/2014/main" id="{6FFE4216-2D14-64CF-9F23-AA06B883F1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9468" y="12287252"/>
            <a:ext cx="7621064" cy="7621064"/>
          </a:xfrm>
          <a:prstGeom prst="rect">
            <a:avLst/>
          </a:prstGeom>
        </p:spPr>
      </p:pic>
      <p:sp>
        <p:nvSpPr>
          <p:cNvPr id="12" name="TextBox 11">
            <a:extLst>
              <a:ext uri="{FF2B5EF4-FFF2-40B4-BE49-F238E27FC236}">
                <a16:creationId xmlns:a16="http://schemas.microsoft.com/office/drawing/2014/main" id="{0FFD421C-D1E8-8F90-7ED3-85F22A785B99}"/>
              </a:ext>
            </a:extLst>
          </p:cNvPr>
          <p:cNvSpPr txBox="1"/>
          <p:nvPr/>
        </p:nvSpPr>
        <p:spPr>
          <a:xfrm>
            <a:off x="6247586" y="11777899"/>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(a)</a:t>
            </a:r>
          </a:p>
        </p:txBody>
      </p:sp>
      <p:sp>
        <p:nvSpPr>
          <p:cNvPr id="13" name="TextBox 12">
            <a:extLst>
              <a:ext uri="{FF2B5EF4-FFF2-40B4-BE49-F238E27FC236}">
                <a16:creationId xmlns:a16="http://schemas.microsoft.com/office/drawing/2014/main" id="{D9495A65-3C63-A456-11A8-F67AABA29678}"/>
              </a:ext>
            </a:extLst>
          </p:cNvPr>
          <p:cNvSpPr txBox="1"/>
          <p:nvPr/>
        </p:nvSpPr>
        <p:spPr>
          <a:xfrm>
            <a:off x="6247586" y="15701415"/>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(b)</a:t>
            </a:r>
          </a:p>
        </p:txBody>
      </p:sp>
    </p:spTree>
    <p:extLst>
      <p:ext uri="{BB962C8B-B14F-4D97-AF65-F5344CB8AC3E}">
        <p14:creationId xmlns:p14="http://schemas.microsoft.com/office/powerpoint/2010/main" val="2756291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27A25-41EF-331A-CB9A-9D186678C64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6A2C6A-29CE-EF0D-9597-1C489B290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2117" y="2345720"/>
            <a:ext cx="6668431" cy="5715798"/>
          </a:xfrm>
          <a:prstGeom prst="rect">
            <a:avLst/>
          </a:prstGeom>
        </p:spPr>
      </p:pic>
      <p:sp>
        <p:nvSpPr>
          <p:cNvPr id="6" name="TextBox 5">
            <a:extLst>
              <a:ext uri="{FF2B5EF4-FFF2-40B4-BE49-F238E27FC236}">
                <a16:creationId xmlns:a16="http://schemas.microsoft.com/office/drawing/2014/main" id="{45E305CE-1B59-24B2-E3D4-B3920E782962}"/>
              </a:ext>
            </a:extLst>
          </p:cNvPr>
          <p:cNvSpPr txBox="1"/>
          <p:nvPr/>
        </p:nvSpPr>
        <p:spPr>
          <a:xfrm>
            <a:off x="3385032" y="2142521"/>
            <a:ext cx="1090166"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b="1" dirty="0">
                <a:latin typeface="Arial" panose="020B0604020202020204" pitchFamily="34" charset="0"/>
                <a:ea typeface="Yu Gothic" panose="020B0400000000000000" pitchFamily="34" charset="-128"/>
                <a:cs typeface="Arial" panose="020B0604020202020204" pitchFamily="34" charset="0"/>
              </a:rPr>
              <a:t>(a)</a:t>
            </a:r>
          </a:p>
        </p:txBody>
      </p:sp>
      <p:sp>
        <p:nvSpPr>
          <p:cNvPr id="7" name="TextBox 6">
            <a:extLst>
              <a:ext uri="{FF2B5EF4-FFF2-40B4-BE49-F238E27FC236}">
                <a16:creationId xmlns:a16="http://schemas.microsoft.com/office/drawing/2014/main" id="{18C62F0C-13AC-2C9E-036E-A7135C79F6B5}"/>
              </a:ext>
            </a:extLst>
          </p:cNvPr>
          <p:cNvSpPr txBox="1"/>
          <p:nvPr/>
        </p:nvSpPr>
        <p:spPr>
          <a:xfrm>
            <a:off x="3385032" y="4933263"/>
            <a:ext cx="1090166"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b="1" dirty="0">
                <a:latin typeface="Arial" panose="020B0604020202020204" pitchFamily="34" charset="0"/>
                <a:ea typeface="Yu Gothic" panose="020B0400000000000000" pitchFamily="34" charset="-128"/>
                <a:cs typeface="Arial" panose="020B0604020202020204" pitchFamily="34" charset="0"/>
              </a:rPr>
              <a:t>(b)</a:t>
            </a:r>
          </a:p>
        </p:txBody>
      </p:sp>
    </p:spTree>
    <p:extLst>
      <p:ext uri="{BB962C8B-B14F-4D97-AF65-F5344CB8AC3E}">
        <p14:creationId xmlns:p14="http://schemas.microsoft.com/office/powerpoint/2010/main" val="2395142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7CA82-E32C-D33B-9B78-6FA2239FBE3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219EFA3-03B0-ADC8-A4B8-A0A86D32A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5684" y="2666600"/>
            <a:ext cx="9223841" cy="7906149"/>
          </a:xfrm>
          <a:prstGeom prst="rect">
            <a:avLst/>
          </a:prstGeom>
        </p:spPr>
      </p:pic>
      <p:sp>
        <p:nvSpPr>
          <p:cNvPr id="6" name="TextBox 5">
            <a:extLst>
              <a:ext uri="{FF2B5EF4-FFF2-40B4-BE49-F238E27FC236}">
                <a16:creationId xmlns:a16="http://schemas.microsoft.com/office/drawing/2014/main" id="{B655027D-E95F-00CC-2B21-D93C1D6EE3A0}"/>
              </a:ext>
            </a:extLst>
          </p:cNvPr>
          <p:cNvSpPr txBox="1"/>
          <p:nvPr/>
        </p:nvSpPr>
        <p:spPr>
          <a:xfrm>
            <a:off x="3225374" y="2157035"/>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(a)</a:t>
            </a:r>
          </a:p>
        </p:txBody>
      </p:sp>
      <p:sp>
        <p:nvSpPr>
          <p:cNvPr id="7" name="TextBox 6">
            <a:extLst>
              <a:ext uri="{FF2B5EF4-FFF2-40B4-BE49-F238E27FC236}">
                <a16:creationId xmlns:a16="http://schemas.microsoft.com/office/drawing/2014/main" id="{3FF38334-3357-2D86-69A6-806F4B0E43CA}"/>
              </a:ext>
            </a:extLst>
          </p:cNvPr>
          <p:cNvSpPr txBox="1"/>
          <p:nvPr/>
        </p:nvSpPr>
        <p:spPr>
          <a:xfrm>
            <a:off x="3225374" y="6080551"/>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(b)</a:t>
            </a:r>
          </a:p>
        </p:txBody>
      </p:sp>
      <p:pic>
        <p:nvPicPr>
          <p:cNvPr id="9" name="Picture 8">
            <a:extLst>
              <a:ext uri="{FF2B5EF4-FFF2-40B4-BE49-F238E27FC236}">
                <a16:creationId xmlns:a16="http://schemas.microsoft.com/office/drawing/2014/main" id="{FB5033C6-3EA2-85B4-E287-77FC0C822A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9468" y="12287252"/>
            <a:ext cx="7621064" cy="7621064"/>
          </a:xfrm>
          <a:prstGeom prst="rect">
            <a:avLst/>
          </a:prstGeom>
        </p:spPr>
      </p:pic>
      <p:sp>
        <p:nvSpPr>
          <p:cNvPr id="12" name="TextBox 11">
            <a:extLst>
              <a:ext uri="{FF2B5EF4-FFF2-40B4-BE49-F238E27FC236}">
                <a16:creationId xmlns:a16="http://schemas.microsoft.com/office/drawing/2014/main" id="{B416D01E-21C8-4D28-E248-06FBABAF1028}"/>
              </a:ext>
            </a:extLst>
          </p:cNvPr>
          <p:cNvSpPr txBox="1"/>
          <p:nvPr/>
        </p:nvSpPr>
        <p:spPr>
          <a:xfrm>
            <a:off x="6247586" y="11777899"/>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(a)</a:t>
            </a:r>
          </a:p>
        </p:txBody>
      </p:sp>
      <p:sp>
        <p:nvSpPr>
          <p:cNvPr id="13" name="TextBox 12">
            <a:extLst>
              <a:ext uri="{FF2B5EF4-FFF2-40B4-BE49-F238E27FC236}">
                <a16:creationId xmlns:a16="http://schemas.microsoft.com/office/drawing/2014/main" id="{79FB1EBF-972C-AE5C-EA37-D23CEB7F2D54}"/>
              </a:ext>
            </a:extLst>
          </p:cNvPr>
          <p:cNvSpPr txBox="1"/>
          <p:nvPr/>
        </p:nvSpPr>
        <p:spPr>
          <a:xfrm>
            <a:off x="6247586" y="15701415"/>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(b)</a:t>
            </a:r>
          </a:p>
        </p:txBody>
      </p:sp>
    </p:spTree>
    <p:extLst>
      <p:ext uri="{BB962C8B-B14F-4D97-AF65-F5344CB8AC3E}">
        <p14:creationId xmlns:p14="http://schemas.microsoft.com/office/powerpoint/2010/main" val="2873991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8A0FAE3F-C4F4-F3C9-B535-34E1FB9A9CD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43600" y="13079250"/>
            <a:ext cx="10972800" cy="7315200"/>
          </a:xfrm>
          <a:prstGeom prst="rect">
            <a:avLst/>
          </a:prstGeom>
        </p:spPr>
      </p:pic>
      <p:pic>
        <p:nvPicPr>
          <p:cNvPr id="19" name="Graphic 18">
            <a:extLst>
              <a:ext uri="{FF2B5EF4-FFF2-40B4-BE49-F238E27FC236}">
                <a16:creationId xmlns:a16="http://schemas.microsoft.com/office/drawing/2014/main" id="{DF550CA2-A406-342A-BFDD-9B5A868241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55717" y="2465550"/>
            <a:ext cx="10972800" cy="7315200"/>
          </a:xfrm>
          <a:prstGeom prst="rect">
            <a:avLst/>
          </a:prstGeom>
        </p:spPr>
      </p:pic>
      <p:sp>
        <p:nvSpPr>
          <p:cNvPr id="6" name="TextBox 5">
            <a:extLst>
              <a:ext uri="{FF2B5EF4-FFF2-40B4-BE49-F238E27FC236}">
                <a16:creationId xmlns:a16="http://schemas.microsoft.com/office/drawing/2014/main" id="{7DCFED7E-AE25-0684-919A-91F9CA94736B}"/>
              </a:ext>
            </a:extLst>
          </p:cNvPr>
          <p:cNvSpPr txBox="1"/>
          <p:nvPr/>
        </p:nvSpPr>
        <p:spPr>
          <a:xfrm>
            <a:off x="5882134" y="12756086"/>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(a)</a:t>
            </a:r>
          </a:p>
        </p:txBody>
      </p:sp>
      <p:sp>
        <p:nvSpPr>
          <p:cNvPr id="7" name="TextBox 6">
            <a:extLst>
              <a:ext uri="{FF2B5EF4-FFF2-40B4-BE49-F238E27FC236}">
                <a16:creationId xmlns:a16="http://schemas.microsoft.com/office/drawing/2014/main" id="{CC49BF9A-8664-D775-C73A-A297EAF95E5C}"/>
              </a:ext>
            </a:extLst>
          </p:cNvPr>
          <p:cNvSpPr txBox="1"/>
          <p:nvPr/>
        </p:nvSpPr>
        <p:spPr>
          <a:xfrm>
            <a:off x="5882134" y="15156386"/>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(b)</a:t>
            </a:r>
          </a:p>
        </p:txBody>
      </p:sp>
      <p:sp>
        <p:nvSpPr>
          <p:cNvPr id="8" name="TextBox 7">
            <a:extLst>
              <a:ext uri="{FF2B5EF4-FFF2-40B4-BE49-F238E27FC236}">
                <a16:creationId xmlns:a16="http://schemas.microsoft.com/office/drawing/2014/main" id="{ABDA08F7-8D43-187D-C0F4-74BB164B302E}"/>
              </a:ext>
            </a:extLst>
          </p:cNvPr>
          <p:cNvSpPr txBox="1"/>
          <p:nvPr/>
        </p:nvSpPr>
        <p:spPr>
          <a:xfrm>
            <a:off x="5882134" y="17814393"/>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(c)</a:t>
            </a:r>
          </a:p>
        </p:txBody>
      </p:sp>
      <p:sp>
        <p:nvSpPr>
          <p:cNvPr id="9" name="TextBox 8">
            <a:extLst>
              <a:ext uri="{FF2B5EF4-FFF2-40B4-BE49-F238E27FC236}">
                <a16:creationId xmlns:a16="http://schemas.microsoft.com/office/drawing/2014/main" id="{13636D3B-3F7E-43BF-5255-F890864D76C8}"/>
              </a:ext>
            </a:extLst>
          </p:cNvPr>
          <p:cNvSpPr txBox="1"/>
          <p:nvPr/>
        </p:nvSpPr>
        <p:spPr>
          <a:xfrm>
            <a:off x="10797034" y="12756085"/>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(d)</a:t>
            </a:r>
          </a:p>
        </p:txBody>
      </p:sp>
      <p:sp>
        <p:nvSpPr>
          <p:cNvPr id="10" name="TextBox 9">
            <a:extLst>
              <a:ext uri="{FF2B5EF4-FFF2-40B4-BE49-F238E27FC236}">
                <a16:creationId xmlns:a16="http://schemas.microsoft.com/office/drawing/2014/main" id="{527BFA4B-4F6D-011A-B88B-DD5AE48380C7}"/>
              </a:ext>
            </a:extLst>
          </p:cNvPr>
          <p:cNvSpPr txBox="1"/>
          <p:nvPr/>
        </p:nvSpPr>
        <p:spPr>
          <a:xfrm>
            <a:off x="10797034" y="15156386"/>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(e)</a:t>
            </a:r>
          </a:p>
        </p:txBody>
      </p:sp>
      <p:sp>
        <p:nvSpPr>
          <p:cNvPr id="11" name="TextBox 10">
            <a:extLst>
              <a:ext uri="{FF2B5EF4-FFF2-40B4-BE49-F238E27FC236}">
                <a16:creationId xmlns:a16="http://schemas.microsoft.com/office/drawing/2014/main" id="{A0E0BEFD-6D21-AC98-8ABE-124EABA2663D}"/>
              </a:ext>
            </a:extLst>
          </p:cNvPr>
          <p:cNvSpPr txBox="1"/>
          <p:nvPr/>
        </p:nvSpPr>
        <p:spPr>
          <a:xfrm>
            <a:off x="5756151" y="2140834"/>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(a)</a:t>
            </a:r>
          </a:p>
        </p:txBody>
      </p:sp>
      <p:sp>
        <p:nvSpPr>
          <p:cNvPr id="13" name="TextBox 12">
            <a:extLst>
              <a:ext uri="{FF2B5EF4-FFF2-40B4-BE49-F238E27FC236}">
                <a16:creationId xmlns:a16="http://schemas.microsoft.com/office/drawing/2014/main" id="{BA3CE13A-4BC0-6F8A-E8D7-F89223C4B80C}"/>
              </a:ext>
            </a:extLst>
          </p:cNvPr>
          <p:cNvSpPr txBox="1"/>
          <p:nvPr/>
        </p:nvSpPr>
        <p:spPr>
          <a:xfrm>
            <a:off x="5756151" y="4541134"/>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(b)</a:t>
            </a:r>
          </a:p>
        </p:txBody>
      </p:sp>
      <p:sp>
        <p:nvSpPr>
          <p:cNvPr id="14" name="TextBox 13">
            <a:extLst>
              <a:ext uri="{FF2B5EF4-FFF2-40B4-BE49-F238E27FC236}">
                <a16:creationId xmlns:a16="http://schemas.microsoft.com/office/drawing/2014/main" id="{BA5C2273-0936-0A08-0DD7-0D874F81A86A}"/>
              </a:ext>
            </a:extLst>
          </p:cNvPr>
          <p:cNvSpPr txBox="1"/>
          <p:nvPr/>
        </p:nvSpPr>
        <p:spPr>
          <a:xfrm>
            <a:off x="5756151" y="7199141"/>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(c)</a:t>
            </a:r>
          </a:p>
        </p:txBody>
      </p:sp>
      <p:sp>
        <p:nvSpPr>
          <p:cNvPr id="15" name="TextBox 14">
            <a:extLst>
              <a:ext uri="{FF2B5EF4-FFF2-40B4-BE49-F238E27FC236}">
                <a16:creationId xmlns:a16="http://schemas.microsoft.com/office/drawing/2014/main" id="{2AEE357E-0E04-7CA9-79B2-516492109805}"/>
              </a:ext>
            </a:extLst>
          </p:cNvPr>
          <p:cNvSpPr txBox="1"/>
          <p:nvPr/>
        </p:nvSpPr>
        <p:spPr>
          <a:xfrm>
            <a:off x="10671051" y="2140833"/>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(d)</a:t>
            </a:r>
          </a:p>
        </p:txBody>
      </p:sp>
      <p:sp>
        <p:nvSpPr>
          <p:cNvPr id="16" name="TextBox 15">
            <a:extLst>
              <a:ext uri="{FF2B5EF4-FFF2-40B4-BE49-F238E27FC236}">
                <a16:creationId xmlns:a16="http://schemas.microsoft.com/office/drawing/2014/main" id="{95605F93-FD62-B530-BD1E-48BDE9FF44B1}"/>
              </a:ext>
            </a:extLst>
          </p:cNvPr>
          <p:cNvSpPr txBox="1"/>
          <p:nvPr/>
        </p:nvSpPr>
        <p:spPr>
          <a:xfrm>
            <a:off x="10671051" y="4541134"/>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(e)</a:t>
            </a:r>
          </a:p>
        </p:txBody>
      </p:sp>
    </p:spTree>
    <p:extLst>
      <p:ext uri="{BB962C8B-B14F-4D97-AF65-F5344CB8AC3E}">
        <p14:creationId xmlns:p14="http://schemas.microsoft.com/office/powerpoint/2010/main" val="3447533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79034-FD2C-EA85-D99F-1ACA0C4659D7}"/>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8E6D9933-6ACA-E39D-069D-D9384B62930F}"/>
              </a:ext>
            </a:extLst>
          </p:cNvPr>
          <p:cNvSpPr txBox="1"/>
          <p:nvPr/>
        </p:nvSpPr>
        <p:spPr>
          <a:xfrm>
            <a:off x="185305" y="2061347"/>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(a)</a:t>
            </a:r>
          </a:p>
        </p:txBody>
      </p:sp>
      <p:sp>
        <p:nvSpPr>
          <p:cNvPr id="20" name="TextBox 19">
            <a:extLst>
              <a:ext uri="{FF2B5EF4-FFF2-40B4-BE49-F238E27FC236}">
                <a16:creationId xmlns:a16="http://schemas.microsoft.com/office/drawing/2014/main" id="{26EFA0CB-5B59-78A1-E21F-3C4BBC60629C}"/>
              </a:ext>
            </a:extLst>
          </p:cNvPr>
          <p:cNvSpPr txBox="1"/>
          <p:nvPr/>
        </p:nvSpPr>
        <p:spPr>
          <a:xfrm>
            <a:off x="164755" y="6020622"/>
            <a:ext cx="1090166"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800" b="1" dirty="0">
                <a:latin typeface="Arial" panose="020B0604020202020204" pitchFamily="34" charset="0"/>
                <a:ea typeface="Yu Gothic" panose="020B0400000000000000" pitchFamily="34" charset="-128"/>
                <a:cs typeface="Arial" panose="020B0604020202020204" pitchFamily="34" charset="0"/>
              </a:rPr>
              <a:t>(b)</a:t>
            </a:r>
          </a:p>
        </p:txBody>
      </p:sp>
      <p:sp>
        <p:nvSpPr>
          <p:cNvPr id="11" name="TextBox 10">
            <a:extLst>
              <a:ext uri="{FF2B5EF4-FFF2-40B4-BE49-F238E27FC236}">
                <a16:creationId xmlns:a16="http://schemas.microsoft.com/office/drawing/2014/main" id="{4673E64F-6E77-00CD-6CF2-D15E853CA723}"/>
              </a:ext>
            </a:extLst>
          </p:cNvPr>
          <p:cNvSpPr txBox="1"/>
          <p:nvPr/>
        </p:nvSpPr>
        <p:spPr>
          <a:xfrm>
            <a:off x="5704719" y="7413385"/>
            <a:ext cx="1960793" cy="553998"/>
          </a:xfrm>
          <a:prstGeom prst="rect">
            <a:avLst/>
          </a:prstGeom>
          <a:noFill/>
        </p:spPr>
        <p:txBody>
          <a:bodyPr wrap="none" rtlCol="0">
            <a:spAutoFit/>
          </a:bodyPr>
          <a:lstStyle/>
          <a:p>
            <a:r>
              <a:rPr lang="en-US" sz="3000" b="1" dirty="0">
                <a:solidFill>
                  <a:srgbClr val="716BB0"/>
                </a:solidFill>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3E6FEDB1-C7FA-D7F4-E59E-663953FD7115}"/>
              </a:ext>
            </a:extLst>
          </p:cNvPr>
          <p:cNvSpPr txBox="1"/>
          <p:nvPr/>
        </p:nvSpPr>
        <p:spPr>
          <a:xfrm>
            <a:off x="5711069" y="8679711"/>
            <a:ext cx="2207656" cy="553998"/>
          </a:xfrm>
          <a:prstGeom prst="rect">
            <a:avLst/>
          </a:prstGeom>
          <a:noFill/>
        </p:spPr>
        <p:txBody>
          <a:bodyPr wrap="none" rtlCol="0">
            <a:spAutoFit/>
          </a:bodyPr>
          <a:lstStyle/>
          <a:p>
            <a:r>
              <a:rPr lang="en-US" sz="3000" b="1" dirty="0">
                <a:solidFill>
                  <a:srgbClr val="D75600"/>
                </a:solidFill>
                <a:latin typeface="Yu Gothic" panose="020B0400000000000000" pitchFamily="34" charset="-128"/>
                <a:ea typeface="Yu Gothic" panose="020B0400000000000000" pitchFamily="34" charset="-128"/>
              </a:rPr>
              <a:t>Bottleneck</a:t>
            </a:r>
          </a:p>
        </p:txBody>
      </p:sp>
      <p:sp>
        <p:nvSpPr>
          <p:cNvPr id="13" name="TextBox 12">
            <a:extLst>
              <a:ext uri="{FF2B5EF4-FFF2-40B4-BE49-F238E27FC236}">
                <a16:creationId xmlns:a16="http://schemas.microsoft.com/office/drawing/2014/main" id="{DBE30083-F436-846E-DA62-08A5B16657E2}"/>
              </a:ext>
            </a:extLst>
          </p:cNvPr>
          <p:cNvSpPr txBox="1"/>
          <p:nvPr/>
        </p:nvSpPr>
        <p:spPr>
          <a:xfrm>
            <a:off x="5711069" y="9862641"/>
            <a:ext cx="1608133" cy="553998"/>
          </a:xfrm>
          <a:prstGeom prst="rect">
            <a:avLst/>
          </a:prstGeom>
          <a:noFill/>
        </p:spPr>
        <p:txBody>
          <a:bodyPr wrap="none" rtlCol="0">
            <a:spAutoFit/>
          </a:bodyPr>
          <a:lstStyle/>
          <a:p>
            <a:r>
              <a:rPr lang="en-US" sz="3000" b="1" dirty="0">
                <a:solidFill>
                  <a:srgbClr val="1F9F79"/>
                </a:solidFill>
                <a:latin typeface="Yu Gothic" panose="020B0400000000000000" pitchFamily="34" charset="-128"/>
                <a:ea typeface="Yu Gothic" panose="020B0400000000000000" pitchFamily="34" charset="-128"/>
              </a:rPr>
              <a:t>Current</a:t>
            </a:r>
          </a:p>
        </p:txBody>
      </p:sp>
      <p:sp>
        <p:nvSpPr>
          <p:cNvPr id="29" name="Rectangle 28">
            <a:extLst>
              <a:ext uri="{FF2B5EF4-FFF2-40B4-BE49-F238E27FC236}">
                <a16:creationId xmlns:a16="http://schemas.microsoft.com/office/drawing/2014/main" id="{D9C4A69C-2F5A-C74D-E288-127EB93B7013}"/>
              </a:ext>
            </a:extLst>
          </p:cNvPr>
          <p:cNvSpPr/>
          <p:nvPr/>
        </p:nvSpPr>
        <p:spPr>
          <a:xfrm>
            <a:off x="18966910" y="7206875"/>
            <a:ext cx="581883" cy="259645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DF1FBC5B-CB60-D10F-0B0C-044C75AB1B17}"/>
              </a:ext>
            </a:extLst>
          </p:cNvPr>
          <p:cNvSpPr/>
          <p:nvPr/>
        </p:nvSpPr>
        <p:spPr>
          <a:xfrm>
            <a:off x="18538912" y="9803325"/>
            <a:ext cx="1459154" cy="62382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33" name="Right Brace 32">
            <a:extLst>
              <a:ext uri="{FF2B5EF4-FFF2-40B4-BE49-F238E27FC236}">
                <a16:creationId xmlns:a16="http://schemas.microsoft.com/office/drawing/2014/main" id="{BC5CFE60-7CDC-A5CC-4580-7260E2DEFE2C}"/>
              </a:ext>
            </a:extLst>
          </p:cNvPr>
          <p:cNvSpPr/>
          <p:nvPr/>
        </p:nvSpPr>
        <p:spPr>
          <a:xfrm>
            <a:off x="17467784" y="7079105"/>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5" name="TextBox 44">
            <a:extLst>
              <a:ext uri="{FF2B5EF4-FFF2-40B4-BE49-F238E27FC236}">
                <a16:creationId xmlns:a16="http://schemas.microsoft.com/office/drawing/2014/main" id="{2961B189-D038-2246-C4D3-4699108FD165}"/>
              </a:ext>
            </a:extLst>
          </p:cNvPr>
          <p:cNvSpPr txBox="1"/>
          <p:nvPr/>
        </p:nvSpPr>
        <p:spPr>
          <a:xfrm>
            <a:off x="5742819" y="2809429"/>
            <a:ext cx="1960793" cy="553998"/>
          </a:xfrm>
          <a:prstGeom prst="rect">
            <a:avLst/>
          </a:prstGeom>
          <a:noFill/>
        </p:spPr>
        <p:txBody>
          <a:bodyPr wrap="none" rtlCol="0">
            <a:spAutoFit/>
          </a:bodyPr>
          <a:lstStyle/>
          <a:p>
            <a:r>
              <a:rPr lang="en-US" sz="3000" b="1" dirty="0">
                <a:solidFill>
                  <a:srgbClr val="716BB0"/>
                </a:solidFill>
                <a:latin typeface="Yu Gothic" panose="020B0400000000000000" pitchFamily="34" charset="-128"/>
                <a:ea typeface="Yu Gothic" panose="020B0400000000000000" pitchFamily="34" charset="-128"/>
              </a:rPr>
              <a:t>Ancestral</a:t>
            </a:r>
          </a:p>
        </p:txBody>
      </p:sp>
      <p:sp>
        <p:nvSpPr>
          <p:cNvPr id="46" name="TextBox 45">
            <a:extLst>
              <a:ext uri="{FF2B5EF4-FFF2-40B4-BE49-F238E27FC236}">
                <a16:creationId xmlns:a16="http://schemas.microsoft.com/office/drawing/2014/main" id="{8E3229D3-5E02-4035-E9F2-A07AF7596170}"/>
              </a:ext>
            </a:extLst>
          </p:cNvPr>
          <p:cNvSpPr txBox="1"/>
          <p:nvPr/>
        </p:nvSpPr>
        <p:spPr>
          <a:xfrm>
            <a:off x="5749169" y="4075755"/>
            <a:ext cx="2207656" cy="553998"/>
          </a:xfrm>
          <a:prstGeom prst="rect">
            <a:avLst/>
          </a:prstGeom>
          <a:noFill/>
        </p:spPr>
        <p:txBody>
          <a:bodyPr wrap="none" rtlCol="0">
            <a:spAutoFit/>
          </a:bodyPr>
          <a:lstStyle/>
          <a:p>
            <a:r>
              <a:rPr lang="en-US" sz="3000" b="1" dirty="0">
                <a:solidFill>
                  <a:srgbClr val="D75600"/>
                </a:solidFill>
                <a:latin typeface="Yu Gothic" panose="020B0400000000000000" pitchFamily="34" charset="-128"/>
                <a:ea typeface="Yu Gothic" panose="020B0400000000000000" pitchFamily="34" charset="-128"/>
              </a:rPr>
              <a:t>Bottleneck</a:t>
            </a:r>
          </a:p>
        </p:txBody>
      </p:sp>
      <p:sp>
        <p:nvSpPr>
          <p:cNvPr id="47" name="TextBox 46">
            <a:extLst>
              <a:ext uri="{FF2B5EF4-FFF2-40B4-BE49-F238E27FC236}">
                <a16:creationId xmlns:a16="http://schemas.microsoft.com/office/drawing/2014/main" id="{9ECAD82C-1410-AB64-39D3-34D9D6FB8684}"/>
              </a:ext>
            </a:extLst>
          </p:cNvPr>
          <p:cNvSpPr txBox="1"/>
          <p:nvPr/>
        </p:nvSpPr>
        <p:spPr>
          <a:xfrm>
            <a:off x="5749169" y="5239635"/>
            <a:ext cx="1608133" cy="553998"/>
          </a:xfrm>
          <a:prstGeom prst="rect">
            <a:avLst/>
          </a:prstGeom>
          <a:noFill/>
        </p:spPr>
        <p:txBody>
          <a:bodyPr wrap="none" rtlCol="0">
            <a:spAutoFit/>
          </a:bodyPr>
          <a:lstStyle/>
          <a:p>
            <a:r>
              <a:rPr lang="en-US" sz="3000" b="1" dirty="0">
                <a:solidFill>
                  <a:srgbClr val="1F9F79"/>
                </a:solidFill>
                <a:latin typeface="Yu Gothic" panose="020B0400000000000000" pitchFamily="34" charset="-128"/>
                <a:ea typeface="Yu Gothic" panose="020B0400000000000000" pitchFamily="34" charset="-128"/>
              </a:rPr>
              <a:t>Current</a:t>
            </a:r>
          </a:p>
        </p:txBody>
      </p:sp>
      <p:sp>
        <p:nvSpPr>
          <p:cNvPr id="55" name="Right Brace 54">
            <a:extLst>
              <a:ext uri="{FF2B5EF4-FFF2-40B4-BE49-F238E27FC236}">
                <a16:creationId xmlns:a16="http://schemas.microsoft.com/office/drawing/2014/main" id="{2B858FCE-A8F0-CF7F-ED57-A96D0C27F71E}"/>
              </a:ext>
            </a:extLst>
          </p:cNvPr>
          <p:cNvSpPr/>
          <p:nvPr/>
        </p:nvSpPr>
        <p:spPr>
          <a:xfrm>
            <a:off x="17505884" y="2475149"/>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6" name="Rectangle 55">
            <a:extLst>
              <a:ext uri="{FF2B5EF4-FFF2-40B4-BE49-F238E27FC236}">
                <a16:creationId xmlns:a16="http://schemas.microsoft.com/office/drawing/2014/main" id="{6E8DA381-AB04-D3D3-2737-05E252105667}"/>
              </a:ext>
            </a:extLst>
          </p:cNvPr>
          <p:cNvSpPr/>
          <p:nvPr/>
        </p:nvSpPr>
        <p:spPr>
          <a:xfrm>
            <a:off x="4455865" y="2590933"/>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7" name="Rectangle 56">
            <a:extLst>
              <a:ext uri="{FF2B5EF4-FFF2-40B4-BE49-F238E27FC236}">
                <a16:creationId xmlns:a16="http://schemas.microsoft.com/office/drawing/2014/main" id="{CA52712B-45A6-FF99-137F-63692735A9AB}"/>
              </a:ext>
            </a:extLst>
          </p:cNvPr>
          <p:cNvSpPr/>
          <p:nvPr/>
        </p:nvSpPr>
        <p:spPr>
          <a:xfrm>
            <a:off x="4251915" y="5187738"/>
            <a:ext cx="1459154" cy="646331"/>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1F46A9F2-E49A-5698-4473-3CE1CCCECFC4}"/>
              </a:ext>
            </a:extLst>
          </p:cNvPr>
          <p:cNvSpPr/>
          <p:nvPr/>
        </p:nvSpPr>
        <p:spPr>
          <a:xfrm>
            <a:off x="4693501" y="3813783"/>
            <a:ext cx="575982" cy="1373955"/>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393AD8A0-108F-1D89-361F-454C0CD405B5}"/>
              </a:ext>
            </a:extLst>
          </p:cNvPr>
          <p:cNvSpPr/>
          <p:nvPr/>
        </p:nvSpPr>
        <p:spPr>
          <a:xfrm>
            <a:off x="1314601" y="5187738"/>
            <a:ext cx="2797151" cy="646331"/>
          </a:xfrm>
          <a:prstGeom prst="rect">
            <a:avLst/>
          </a:prstGeom>
          <a:noFill/>
          <a:ln w="57150">
            <a:solidFill>
              <a:srgbClr val="1F9F79"/>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D5751036-A26A-E8C8-EE49-D6B8DAD9EAE4}"/>
              </a:ext>
            </a:extLst>
          </p:cNvPr>
          <p:cNvSpPr/>
          <p:nvPr/>
        </p:nvSpPr>
        <p:spPr>
          <a:xfrm>
            <a:off x="1314601" y="3813783"/>
            <a:ext cx="2797151" cy="1373955"/>
          </a:xfrm>
          <a:prstGeom prst="rect">
            <a:avLst/>
          </a:prstGeom>
          <a:noFill/>
          <a:ln w="57150">
            <a:solidFill>
              <a:srgbClr val="D756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8ABCBADA-2C1F-4F1D-3094-5DB30251B97A}"/>
              </a:ext>
            </a:extLst>
          </p:cNvPr>
          <p:cNvSpPr/>
          <p:nvPr/>
        </p:nvSpPr>
        <p:spPr>
          <a:xfrm>
            <a:off x="1314600" y="2598553"/>
            <a:ext cx="2797151" cy="1222849"/>
          </a:xfrm>
          <a:prstGeom prst="rect">
            <a:avLst/>
          </a:prstGeom>
          <a:noFill/>
          <a:ln w="57150">
            <a:solidFill>
              <a:srgbClr val="716BB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C838240F-AF01-0D98-F725-3FF931D2CDDB}"/>
              </a:ext>
            </a:extLst>
          </p:cNvPr>
          <p:cNvSpPr/>
          <p:nvPr/>
        </p:nvSpPr>
        <p:spPr>
          <a:xfrm>
            <a:off x="18511075" y="2614063"/>
            <a:ext cx="1466961" cy="12073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04D3E363-5EE1-5C72-6DF2-5CC225CC20F0}"/>
              </a:ext>
            </a:extLst>
          </p:cNvPr>
          <p:cNvSpPr/>
          <p:nvPr/>
        </p:nvSpPr>
        <p:spPr>
          <a:xfrm>
            <a:off x="18841732" y="3821402"/>
            <a:ext cx="823931" cy="201266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4" name="Rectangle 63">
            <a:extLst>
              <a:ext uri="{FF2B5EF4-FFF2-40B4-BE49-F238E27FC236}">
                <a16:creationId xmlns:a16="http://schemas.microsoft.com/office/drawing/2014/main" id="{39756112-0A0C-D342-6D48-907BE65B3731}"/>
              </a:ext>
            </a:extLst>
          </p:cNvPr>
          <p:cNvSpPr/>
          <p:nvPr/>
        </p:nvSpPr>
        <p:spPr>
          <a:xfrm>
            <a:off x="4449515" y="7206519"/>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5" name="Rectangle 64">
            <a:extLst>
              <a:ext uri="{FF2B5EF4-FFF2-40B4-BE49-F238E27FC236}">
                <a16:creationId xmlns:a16="http://schemas.microsoft.com/office/drawing/2014/main" id="{521B8B53-F0CA-545A-F1C5-C1794DB4311A}"/>
              </a:ext>
            </a:extLst>
          </p:cNvPr>
          <p:cNvSpPr/>
          <p:nvPr/>
        </p:nvSpPr>
        <p:spPr>
          <a:xfrm>
            <a:off x="4245565" y="9803324"/>
            <a:ext cx="1459154" cy="646331"/>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6" name="Rectangle 65">
            <a:extLst>
              <a:ext uri="{FF2B5EF4-FFF2-40B4-BE49-F238E27FC236}">
                <a16:creationId xmlns:a16="http://schemas.microsoft.com/office/drawing/2014/main" id="{59B8791C-37F7-36D8-9553-CC0BDD123CFA}"/>
              </a:ext>
            </a:extLst>
          </p:cNvPr>
          <p:cNvSpPr/>
          <p:nvPr/>
        </p:nvSpPr>
        <p:spPr>
          <a:xfrm>
            <a:off x="4687151" y="8429369"/>
            <a:ext cx="575982" cy="1373955"/>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7" name="Rectangle 66">
            <a:extLst>
              <a:ext uri="{FF2B5EF4-FFF2-40B4-BE49-F238E27FC236}">
                <a16:creationId xmlns:a16="http://schemas.microsoft.com/office/drawing/2014/main" id="{EA152CB6-9056-75BB-3306-5F726704FDF4}"/>
              </a:ext>
            </a:extLst>
          </p:cNvPr>
          <p:cNvSpPr/>
          <p:nvPr/>
        </p:nvSpPr>
        <p:spPr>
          <a:xfrm>
            <a:off x="1308251" y="9803324"/>
            <a:ext cx="2797151" cy="646331"/>
          </a:xfrm>
          <a:prstGeom prst="rect">
            <a:avLst/>
          </a:prstGeom>
          <a:noFill/>
          <a:ln w="57150">
            <a:solidFill>
              <a:srgbClr val="1F9F79"/>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6DE076F-EC41-C275-4B07-0F268067F411}"/>
              </a:ext>
            </a:extLst>
          </p:cNvPr>
          <p:cNvSpPr/>
          <p:nvPr/>
        </p:nvSpPr>
        <p:spPr>
          <a:xfrm>
            <a:off x="1308251" y="8429369"/>
            <a:ext cx="2797151" cy="1373955"/>
          </a:xfrm>
          <a:prstGeom prst="rect">
            <a:avLst/>
          </a:prstGeom>
          <a:noFill/>
          <a:ln w="57150">
            <a:solidFill>
              <a:srgbClr val="D756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72997DC6-3392-DE66-A1E5-B9009BA60C11}"/>
              </a:ext>
            </a:extLst>
          </p:cNvPr>
          <p:cNvSpPr/>
          <p:nvPr/>
        </p:nvSpPr>
        <p:spPr>
          <a:xfrm>
            <a:off x="1308250" y="7214139"/>
            <a:ext cx="2797151" cy="1222849"/>
          </a:xfrm>
          <a:prstGeom prst="rect">
            <a:avLst/>
          </a:prstGeom>
          <a:noFill/>
          <a:ln w="57150">
            <a:solidFill>
              <a:srgbClr val="716BB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C6CF11AB-C4F8-3CF3-A928-1C191951A134}"/>
              </a:ext>
            </a:extLst>
          </p:cNvPr>
          <p:cNvSpPr txBox="1"/>
          <p:nvPr/>
        </p:nvSpPr>
        <p:spPr>
          <a:xfrm>
            <a:off x="4251915" y="1605495"/>
            <a:ext cx="4063650"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latin typeface="Yu Gothic" panose="020B0400000000000000" pitchFamily="34" charset="-128"/>
                <a:ea typeface="Yu Gothic" panose="020B0400000000000000" pitchFamily="34" charset="-128"/>
                <a:cs typeface="Arial" panose="020B0604020202020204" pitchFamily="34" charset="0"/>
              </a:rPr>
              <a:t>Complex three-epoch </a:t>
            </a:r>
          </a:p>
          <a:p>
            <a:pPr algn="ctr"/>
            <a:r>
              <a:rPr lang="en-US" sz="2400" b="1" dirty="0">
                <a:latin typeface="Yu Gothic" panose="020B0400000000000000" pitchFamily="34" charset="-128"/>
                <a:ea typeface="Yu Gothic" panose="020B0400000000000000" pitchFamily="34" charset="-128"/>
                <a:cs typeface="Arial" panose="020B0604020202020204" pitchFamily="34" charset="0"/>
              </a:rPr>
              <a:t>demographic scenario</a:t>
            </a:r>
          </a:p>
        </p:txBody>
      </p:sp>
      <p:sp>
        <p:nvSpPr>
          <p:cNvPr id="71" name="TextBox 70">
            <a:extLst>
              <a:ext uri="{FF2B5EF4-FFF2-40B4-BE49-F238E27FC236}">
                <a16:creationId xmlns:a16="http://schemas.microsoft.com/office/drawing/2014/main" id="{CC17C4FC-0B6E-E13F-C393-0013EC5A3A74}"/>
              </a:ext>
            </a:extLst>
          </p:cNvPr>
          <p:cNvSpPr txBox="1"/>
          <p:nvPr/>
        </p:nvSpPr>
        <p:spPr>
          <a:xfrm>
            <a:off x="17467784" y="1605494"/>
            <a:ext cx="4063650"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latin typeface="Yu Gothic" panose="020B0400000000000000" pitchFamily="34" charset="-128"/>
                <a:ea typeface="Yu Gothic" panose="020B0400000000000000" pitchFamily="34" charset="-128"/>
                <a:cs typeface="Arial" panose="020B0604020202020204" pitchFamily="34" charset="0"/>
              </a:rPr>
              <a:t>Simple two-epoch</a:t>
            </a:r>
          </a:p>
          <a:p>
            <a:pPr algn="ctr"/>
            <a:r>
              <a:rPr lang="en-US" sz="2400" b="1" dirty="0">
                <a:latin typeface="Yu Gothic" panose="020B0400000000000000" pitchFamily="34" charset="-128"/>
                <a:ea typeface="Yu Gothic" panose="020B0400000000000000" pitchFamily="34" charset="-128"/>
                <a:cs typeface="Arial" panose="020B0604020202020204" pitchFamily="34" charset="0"/>
              </a:rPr>
              <a:t>inference</a:t>
            </a:r>
          </a:p>
        </p:txBody>
      </p:sp>
      <p:pic>
        <p:nvPicPr>
          <p:cNvPr id="74" name="Picture 73">
            <a:extLst>
              <a:ext uri="{FF2B5EF4-FFF2-40B4-BE49-F238E27FC236}">
                <a16:creationId xmlns:a16="http://schemas.microsoft.com/office/drawing/2014/main" id="{01A60BC2-2D6B-20B8-1FD4-CC8CA8816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9031" y="6967029"/>
            <a:ext cx="1983990" cy="3482625"/>
          </a:xfrm>
          <a:prstGeom prst="rect">
            <a:avLst/>
          </a:prstGeom>
        </p:spPr>
      </p:pic>
      <p:pic>
        <p:nvPicPr>
          <p:cNvPr id="76" name="Picture 75">
            <a:extLst>
              <a:ext uri="{FF2B5EF4-FFF2-40B4-BE49-F238E27FC236}">
                <a16:creationId xmlns:a16="http://schemas.microsoft.com/office/drawing/2014/main" id="{5C29D671-5071-657F-992E-138B9DD186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3347" y="2374056"/>
            <a:ext cx="1939655" cy="3511910"/>
          </a:xfrm>
          <a:prstGeom prst="rect">
            <a:avLst/>
          </a:prstGeom>
        </p:spPr>
      </p:pic>
      <p:pic>
        <p:nvPicPr>
          <p:cNvPr id="3" name="Picture 2">
            <a:extLst>
              <a:ext uri="{FF2B5EF4-FFF2-40B4-BE49-F238E27FC236}">
                <a16:creationId xmlns:a16="http://schemas.microsoft.com/office/drawing/2014/main" id="{597EFDAB-6DB5-D669-E95C-64C5ACF1B4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69720" y="2242735"/>
            <a:ext cx="8966039" cy="8966039"/>
          </a:xfrm>
          <a:prstGeom prst="rect">
            <a:avLst/>
          </a:prstGeom>
        </p:spPr>
      </p:pic>
      <p:sp>
        <p:nvSpPr>
          <p:cNvPr id="4" name="Right Brace 3">
            <a:extLst>
              <a:ext uri="{FF2B5EF4-FFF2-40B4-BE49-F238E27FC236}">
                <a16:creationId xmlns:a16="http://schemas.microsoft.com/office/drawing/2014/main" id="{45BE83D9-0901-790F-C335-67392430DBF5}"/>
              </a:ext>
            </a:extLst>
          </p:cNvPr>
          <p:cNvSpPr/>
          <p:nvPr/>
        </p:nvSpPr>
        <p:spPr>
          <a:xfrm>
            <a:off x="8360451" y="7079105"/>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 name="Right Brace 4">
            <a:extLst>
              <a:ext uri="{FF2B5EF4-FFF2-40B4-BE49-F238E27FC236}">
                <a16:creationId xmlns:a16="http://schemas.microsoft.com/office/drawing/2014/main" id="{7CE18130-3E01-6536-9924-05E96FBCAD96}"/>
              </a:ext>
            </a:extLst>
          </p:cNvPr>
          <p:cNvSpPr/>
          <p:nvPr/>
        </p:nvSpPr>
        <p:spPr>
          <a:xfrm>
            <a:off x="8398551" y="2475149"/>
            <a:ext cx="479983" cy="3575844"/>
          </a:xfrm>
          <a:prstGeom prst="rightBrace">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345385C6-425D-3B2A-EAE2-2DF85A727844}"/>
              </a:ext>
            </a:extLst>
          </p:cNvPr>
          <p:cNvSpPr txBox="1"/>
          <p:nvPr/>
        </p:nvSpPr>
        <p:spPr>
          <a:xfrm>
            <a:off x="675000" y="1819569"/>
            <a:ext cx="4063650"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latin typeface="Yu Gothic" panose="020B0400000000000000" pitchFamily="34" charset="-128"/>
                <a:ea typeface="Yu Gothic" panose="020B0400000000000000" pitchFamily="34" charset="-128"/>
                <a:cs typeface="Arial" panose="020B0604020202020204" pitchFamily="34" charset="0"/>
              </a:rPr>
              <a:t>Smaller sample</a:t>
            </a:r>
          </a:p>
        </p:txBody>
      </p:sp>
      <p:sp>
        <p:nvSpPr>
          <p:cNvPr id="7" name="TextBox 6">
            <a:extLst>
              <a:ext uri="{FF2B5EF4-FFF2-40B4-BE49-F238E27FC236}">
                <a16:creationId xmlns:a16="http://schemas.microsoft.com/office/drawing/2014/main" id="{702FB91F-3125-88C6-67FF-FA234FD9A05C}"/>
              </a:ext>
            </a:extLst>
          </p:cNvPr>
          <p:cNvSpPr txBox="1"/>
          <p:nvPr/>
        </p:nvSpPr>
        <p:spPr>
          <a:xfrm>
            <a:off x="681350" y="6366010"/>
            <a:ext cx="4063650"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latin typeface="Yu Gothic" panose="020B0400000000000000" pitchFamily="34" charset="-128"/>
                <a:ea typeface="Yu Gothic" panose="020B0400000000000000" pitchFamily="34" charset="-128"/>
                <a:cs typeface="Arial" panose="020B0604020202020204" pitchFamily="34" charset="0"/>
              </a:rPr>
              <a:t>Larger sample</a:t>
            </a:r>
          </a:p>
        </p:txBody>
      </p:sp>
      <p:sp>
        <p:nvSpPr>
          <p:cNvPr id="8" name="TextBox 7">
            <a:extLst>
              <a:ext uri="{FF2B5EF4-FFF2-40B4-BE49-F238E27FC236}">
                <a16:creationId xmlns:a16="http://schemas.microsoft.com/office/drawing/2014/main" id="{4F2B3C38-B5A3-CACD-639F-C1E95A53A5C4}"/>
              </a:ext>
            </a:extLst>
          </p:cNvPr>
          <p:cNvSpPr txBox="1"/>
          <p:nvPr/>
        </p:nvSpPr>
        <p:spPr>
          <a:xfrm>
            <a:off x="8963492" y="1645848"/>
            <a:ext cx="7676713"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latin typeface="Yu Gothic" panose="020B0400000000000000" pitchFamily="34" charset="-128"/>
                <a:ea typeface="Yu Gothic" panose="020B0400000000000000" pitchFamily="34" charset="-128"/>
                <a:cs typeface="Arial" panose="020B0604020202020204" pitchFamily="34" charset="0"/>
              </a:rPr>
              <a:t>Sample-size dependent distribution </a:t>
            </a:r>
          </a:p>
          <a:p>
            <a:pPr algn="ctr"/>
            <a:r>
              <a:rPr lang="en-US" sz="2400" b="1" dirty="0">
                <a:latin typeface="Yu Gothic" panose="020B0400000000000000" pitchFamily="34" charset="-128"/>
                <a:ea typeface="Yu Gothic" panose="020B0400000000000000" pitchFamily="34" charset="-128"/>
                <a:cs typeface="Arial" panose="020B0604020202020204" pitchFamily="34" charset="0"/>
              </a:rPr>
              <a:t>of coalescent branch lengths</a:t>
            </a:r>
          </a:p>
        </p:txBody>
      </p:sp>
    </p:spTree>
    <p:extLst>
      <p:ext uri="{BB962C8B-B14F-4D97-AF65-F5344CB8AC3E}">
        <p14:creationId xmlns:p14="http://schemas.microsoft.com/office/powerpoint/2010/main" val="2539197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670D136-D4B1-2F03-CA3A-B0F61CBF5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8090" y="2315001"/>
            <a:ext cx="11431595" cy="7621064"/>
          </a:xfrm>
          <a:prstGeom prst="rect">
            <a:avLst/>
          </a:prstGeom>
        </p:spPr>
      </p:pic>
      <p:sp>
        <p:nvSpPr>
          <p:cNvPr id="4" name="TextBox 3">
            <a:extLst>
              <a:ext uri="{FF2B5EF4-FFF2-40B4-BE49-F238E27FC236}">
                <a16:creationId xmlns:a16="http://schemas.microsoft.com/office/drawing/2014/main" id="{938C211B-7F27-04D0-AEF3-A99829D8F0B0}"/>
              </a:ext>
            </a:extLst>
          </p:cNvPr>
          <p:cNvSpPr txBox="1"/>
          <p:nvPr/>
        </p:nvSpPr>
        <p:spPr>
          <a:xfrm>
            <a:off x="5756151" y="2140834"/>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(a)</a:t>
            </a:r>
          </a:p>
        </p:txBody>
      </p:sp>
      <p:sp>
        <p:nvSpPr>
          <p:cNvPr id="5" name="TextBox 4">
            <a:extLst>
              <a:ext uri="{FF2B5EF4-FFF2-40B4-BE49-F238E27FC236}">
                <a16:creationId xmlns:a16="http://schemas.microsoft.com/office/drawing/2014/main" id="{9344E134-DB25-1435-1F80-AE9EC97A1CAD}"/>
              </a:ext>
            </a:extLst>
          </p:cNvPr>
          <p:cNvSpPr txBox="1"/>
          <p:nvPr/>
        </p:nvSpPr>
        <p:spPr>
          <a:xfrm>
            <a:off x="5756151" y="4541134"/>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(b)</a:t>
            </a:r>
          </a:p>
        </p:txBody>
      </p:sp>
      <p:sp>
        <p:nvSpPr>
          <p:cNvPr id="6" name="TextBox 5">
            <a:extLst>
              <a:ext uri="{FF2B5EF4-FFF2-40B4-BE49-F238E27FC236}">
                <a16:creationId xmlns:a16="http://schemas.microsoft.com/office/drawing/2014/main" id="{D100421F-DBCB-1115-3C97-63A846250854}"/>
              </a:ext>
            </a:extLst>
          </p:cNvPr>
          <p:cNvSpPr txBox="1"/>
          <p:nvPr/>
        </p:nvSpPr>
        <p:spPr>
          <a:xfrm>
            <a:off x="5756151" y="7199141"/>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(c)</a:t>
            </a:r>
          </a:p>
        </p:txBody>
      </p:sp>
      <p:sp>
        <p:nvSpPr>
          <p:cNvPr id="7" name="TextBox 6">
            <a:extLst>
              <a:ext uri="{FF2B5EF4-FFF2-40B4-BE49-F238E27FC236}">
                <a16:creationId xmlns:a16="http://schemas.microsoft.com/office/drawing/2014/main" id="{5DC75018-13AE-91AF-ADF2-52005CAF8B08}"/>
              </a:ext>
            </a:extLst>
          </p:cNvPr>
          <p:cNvSpPr txBox="1"/>
          <p:nvPr/>
        </p:nvSpPr>
        <p:spPr>
          <a:xfrm>
            <a:off x="10671051" y="2140833"/>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(d)</a:t>
            </a:r>
          </a:p>
        </p:txBody>
      </p:sp>
      <p:sp>
        <p:nvSpPr>
          <p:cNvPr id="8" name="TextBox 7">
            <a:extLst>
              <a:ext uri="{FF2B5EF4-FFF2-40B4-BE49-F238E27FC236}">
                <a16:creationId xmlns:a16="http://schemas.microsoft.com/office/drawing/2014/main" id="{F4F296B7-A555-E66D-5A23-03DE708F05A4}"/>
              </a:ext>
            </a:extLst>
          </p:cNvPr>
          <p:cNvSpPr txBox="1"/>
          <p:nvPr/>
        </p:nvSpPr>
        <p:spPr>
          <a:xfrm>
            <a:off x="10671051" y="4541134"/>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(e)</a:t>
            </a:r>
          </a:p>
        </p:txBody>
      </p:sp>
    </p:spTree>
    <p:extLst>
      <p:ext uri="{BB962C8B-B14F-4D97-AF65-F5344CB8AC3E}">
        <p14:creationId xmlns:p14="http://schemas.microsoft.com/office/powerpoint/2010/main" val="2504765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20E19B-B2ED-0C45-6282-30F29B0603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7306" y="1440930"/>
            <a:ext cx="15242127" cy="15242127"/>
          </a:xfrm>
          <a:prstGeom prst="rect">
            <a:avLst/>
          </a:prstGeom>
        </p:spPr>
      </p:pic>
      <p:sp>
        <p:nvSpPr>
          <p:cNvPr id="6" name="TextBox 5">
            <a:extLst>
              <a:ext uri="{FF2B5EF4-FFF2-40B4-BE49-F238E27FC236}">
                <a16:creationId xmlns:a16="http://schemas.microsoft.com/office/drawing/2014/main" id="{EAC25682-A468-3625-F9BB-33F9F61D918D}"/>
              </a:ext>
            </a:extLst>
          </p:cNvPr>
          <p:cNvSpPr txBox="1"/>
          <p:nvPr/>
        </p:nvSpPr>
        <p:spPr>
          <a:xfrm>
            <a:off x="3102056" y="1156929"/>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(a)</a:t>
            </a:r>
          </a:p>
        </p:txBody>
      </p:sp>
      <p:sp>
        <p:nvSpPr>
          <p:cNvPr id="7" name="TextBox 6">
            <a:extLst>
              <a:ext uri="{FF2B5EF4-FFF2-40B4-BE49-F238E27FC236}">
                <a16:creationId xmlns:a16="http://schemas.microsoft.com/office/drawing/2014/main" id="{B8817412-12F7-1447-9593-A0CAF4908849}"/>
              </a:ext>
            </a:extLst>
          </p:cNvPr>
          <p:cNvSpPr txBox="1"/>
          <p:nvPr/>
        </p:nvSpPr>
        <p:spPr>
          <a:xfrm>
            <a:off x="9653934" y="1156929"/>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(e)</a:t>
            </a:r>
          </a:p>
        </p:txBody>
      </p:sp>
      <p:sp>
        <p:nvSpPr>
          <p:cNvPr id="8" name="TextBox 7">
            <a:extLst>
              <a:ext uri="{FF2B5EF4-FFF2-40B4-BE49-F238E27FC236}">
                <a16:creationId xmlns:a16="http://schemas.microsoft.com/office/drawing/2014/main" id="{AC0D3E83-66BE-E4E0-EF18-4D6B4394B56D}"/>
              </a:ext>
            </a:extLst>
          </p:cNvPr>
          <p:cNvSpPr txBox="1"/>
          <p:nvPr/>
        </p:nvSpPr>
        <p:spPr>
          <a:xfrm>
            <a:off x="3102056" y="4947879"/>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(b)</a:t>
            </a:r>
          </a:p>
        </p:txBody>
      </p:sp>
      <p:sp>
        <p:nvSpPr>
          <p:cNvPr id="9" name="TextBox 8">
            <a:extLst>
              <a:ext uri="{FF2B5EF4-FFF2-40B4-BE49-F238E27FC236}">
                <a16:creationId xmlns:a16="http://schemas.microsoft.com/office/drawing/2014/main" id="{7FE14739-3450-D753-B1BB-A529E89411D5}"/>
              </a:ext>
            </a:extLst>
          </p:cNvPr>
          <p:cNvSpPr txBox="1"/>
          <p:nvPr/>
        </p:nvSpPr>
        <p:spPr>
          <a:xfrm>
            <a:off x="9653934" y="4947879"/>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(f)</a:t>
            </a:r>
          </a:p>
        </p:txBody>
      </p:sp>
      <p:sp>
        <p:nvSpPr>
          <p:cNvPr id="10" name="TextBox 9">
            <a:extLst>
              <a:ext uri="{FF2B5EF4-FFF2-40B4-BE49-F238E27FC236}">
                <a16:creationId xmlns:a16="http://schemas.microsoft.com/office/drawing/2014/main" id="{52580E5F-CFD2-E539-280F-77030BB39933}"/>
              </a:ext>
            </a:extLst>
          </p:cNvPr>
          <p:cNvSpPr txBox="1"/>
          <p:nvPr/>
        </p:nvSpPr>
        <p:spPr>
          <a:xfrm>
            <a:off x="3102056" y="8738829"/>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(c)</a:t>
            </a:r>
          </a:p>
        </p:txBody>
      </p:sp>
      <p:sp>
        <p:nvSpPr>
          <p:cNvPr id="11" name="TextBox 10">
            <a:extLst>
              <a:ext uri="{FF2B5EF4-FFF2-40B4-BE49-F238E27FC236}">
                <a16:creationId xmlns:a16="http://schemas.microsoft.com/office/drawing/2014/main" id="{E593E463-A8EF-4705-ABD8-B0DF507FBBE0}"/>
              </a:ext>
            </a:extLst>
          </p:cNvPr>
          <p:cNvSpPr txBox="1"/>
          <p:nvPr/>
        </p:nvSpPr>
        <p:spPr>
          <a:xfrm>
            <a:off x="9653934" y="8738829"/>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(g)</a:t>
            </a:r>
          </a:p>
        </p:txBody>
      </p:sp>
      <p:sp>
        <p:nvSpPr>
          <p:cNvPr id="12" name="TextBox 11">
            <a:extLst>
              <a:ext uri="{FF2B5EF4-FFF2-40B4-BE49-F238E27FC236}">
                <a16:creationId xmlns:a16="http://schemas.microsoft.com/office/drawing/2014/main" id="{3B16B80D-7BB0-9F42-A6BF-D2B56ABA1085}"/>
              </a:ext>
            </a:extLst>
          </p:cNvPr>
          <p:cNvSpPr txBox="1"/>
          <p:nvPr/>
        </p:nvSpPr>
        <p:spPr>
          <a:xfrm>
            <a:off x="3102056" y="12406675"/>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(d)</a:t>
            </a:r>
          </a:p>
        </p:txBody>
      </p:sp>
      <p:sp>
        <p:nvSpPr>
          <p:cNvPr id="13" name="TextBox 12">
            <a:extLst>
              <a:ext uri="{FF2B5EF4-FFF2-40B4-BE49-F238E27FC236}">
                <a16:creationId xmlns:a16="http://schemas.microsoft.com/office/drawing/2014/main" id="{AF476960-00D8-93A1-C8B3-0CD3383A89BA}"/>
              </a:ext>
            </a:extLst>
          </p:cNvPr>
          <p:cNvSpPr txBox="1"/>
          <p:nvPr/>
        </p:nvSpPr>
        <p:spPr>
          <a:xfrm>
            <a:off x="9653934" y="12406675"/>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(h)</a:t>
            </a:r>
          </a:p>
        </p:txBody>
      </p:sp>
    </p:spTree>
    <p:extLst>
      <p:ext uri="{BB962C8B-B14F-4D97-AF65-F5344CB8AC3E}">
        <p14:creationId xmlns:p14="http://schemas.microsoft.com/office/powerpoint/2010/main" val="2894852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691359-37D7-F22A-13EA-E21EA4B300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3752" y="4964758"/>
            <a:ext cx="7621064" cy="7621064"/>
          </a:xfrm>
          <a:prstGeom prst="rect">
            <a:avLst/>
          </a:prstGeom>
        </p:spPr>
      </p:pic>
      <p:sp>
        <p:nvSpPr>
          <p:cNvPr id="6" name="TextBox 5">
            <a:extLst>
              <a:ext uri="{FF2B5EF4-FFF2-40B4-BE49-F238E27FC236}">
                <a16:creationId xmlns:a16="http://schemas.microsoft.com/office/drawing/2014/main" id="{11BE9840-55BF-98DB-FAAD-64983898E0D7}"/>
              </a:ext>
            </a:extLst>
          </p:cNvPr>
          <p:cNvSpPr txBox="1"/>
          <p:nvPr/>
        </p:nvSpPr>
        <p:spPr>
          <a:xfrm>
            <a:off x="4879851" y="4641592"/>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(a)</a:t>
            </a:r>
          </a:p>
        </p:txBody>
      </p:sp>
      <p:sp>
        <p:nvSpPr>
          <p:cNvPr id="7" name="TextBox 6">
            <a:extLst>
              <a:ext uri="{FF2B5EF4-FFF2-40B4-BE49-F238E27FC236}">
                <a16:creationId xmlns:a16="http://schemas.microsoft.com/office/drawing/2014/main" id="{0488E419-EC36-1325-1D4E-BAE2FCF27872}"/>
              </a:ext>
            </a:extLst>
          </p:cNvPr>
          <p:cNvSpPr txBox="1"/>
          <p:nvPr/>
        </p:nvSpPr>
        <p:spPr>
          <a:xfrm>
            <a:off x="4874403" y="8613707"/>
            <a:ext cx="109016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latin typeface="Arial" panose="020B0604020202020204" pitchFamily="34" charset="0"/>
                <a:ea typeface="Yu Gothic" panose="020B0400000000000000" pitchFamily="34" charset="-128"/>
                <a:cs typeface="Arial" panose="020B0604020202020204" pitchFamily="34" charset="0"/>
              </a:rPr>
              <a:t>(b)</a:t>
            </a:r>
          </a:p>
        </p:txBody>
      </p:sp>
    </p:spTree>
    <p:extLst>
      <p:ext uri="{BB962C8B-B14F-4D97-AF65-F5344CB8AC3E}">
        <p14:creationId xmlns:p14="http://schemas.microsoft.com/office/powerpoint/2010/main" val="36422631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7372</TotalTime>
  <Words>433</Words>
  <Application>Microsoft Office PowerPoint</Application>
  <PresentationFormat>Custom</PresentationFormat>
  <Paragraphs>183</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Yu Gothic</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Mah</dc:creator>
  <cp:lastModifiedBy>Jonathan Mah</cp:lastModifiedBy>
  <cp:revision>4</cp:revision>
  <dcterms:created xsi:type="dcterms:W3CDTF">2023-05-03T19:41:22Z</dcterms:created>
  <dcterms:modified xsi:type="dcterms:W3CDTF">2026-03-25T23:37:25Z</dcterms:modified>
</cp:coreProperties>
</file>