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7"/>
  </p:notesMasterIdLst>
  <p:sldIdLst>
    <p:sldId id="422" r:id="rId2"/>
    <p:sldId id="423" r:id="rId3"/>
    <p:sldId id="515" r:id="rId4"/>
    <p:sldId id="514" r:id="rId5"/>
    <p:sldId id="520" r:id="rId6"/>
    <p:sldId id="511" r:id="rId7"/>
    <p:sldId id="516" r:id="rId8"/>
    <p:sldId id="512" r:id="rId9"/>
    <p:sldId id="517" r:id="rId10"/>
    <p:sldId id="518" r:id="rId11"/>
    <p:sldId id="513" r:id="rId12"/>
    <p:sldId id="519" r:id="rId13"/>
    <p:sldId id="521" r:id="rId14"/>
    <p:sldId id="522" r:id="rId15"/>
    <p:sldId id="523" r:id="rId16"/>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5"/>
            <p14:sldId id="514"/>
            <p14:sldId id="520"/>
            <p14:sldId id="511"/>
            <p14:sldId id="516"/>
            <p14:sldId id="512"/>
            <p14:sldId id="517"/>
            <p14:sldId id="518"/>
            <p14:sldId id="513"/>
            <p14:sldId id="519"/>
            <p14:sldId id="521"/>
            <p14:sldId id="522"/>
            <p14:sldId id="5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9F79"/>
    <a:srgbClr val="D75600"/>
    <a:srgbClr val="716BB0"/>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0C71DC-DAFB-43B5-B051-E3D49CCA0357}" v="40" dt="2026-02-18T20:34:06.3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50" d="100"/>
          <a:sy n="50" d="100"/>
        </p:scale>
        <p:origin x="36" y="-11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DB9BCF8B-E91B-491C-8171-92D39BBC1534}"/>
    <pc:docChg chg="undo redo custSel addSld modSld sldOrd modSection">
      <pc:chgData name="Jonathan Mah" userId="5261b2f2f3e51194" providerId="LiveId" clId="{DB9BCF8B-E91B-491C-8171-92D39BBC1534}" dt="2026-02-18T20:34:24.213" v="1113" actId="20577"/>
      <pc:docMkLst>
        <pc:docMk/>
      </pc:docMkLst>
      <pc:sldChg chg="addSp modSp mod">
        <pc:chgData name="Jonathan Mah" userId="5261b2f2f3e51194" providerId="LiveId" clId="{DB9BCF8B-E91B-491C-8171-92D39BBC1534}" dt="2026-02-07T09:40:32.378" v="18" actId="14100"/>
        <pc:sldMkLst>
          <pc:docMk/>
          <pc:sldMk cId="1601061642" sldId="512"/>
        </pc:sldMkLst>
        <pc:spChg chg="mod">
          <ac:chgData name="Jonathan Mah" userId="5261b2f2f3e51194" providerId="LiveId" clId="{DB9BCF8B-E91B-491C-8171-92D39BBC1534}" dt="2026-02-07T09:40:32.378" v="18" actId="14100"/>
          <ac:spMkLst>
            <pc:docMk/>
            <pc:sldMk cId="1601061642" sldId="512"/>
            <ac:spMk id="11" creationId="{2D320388-1D65-6692-A4B2-EE9163C7B475}"/>
          </ac:spMkLst>
        </pc:spChg>
        <pc:spChg chg="mod">
          <ac:chgData name="Jonathan Mah" userId="5261b2f2f3e51194" providerId="LiveId" clId="{DB9BCF8B-E91B-491C-8171-92D39BBC1534}" dt="2026-02-07T09:40:29.820" v="17" actId="14100"/>
          <ac:spMkLst>
            <pc:docMk/>
            <pc:sldMk cId="1601061642" sldId="512"/>
            <ac:spMk id="12" creationId="{E924E80D-ED2B-72E9-A108-EA9118C67D64}"/>
          </ac:spMkLst>
        </pc:spChg>
        <pc:spChg chg="add mod">
          <ac:chgData name="Jonathan Mah" userId="5261b2f2f3e51194" providerId="LiveId" clId="{DB9BCF8B-E91B-491C-8171-92D39BBC1534}" dt="2026-02-07T09:07:35.897" v="12" actId="14100"/>
          <ac:spMkLst>
            <pc:docMk/>
            <pc:sldMk cId="1601061642" sldId="512"/>
            <ac:spMk id="14" creationId="{B49E3BD8-47F9-9CFE-D129-00772C3D2154}"/>
          </ac:spMkLst>
        </pc:spChg>
        <pc:spChg chg="mod">
          <ac:chgData name="Jonathan Mah" userId="5261b2f2f3e51194" providerId="LiveId" clId="{DB9BCF8B-E91B-491C-8171-92D39BBC1534}" dt="2026-02-07T09:07:50.982" v="16" actId="1038"/>
          <ac:spMkLst>
            <pc:docMk/>
            <pc:sldMk cId="1601061642" sldId="512"/>
            <ac:spMk id="15" creationId="{A47FAB82-5C7F-868E-D96A-59F79C9F82E3}"/>
          </ac:spMkLst>
        </pc:spChg>
        <pc:spChg chg="mod">
          <ac:chgData name="Jonathan Mah" userId="5261b2f2f3e51194" providerId="LiveId" clId="{DB9BCF8B-E91B-491C-8171-92D39BBC1534}" dt="2026-02-07T09:07:50.982" v="16" actId="1038"/>
          <ac:spMkLst>
            <pc:docMk/>
            <pc:sldMk cId="1601061642" sldId="512"/>
            <ac:spMk id="17" creationId="{65A0B147-7A62-6C7D-0F90-055F2D36001A}"/>
          </ac:spMkLst>
        </pc:spChg>
        <pc:spChg chg="mod">
          <ac:chgData name="Jonathan Mah" userId="5261b2f2f3e51194" providerId="LiveId" clId="{DB9BCF8B-E91B-491C-8171-92D39BBC1534}" dt="2026-02-07T09:07:50.982" v="16" actId="1038"/>
          <ac:spMkLst>
            <pc:docMk/>
            <pc:sldMk cId="1601061642" sldId="512"/>
            <ac:spMk id="21" creationId="{E4E7989C-1CF6-28FB-4967-C8FA080C3C9D}"/>
          </ac:spMkLst>
        </pc:spChg>
        <pc:spChg chg="mod">
          <ac:chgData name="Jonathan Mah" userId="5261b2f2f3e51194" providerId="LiveId" clId="{DB9BCF8B-E91B-491C-8171-92D39BBC1534}" dt="2026-02-07T09:07:50.982" v="16" actId="1038"/>
          <ac:spMkLst>
            <pc:docMk/>
            <pc:sldMk cId="1601061642" sldId="512"/>
            <ac:spMk id="24" creationId="{ACB078C8-4156-AC31-CFB4-4A88C1B62115}"/>
          </ac:spMkLst>
        </pc:spChg>
        <pc:spChg chg="mod">
          <ac:chgData name="Jonathan Mah" userId="5261b2f2f3e51194" providerId="LiveId" clId="{DB9BCF8B-E91B-491C-8171-92D39BBC1534}" dt="2026-02-07T09:07:50.982" v="16" actId="1038"/>
          <ac:spMkLst>
            <pc:docMk/>
            <pc:sldMk cId="1601061642" sldId="512"/>
            <ac:spMk id="26" creationId="{9DD70F72-77C1-8EA5-551A-235221EC6AD1}"/>
          </ac:spMkLst>
        </pc:spChg>
        <pc:spChg chg="mod">
          <ac:chgData name="Jonathan Mah" userId="5261b2f2f3e51194" providerId="LiveId" clId="{DB9BCF8B-E91B-491C-8171-92D39BBC1534}" dt="2026-02-07T09:07:50.982" v="16" actId="1038"/>
          <ac:spMkLst>
            <pc:docMk/>
            <pc:sldMk cId="1601061642" sldId="512"/>
            <ac:spMk id="29" creationId="{614BC83A-B477-6D06-899E-F7C4E8AF95F0}"/>
          </ac:spMkLst>
        </pc:spChg>
        <pc:spChg chg="mod">
          <ac:chgData name="Jonathan Mah" userId="5261b2f2f3e51194" providerId="LiveId" clId="{DB9BCF8B-E91B-491C-8171-92D39BBC1534}" dt="2026-02-07T09:07:50.982" v="16" actId="1038"/>
          <ac:spMkLst>
            <pc:docMk/>
            <pc:sldMk cId="1601061642" sldId="512"/>
            <ac:spMk id="30" creationId="{FC1A50AB-9A7A-68FF-2DA1-3CC4AC4B2C10}"/>
          </ac:spMkLst>
        </pc:spChg>
        <pc:spChg chg="mod">
          <ac:chgData name="Jonathan Mah" userId="5261b2f2f3e51194" providerId="LiveId" clId="{DB9BCF8B-E91B-491C-8171-92D39BBC1534}" dt="2026-02-07T09:07:50.982" v="16" actId="1038"/>
          <ac:spMkLst>
            <pc:docMk/>
            <pc:sldMk cId="1601061642" sldId="512"/>
            <ac:spMk id="32" creationId="{CC1498EC-B75D-AB9B-E34F-27C8DCF3AA8B}"/>
          </ac:spMkLst>
        </pc:spChg>
        <pc:spChg chg="mod">
          <ac:chgData name="Jonathan Mah" userId="5261b2f2f3e51194" providerId="LiveId" clId="{DB9BCF8B-E91B-491C-8171-92D39BBC1534}" dt="2026-02-07T09:07:50.982" v="16" actId="1038"/>
          <ac:spMkLst>
            <pc:docMk/>
            <pc:sldMk cId="1601061642" sldId="512"/>
            <ac:spMk id="34" creationId="{C88BE0C8-A8C9-57F6-6D7A-DC0D805FC6F9}"/>
          </ac:spMkLst>
        </pc:spChg>
        <pc:spChg chg="mod">
          <ac:chgData name="Jonathan Mah" userId="5261b2f2f3e51194" providerId="LiveId" clId="{DB9BCF8B-E91B-491C-8171-92D39BBC1534}" dt="2026-02-07T09:07:50.982" v="16" actId="1038"/>
          <ac:spMkLst>
            <pc:docMk/>
            <pc:sldMk cId="1601061642" sldId="512"/>
            <ac:spMk id="37" creationId="{FD72681F-F124-DEDC-B8D1-0989DA413C51}"/>
          </ac:spMkLst>
        </pc:spChg>
      </pc:sldChg>
      <pc:sldChg chg="addSp delSp modSp mod ord">
        <pc:chgData name="Jonathan Mah" userId="5261b2f2f3e51194" providerId="LiveId" clId="{DB9BCF8B-E91B-491C-8171-92D39BBC1534}" dt="2026-02-18T16:32:11.251" v="462" actId="1038"/>
        <pc:sldMkLst>
          <pc:docMk/>
          <pc:sldMk cId="1663706368" sldId="513"/>
        </pc:sldMkLst>
        <pc:spChg chg="mod">
          <ac:chgData name="Jonathan Mah" userId="5261b2f2f3e51194" providerId="LiveId" clId="{DB9BCF8B-E91B-491C-8171-92D39BBC1534}" dt="2026-02-18T16:31:32.476" v="252" actId="1038"/>
          <ac:spMkLst>
            <pc:docMk/>
            <pc:sldMk cId="1663706368" sldId="513"/>
            <ac:spMk id="5" creationId="{4E1540C7-14CA-40F0-5CA8-92853EDA5393}"/>
          </ac:spMkLst>
        </pc:spChg>
        <pc:spChg chg="mod">
          <ac:chgData name="Jonathan Mah" userId="5261b2f2f3e51194" providerId="LiveId" clId="{DB9BCF8B-E91B-491C-8171-92D39BBC1534}" dt="2026-02-18T16:32:11.251" v="462" actId="1038"/>
          <ac:spMkLst>
            <pc:docMk/>
            <pc:sldMk cId="1663706368" sldId="513"/>
            <ac:spMk id="6" creationId="{9160EB17-883E-0B7B-2B81-484C6D598F42}"/>
          </ac:spMkLst>
        </pc:spChg>
        <pc:spChg chg="del">
          <ac:chgData name="Jonathan Mah" userId="5261b2f2f3e51194" providerId="LiveId" clId="{DB9BCF8B-E91B-491C-8171-92D39BBC1534}" dt="2026-02-18T16:31:47.027" v="324" actId="478"/>
          <ac:spMkLst>
            <pc:docMk/>
            <pc:sldMk cId="1663706368" sldId="513"/>
            <ac:spMk id="8" creationId="{E4C19948-9DC0-5FD6-37A1-A17971347241}"/>
          </ac:spMkLst>
        </pc:spChg>
        <pc:spChg chg="add mod">
          <ac:chgData name="Jonathan Mah" userId="5261b2f2f3e51194" providerId="LiveId" clId="{DB9BCF8B-E91B-491C-8171-92D39BBC1534}" dt="2026-02-18T16:28:23.714" v="214" actId="1076"/>
          <ac:spMkLst>
            <pc:docMk/>
            <pc:sldMk cId="1663706368" sldId="513"/>
            <ac:spMk id="19" creationId="{4F3CF3B3-25BC-33DB-C891-F584E2566307}"/>
          </ac:spMkLst>
        </pc:spChg>
        <pc:spChg chg="add mod">
          <ac:chgData name="Jonathan Mah" userId="5261b2f2f3e51194" providerId="LiveId" clId="{DB9BCF8B-E91B-491C-8171-92D39BBC1534}" dt="2026-02-18T16:29:02.948" v="227" actId="20577"/>
          <ac:spMkLst>
            <pc:docMk/>
            <pc:sldMk cId="1663706368" sldId="513"/>
            <ac:spMk id="20" creationId="{E8CF6B0E-911C-599A-EAF8-949FD3151EE7}"/>
          </ac:spMkLst>
        </pc:spChg>
        <pc:spChg chg="mod">
          <ac:chgData name="Jonathan Mah" userId="5261b2f2f3e51194" providerId="LiveId" clId="{DB9BCF8B-E91B-491C-8171-92D39BBC1534}" dt="2026-02-18T16:32:11.251" v="462" actId="1038"/>
          <ac:spMkLst>
            <pc:docMk/>
            <pc:sldMk cId="1663706368" sldId="513"/>
            <ac:spMk id="24" creationId="{84993CD9-337D-ADA4-91F3-2DFE8B8865A9}"/>
          </ac:spMkLst>
        </pc:spChg>
        <pc:spChg chg="mod">
          <ac:chgData name="Jonathan Mah" userId="5261b2f2f3e51194" providerId="LiveId" clId="{DB9BCF8B-E91B-491C-8171-92D39BBC1534}" dt="2026-02-18T16:31:32.476" v="252" actId="1038"/>
          <ac:spMkLst>
            <pc:docMk/>
            <pc:sldMk cId="1663706368" sldId="513"/>
            <ac:spMk id="25" creationId="{F465BAA8-681A-D5C6-C32D-4E34EFC3096B}"/>
          </ac:spMkLst>
        </pc:spChg>
        <pc:spChg chg="mod">
          <ac:chgData name="Jonathan Mah" userId="5261b2f2f3e51194" providerId="LiveId" clId="{DB9BCF8B-E91B-491C-8171-92D39BBC1534}" dt="2026-02-18T16:32:11.251" v="462" actId="1038"/>
          <ac:spMkLst>
            <pc:docMk/>
            <pc:sldMk cId="1663706368" sldId="513"/>
            <ac:spMk id="26" creationId="{F7AE871F-00DB-AAEE-90F9-99616EEAE020}"/>
          </ac:spMkLst>
        </pc:spChg>
        <pc:spChg chg="mod">
          <ac:chgData name="Jonathan Mah" userId="5261b2f2f3e51194" providerId="LiveId" clId="{DB9BCF8B-E91B-491C-8171-92D39BBC1534}" dt="2026-02-18T16:32:11.251" v="462" actId="1038"/>
          <ac:spMkLst>
            <pc:docMk/>
            <pc:sldMk cId="1663706368" sldId="513"/>
            <ac:spMk id="35" creationId="{8DED98B2-9791-8335-20DF-EACF4A4DFD3B}"/>
          </ac:spMkLst>
        </pc:spChg>
        <pc:spChg chg="mod">
          <ac:chgData name="Jonathan Mah" userId="5261b2f2f3e51194" providerId="LiveId" clId="{DB9BCF8B-E91B-491C-8171-92D39BBC1534}" dt="2026-02-18T16:32:03.729" v="411" actId="1037"/>
          <ac:spMkLst>
            <pc:docMk/>
            <pc:sldMk cId="1663706368" sldId="513"/>
            <ac:spMk id="38" creationId="{F8A67FEB-D131-C70E-38AC-81199569CBCB}"/>
          </ac:spMkLst>
        </pc:spChg>
        <pc:spChg chg="mod">
          <ac:chgData name="Jonathan Mah" userId="5261b2f2f3e51194" providerId="LiveId" clId="{DB9BCF8B-E91B-491C-8171-92D39BBC1534}" dt="2026-02-18T16:32:03.729" v="411" actId="1037"/>
          <ac:spMkLst>
            <pc:docMk/>
            <pc:sldMk cId="1663706368" sldId="513"/>
            <ac:spMk id="39" creationId="{75181FFF-4A0B-C576-74C0-3EC0FC1BBCF3}"/>
          </ac:spMkLst>
        </pc:spChg>
        <pc:spChg chg="del">
          <ac:chgData name="Jonathan Mah" userId="5261b2f2f3e51194" providerId="LiveId" clId="{DB9BCF8B-E91B-491C-8171-92D39BBC1534}" dt="2026-02-18T16:31:47.027" v="324" actId="478"/>
          <ac:spMkLst>
            <pc:docMk/>
            <pc:sldMk cId="1663706368" sldId="513"/>
            <ac:spMk id="40" creationId="{4BADBDCF-86B6-D17F-1D38-3D1292745407}"/>
          </ac:spMkLst>
        </pc:spChg>
        <pc:spChg chg="del mod">
          <ac:chgData name="Jonathan Mah" userId="5261b2f2f3e51194" providerId="LiveId" clId="{DB9BCF8B-E91B-491C-8171-92D39BBC1534}" dt="2026-02-18T16:31:47.027" v="324" actId="478"/>
          <ac:spMkLst>
            <pc:docMk/>
            <pc:sldMk cId="1663706368" sldId="513"/>
            <ac:spMk id="538" creationId="{6330B629-D011-F42B-B0E3-A53B714D3870}"/>
          </ac:spMkLst>
        </pc:spChg>
        <pc:spChg chg="del mod">
          <ac:chgData name="Jonathan Mah" userId="5261b2f2f3e51194" providerId="LiveId" clId="{DB9BCF8B-E91B-491C-8171-92D39BBC1534}" dt="2026-02-18T16:31:47.027" v="324" actId="478"/>
          <ac:spMkLst>
            <pc:docMk/>
            <pc:sldMk cId="1663706368" sldId="513"/>
            <ac:spMk id="539" creationId="{288CF384-909F-D4CB-763F-B61C4A338A8B}"/>
          </ac:spMkLst>
        </pc:spChg>
        <pc:spChg chg="del mod">
          <ac:chgData name="Jonathan Mah" userId="5261b2f2f3e51194" providerId="LiveId" clId="{DB9BCF8B-E91B-491C-8171-92D39BBC1534}" dt="2026-02-18T16:31:47.027" v="324" actId="478"/>
          <ac:spMkLst>
            <pc:docMk/>
            <pc:sldMk cId="1663706368" sldId="513"/>
            <ac:spMk id="540" creationId="{44ED7668-2965-3F3C-8515-93D74C3EEF98}"/>
          </ac:spMkLst>
        </pc:spChg>
        <pc:spChg chg="del">
          <ac:chgData name="Jonathan Mah" userId="5261b2f2f3e51194" providerId="LiveId" clId="{DB9BCF8B-E91B-491C-8171-92D39BBC1534}" dt="2026-02-18T16:26:15.875" v="137" actId="478"/>
          <ac:spMkLst>
            <pc:docMk/>
            <pc:sldMk cId="1663706368" sldId="513"/>
            <ac:spMk id="541" creationId="{8FFC02D5-F71E-13F4-1E75-32C44BB7F7D2}"/>
          </ac:spMkLst>
        </pc:spChg>
        <pc:spChg chg="del">
          <ac:chgData name="Jonathan Mah" userId="5261b2f2f3e51194" providerId="LiveId" clId="{DB9BCF8B-E91B-491C-8171-92D39BBC1534}" dt="2026-02-18T16:31:47.027" v="324" actId="478"/>
          <ac:spMkLst>
            <pc:docMk/>
            <pc:sldMk cId="1663706368" sldId="513"/>
            <ac:spMk id="542" creationId="{5C4849F4-CE36-7363-C00B-F53250F6ACEC}"/>
          </ac:spMkLst>
        </pc:spChg>
        <pc:spChg chg="del">
          <ac:chgData name="Jonathan Mah" userId="5261b2f2f3e51194" providerId="LiveId" clId="{DB9BCF8B-E91B-491C-8171-92D39BBC1534}" dt="2026-02-18T16:31:47.027" v="324" actId="478"/>
          <ac:spMkLst>
            <pc:docMk/>
            <pc:sldMk cId="1663706368" sldId="513"/>
            <ac:spMk id="543" creationId="{14780343-7233-C5D1-07FC-2B477302258F}"/>
          </ac:spMkLst>
        </pc:spChg>
        <pc:spChg chg="del">
          <ac:chgData name="Jonathan Mah" userId="5261b2f2f3e51194" providerId="LiveId" clId="{DB9BCF8B-E91B-491C-8171-92D39BBC1534}" dt="2026-02-18T16:31:47.027" v="324" actId="478"/>
          <ac:spMkLst>
            <pc:docMk/>
            <pc:sldMk cId="1663706368" sldId="513"/>
            <ac:spMk id="544" creationId="{36EDF656-7D13-ADFC-D4C9-2E881468601A}"/>
          </ac:spMkLst>
        </pc:spChg>
        <pc:spChg chg="del">
          <ac:chgData name="Jonathan Mah" userId="5261b2f2f3e51194" providerId="LiveId" clId="{DB9BCF8B-E91B-491C-8171-92D39BBC1534}" dt="2026-02-18T16:31:47.027" v="324" actId="478"/>
          <ac:spMkLst>
            <pc:docMk/>
            <pc:sldMk cId="1663706368" sldId="513"/>
            <ac:spMk id="546" creationId="{EC3C7F2D-A40A-9398-EFFD-E9FBF720EAE9}"/>
          </ac:spMkLst>
        </pc:spChg>
        <pc:spChg chg="del">
          <ac:chgData name="Jonathan Mah" userId="5261b2f2f3e51194" providerId="LiveId" clId="{DB9BCF8B-E91B-491C-8171-92D39BBC1534}" dt="2026-02-18T16:31:47.027" v="324" actId="478"/>
          <ac:spMkLst>
            <pc:docMk/>
            <pc:sldMk cId="1663706368" sldId="513"/>
            <ac:spMk id="547" creationId="{2C4AE86C-9595-E99B-F26D-B14308D5F3F4}"/>
          </ac:spMkLst>
        </pc:spChg>
        <pc:spChg chg="mod">
          <ac:chgData name="Jonathan Mah" userId="5261b2f2f3e51194" providerId="LiveId" clId="{DB9BCF8B-E91B-491C-8171-92D39BBC1534}" dt="2026-02-18T16:32:11.251" v="462" actId="1038"/>
          <ac:spMkLst>
            <pc:docMk/>
            <pc:sldMk cId="1663706368" sldId="513"/>
            <ac:spMk id="549" creationId="{0D0F3972-67EB-D5F8-FB48-ABE1642E691D}"/>
          </ac:spMkLst>
        </pc:spChg>
        <pc:spChg chg="mod">
          <ac:chgData name="Jonathan Mah" userId="5261b2f2f3e51194" providerId="LiveId" clId="{DB9BCF8B-E91B-491C-8171-92D39BBC1534}" dt="2026-02-18T16:32:11.251" v="462" actId="1038"/>
          <ac:spMkLst>
            <pc:docMk/>
            <pc:sldMk cId="1663706368" sldId="513"/>
            <ac:spMk id="550" creationId="{AA2181C5-EFDD-C2F3-7168-C6356D1B66DF}"/>
          </ac:spMkLst>
        </pc:spChg>
        <pc:spChg chg="mod">
          <ac:chgData name="Jonathan Mah" userId="5261b2f2f3e51194" providerId="LiveId" clId="{DB9BCF8B-E91B-491C-8171-92D39BBC1534}" dt="2026-02-18T16:32:11.251" v="462" actId="1038"/>
          <ac:spMkLst>
            <pc:docMk/>
            <pc:sldMk cId="1663706368" sldId="513"/>
            <ac:spMk id="553" creationId="{68CF7246-BBE2-E326-411D-4267B73A82B3}"/>
          </ac:spMkLst>
        </pc:spChg>
        <pc:spChg chg="mod">
          <ac:chgData name="Jonathan Mah" userId="5261b2f2f3e51194" providerId="LiveId" clId="{DB9BCF8B-E91B-491C-8171-92D39BBC1534}" dt="2026-02-18T16:32:11.251" v="462" actId="1038"/>
          <ac:spMkLst>
            <pc:docMk/>
            <pc:sldMk cId="1663706368" sldId="513"/>
            <ac:spMk id="555" creationId="{20DFA889-14F4-AE23-80BC-7C6C7AF62347}"/>
          </ac:spMkLst>
        </pc:spChg>
        <pc:spChg chg="mod">
          <ac:chgData name="Jonathan Mah" userId="5261b2f2f3e51194" providerId="LiveId" clId="{DB9BCF8B-E91B-491C-8171-92D39BBC1534}" dt="2026-02-18T16:32:11.251" v="462" actId="1038"/>
          <ac:spMkLst>
            <pc:docMk/>
            <pc:sldMk cId="1663706368" sldId="513"/>
            <ac:spMk id="607" creationId="{699ADAEC-A47E-DBDF-C35F-1E56C289782A}"/>
          </ac:spMkLst>
        </pc:spChg>
        <pc:spChg chg="mod">
          <ac:chgData name="Jonathan Mah" userId="5261b2f2f3e51194" providerId="LiveId" clId="{DB9BCF8B-E91B-491C-8171-92D39BBC1534}" dt="2026-02-18T16:31:32.476" v="252" actId="1038"/>
          <ac:spMkLst>
            <pc:docMk/>
            <pc:sldMk cId="1663706368" sldId="513"/>
            <ac:spMk id="608" creationId="{54E1AFF0-1B4E-9352-2401-CCA98F2E5134}"/>
          </ac:spMkLst>
        </pc:spChg>
        <pc:spChg chg="mod">
          <ac:chgData name="Jonathan Mah" userId="5261b2f2f3e51194" providerId="LiveId" clId="{DB9BCF8B-E91B-491C-8171-92D39BBC1534}" dt="2026-02-18T16:32:11.251" v="462" actId="1038"/>
          <ac:spMkLst>
            <pc:docMk/>
            <pc:sldMk cId="1663706368" sldId="513"/>
            <ac:spMk id="609" creationId="{C11E6C42-96FD-12BA-6421-2DA0BF9EF21A}"/>
          </ac:spMkLst>
        </pc:spChg>
        <pc:spChg chg="mod">
          <ac:chgData name="Jonathan Mah" userId="5261b2f2f3e51194" providerId="LiveId" clId="{DB9BCF8B-E91B-491C-8171-92D39BBC1534}" dt="2026-02-18T16:31:32.476" v="252" actId="1038"/>
          <ac:spMkLst>
            <pc:docMk/>
            <pc:sldMk cId="1663706368" sldId="513"/>
            <ac:spMk id="610" creationId="{11865559-E351-B484-FB2D-0405E5E1652C}"/>
          </ac:spMkLst>
        </pc:spChg>
        <pc:cxnChg chg="mod">
          <ac:chgData name="Jonathan Mah" userId="5261b2f2f3e51194" providerId="LiveId" clId="{DB9BCF8B-E91B-491C-8171-92D39BBC1534}" dt="2026-02-18T16:31:55.584" v="376" actId="1037"/>
          <ac:cxnSpMkLst>
            <pc:docMk/>
            <pc:sldMk cId="1663706368" sldId="513"/>
            <ac:cxnSpMk id="21" creationId="{182D8AB6-C14D-E017-B126-EC80F544ED56}"/>
          </ac:cxnSpMkLst>
        </pc:cxnChg>
        <pc:cxnChg chg="mod">
          <ac:chgData name="Jonathan Mah" userId="5261b2f2f3e51194" providerId="LiveId" clId="{DB9BCF8B-E91B-491C-8171-92D39BBC1534}" dt="2026-02-18T16:31:55.584" v="376" actId="1037"/>
          <ac:cxnSpMkLst>
            <pc:docMk/>
            <pc:sldMk cId="1663706368" sldId="513"/>
            <ac:cxnSpMk id="22" creationId="{4714411E-9E15-C044-FD20-FDD95B3CD81F}"/>
          </ac:cxnSpMkLst>
        </pc:cxnChg>
        <pc:cxnChg chg="mod">
          <ac:chgData name="Jonathan Mah" userId="5261b2f2f3e51194" providerId="LiveId" clId="{DB9BCF8B-E91B-491C-8171-92D39BBC1534}" dt="2026-02-18T16:27:42.398" v="210" actId="1035"/>
          <ac:cxnSpMkLst>
            <pc:docMk/>
            <pc:sldMk cId="1663706368" sldId="513"/>
            <ac:cxnSpMk id="43" creationId="{0647F9EB-6456-AE24-65DA-EA4757D24CFF}"/>
          </ac:cxnSpMkLst>
        </pc:cxnChg>
        <pc:cxnChg chg="del">
          <ac:chgData name="Jonathan Mah" userId="5261b2f2f3e51194" providerId="LiveId" clId="{DB9BCF8B-E91B-491C-8171-92D39BBC1534}" dt="2026-02-18T16:26:13.917" v="136" actId="478"/>
          <ac:cxnSpMkLst>
            <pc:docMk/>
            <pc:sldMk cId="1663706368" sldId="513"/>
            <ac:cxnSpMk id="44" creationId="{1AF2C6E5-CBB5-1AB2-C438-02589CA06572}"/>
          </ac:cxnSpMkLst>
        </pc:cxnChg>
        <pc:cxnChg chg="mod">
          <ac:chgData name="Jonathan Mah" userId="5261b2f2f3e51194" providerId="LiveId" clId="{DB9BCF8B-E91B-491C-8171-92D39BBC1534}" dt="2026-02-18T16:26:44.115" v="156" actId="14100"/>
          <ac:cxnSpMkLst>
            <pc:docMk/>
            <pc:sldMk cId="1663706368" sldId="513"/>
            <ac:cxnSpMk id="54" creationId="{E5EA91F2-176D-298A-EAFF-7550A8200703}"/>
          </ac:cxnSpMkLst>
        </pc:cxnChg>
        <pc:cxnChg chg="del">
          <ac:chgData name="Jonathan Mah" userId="5261b2f2f3e51194" providerId="LiveId" clId="{DB9BCF8B-E91B-491C-8171-92D39BBC1534}" dt="2026-02-18T16:26:37.416" v="153" actId="478"/>
          <ac:cxnSpMkLst>
            <pc:docMk/>
            <pc:sldMk cId="1663706368" sldId="513"/>
            <ac:cxnSpMk id="559" creationId="{872B991D-0ADA-E25A-D346-8B4B3892DB9F}"/>
          </ac:cxnSpMkLst>
        </pc:cxnChg>
        <pc:cxnChg chg="del">
          <ac:chgData name="Jonathan Mah" userId="5261b2f2f3e51194" providerId="LiveId" clId="{DB9BCF8B-E91B-491C-8171-92D39BBC1534}" dt="2026-02-18T16:26:39.865" v="155" actId="478"/>
          <ac:cxnSpMkLst>
            <pc:docMk/>
            <pc:sldMk cId="1663706368" sldId="513"/>
            <ac:cxnSpMk id="560" creationId="{E9E6ABFA-AA21-27AA-354C-0D017E6BD393}"/>
          </ac:cxnSpMkLst>
        </pc:cxnChg>
        <pc:cxnChg chg="del">
          <ac:chgData name="Jonathan Mah" userId="5261b2f2f3e51194" providerId="LiveId" clId="{DB9BCF8B-E91B-491C-8171-92D39BBC1534}" dt="2026-02-18T16:26:39.484" v="154" actId="478"/>
          <ac:cxnSpMkLst>
            <pc:docMk/>
            <pc:sldMk cId="1663706368" sldId="513"/>
            <ac:cxnSpMk id="562" creationId="{10ED7B93-EB71-3679-38B5-10F02460AA5F}"/>
          </ac:cxnSpMkLst>
        </pc:cxnChg>
        <pc:cxnChg chg="mod">
          <ac:chgData name="Jonathan Mah" userId="5261b2f2f3e51194" providerId="LiveId" clId="{DB9BCF8B-E91B-491C-8171-92D39BBC1534}" dt="2026-02-18T16:27:19.793" v="175" actId="1035"/>
          <ac:cxnSpMkLst>
            <pc:docMk/>
            <pc:sldMk cId="1663706368" sldId="513"/>
            <ac:cxnSpMk id="563" creationId="{20F222D5-9752-5E7E-9A52-739900DA19F6}"/>
          </ac:cxnSpMkLst>
        </pc:cxnChg>
        <pc:cxnChg chg="mod">
          <ac:chgData name="Jonathan Mah" userId="5261b2f2f3e51194" providerId="LiveId" clId="{DB9BCF8B-E91B-491C-8171-92D39BBC1534}" dt="2026-02-18T16:27:26.063" v="179" actId="14100"/>
          <ac:cxnSpMkLst>
            <pc:docMk/>
            <pc:sldMk cId="1663706368" sldId="513"/>
            <ac:cxnSpMk id="564" creationId="{9FB62C51-2790-B690-650A-B143CE5F4095}"/>
          </ac:cxnSpMkLst>
        </pc:cxnChg>
        <pc:cxnChg chg="mod">
          <ac:chgData name="Jonathan Mah" userId="5261b2f2f3e51194" providerId="LiveId" clId="{DB9BCF8B-E91B-491C-8171-92D39BBC1534}" dt="2026-02-18T16:27:27.969" v="180" actId="14100"/>
          <ac:cxnSpMkLst>
            <pc:docMk/>
            <pc:sldMk cId="1663706368" sldId="513"/>
            <ac:cxnSpMk id="565" creationId="{9BDB81DF-E3C8-8441-EBD5-6FB7720377F9}"/>
          </ac:cxnSpMkLst>
        </pc:cxnChg>
        <pc:cxnChg chg="mod">
          <ac:chgData name="Jonathan Mah" userId="5261b2f2f3e51194" providerId="LiveId" clId="{DB9BCF8B-E91B-491C-8171-92D39BBC1534}" dt="2026-02-18T16:31:55.584" v="376" actId="1037"/>
          <ac:cxnSpMkLst>
            <pc:docMk/>
            <pc:sldMk cId="1663706368" sldId="513"/>
            <ac:cxnSpMk id="570" creationId="{0EDCD4B7-8670-7730-79C3-3C47661FC309}"/>
          </ac:cxnSpMkLst>
        </pc:cxnChg>
        <pc:cxnChg chg="mod">
          <ac:chgData name="Jonathan Mah" userId="5261b2f2f3e51194" providerId="LiveId" clId="{DB9BCF8B-E91B-491C-8171-92D39BBC1534}" dt="2026-02-18T16:31:55.584" v="376" actId="1037"/>
          <ac:cxnSpMkLst>
            <pc:docMk/>
            <pc:sldMk cId="1663706368" sldId="513"/>
            <ac:cxnSpMk id="571" creationId="{5AC7219F-555D-3B5A-F8DB-45AB55019A25}"/>
          </ac:cxnSpMkLst>
        </pc:cxnChg>
        <pc:cxnChg chg="mod">
          <ac:chgData name="Jonathan Mah" userId="5261b2f2f3e51194" providerId="LiveId" clId="{DB9BCF8B-E91B-491C-8171-92D39BBC1534}" dt="2026-02-18T16:31:55.584" v="376" actId="1037"/>
          <ac:cxnSpMkLst>
            <pc:docMk/>
            <pc:sldMk cId="1663706368" sldId="513"/>
            <ac:cxnSpMk id="572" creationId="{8F5BB56F-0992-196D-DD5D-B3E9C2E88702}"/>
          </ac:cxnSpMkLst>
        </pc:cxnChg>
        <pc:cxnChg chg="mod">
          <ac:chgData name="Jonathan Mah" userId="5261b2f2f3e51194" providerId="LiveId" clId="{DB9BCF8B-E91B-491C-8171-92D39BBC1534}" dt="2026-02-18T16:31:55.584" v="376" actId="1037"/>
          <ac:cxnSpMkLst>
            <pc:docMk/>
            <pc:sldMk cId="1663706368" sldId="513"/>
            <ac:cxnSpMk id="574" creationId="{26DB2F09-18C3-A96E-3539-2165FC1394D0}"/>
          </ac:cxnSpMkLst>
        </pc:cxnChg>
        <pc:cxnChg chg="mod">
          <ac:chgData name="Jonathan Mah" userId="5261b2f2f3e51194" providerId="LiveId" clId="{DB9BCF8B-E91B-491C-8171-92D39BBC1534}" dt="2026-02-18T16:31:55.584" v="376" actId="1037"/>
          <ac:cxnSpMkLst>
            <pc:docMk/>
            <pc:sldMk cId="1663706368" sldId="513"/>
            <ac:cxnSpMk id="575" creationId="{3E892C6B-AA7F-B1F0-CDD8-EEAAC360894D}"/>
          </ac:cxnSpMkLst>
        </pc:cxnChg>
        <pc:cxnChg chg="mod">
          <ac:chgData name="Jonathan Mah" userId="5261b2f2f3e51194" providerId="LiveId" clId="{DB9BCF8B-E91B-491C-8171-92D39BBC1534}" dt="2026-02-18T16:31:55.584" v="376" actId="1037"/>
          <ac:cxnSpMkLst>
            <pc:docMk/>
            <pc:sldMk cId="1663706368" sldId="513"/>
            <ac:cxnSpMk id="577" creationId="{CA8E42D5-03A2-1786-AC06-B3FCE1CF58E4}"/>
          </ac:cxnSpMkLst>
        </pc:cxnChg>
        <pc:cxnChg chg="mod">
          <ac:chgData name="Jonathan Mah" userId="5261b2f2f3e51194" providerId="LiveId" clId="{DB9BCF8B-E91B-491C-8171-92D39BBC1534}" dt="2026-02-18T16:31:55.584" v="376" actId="1037"/>
          <ac:cxnSpMkLst>
            <pc:docMk/>
            <pc:sldMk cId="1663706368" sldId="513"/>
            <ac:cxnSpMk id="595" creationId="{E338373A-0901-6E9A-295D-C9E42A4A909E}"/>
          </ac:cxnSpMkLst>
        </pc:cxnChg>
        <pc:cxnChg chg="mod">
          <ac:chgData name="Jonathan Mah" userId="5261b2f2f3e51194" providerId="LiveId" clId="{DB9BCF8B-E91B-491C-8171-92D39BBC1534}" dt="2026-02-18T16:31:55.584" v="376" actId="1037"/>
          <ac:cxnSpMkLst>
            <pc:docMk/>
            <pc:sldMk cId="1663706368" sldId="513"/>
            <ac:cxnSpMk id="601" creationId="{011358C1-7000-F30F-78B1-D43856F98EE6}"/>
          </ac:cxnSpMkLst>
        </pc:cxnChg>
      </pc:sldChg>
      <pc:sldChg chg="addSp delSp modSp new mod">
        <pc:chgData name="Jonathan Mah" userId="5261b2f2f3e51194" providerId="LiveId" clId="{DB9BCF8B-E91B-491C-8171-92D39BBC1534}" dt="2026-02-07T10:12:02.908" v="68" actId="1038"/>
        <pc:sldMkLst>
          <pc:docMk/>
          <pc:sldMk cId="2756291988" sldId="517"/>
        </pc:sldMkLst>
        <pc:spChg chg="add mod">
          <ac:chgData name="Jonathan Mah" userId="5261b2f2f3e51194" providerId="LiveId" clId="{DB9BCF8B-E91B-491C-8171-92D39BBC1534}" dt="2026-02-07T10:07:30.654" v="49" actId="1038"/>
          <ac:spMkLst>
            <pc:docMk/>
            <pc:sldMk cId="2756291988" sldId="517"/>
            <ac:spMk id="6" creationId="{BBD625A1-63C5-F220-8C4F-1BA0CA7ED464}"/>
          </ac:spMkLst>
        </pc:spChg>
        <pc:spChg chg="add mod">
          <ac:chgData name="Jonathan Mah" userId="5261b2f2f3e51194" providerId="LiveId" clId="{DB9BCF8B-E91B-491C-8171-92D39BBC1534}" dt="2026-02-07T10:07:30.654" v="49" actId="1038"/>
          <ac:spMkLst>
            <pc:docMk/>
            <pc:sldMk cId="2756291988" sldId="517"/>
            <ac:spMk id="7" creationId="{42EB3CC8-DA01-9759-CCD5-B16E85F984DD}"/>
          </ac:spMkLst>
        </pc:spChg>
        <pc:spChg chg="add mod">
          <ac:chgData name="Jonathan Mah" userId="5261b2f2f3e51194" providerId="LiveId" clId="{DB9BCF8B-E91B-491C-8171-92D39BBC1534}" dt="2026-02-07T10:12:02.908" v="68" actId="1038"/>
          <ac:spMkLst>
            <pc:docMk/>
            <pc:sldMk cId="2756291988" sldId="517"/>
            <ac:spMk id="12" creationId="{0FFD421C-D1E8-8F90-7ED3-85F22A785B99}"/>
          </ac:spMkLst>
        </pc:spChg>
        <pc:spChg chg="add mod">
          <ac:chgData name="Jonathan Mah" userId="5261b2f2f3e51194" providerId="LiveId" clId="{DB9BCF8B-E91B-491C-8171-92D39BBC1534}" dt="2026-02-07T10:12:02.908" v="68" actId="1038"/>
          <ac:spMkLst>
            <pc:docMk/>
            <pc:sldMk cId="2756291988" sldId="517"/>
            <ac:spMk id="13" creationId="{D9495A65-3C63-A456-11A8-F67AABA29678}"/>
          </ac:spMkLst>
        </pc:spChg>
        <pc:picChg chg="add mod">
          <ac:chgData name="Jonathan Mah" userId="5261b2f2f3e51194" providerId="LiveId" clId="{DB9BCF8B-E91B-491C-8171-92D39BBC1534}" dt="2026-02-07T10:07:17.383" v="26" actId="14100"/>
          <ac:picMkLst>
            <pc:docMk/>
            <pc:sldMk cId="2756291988" sldId="517"/>
            <ac:picMk id="5" creationId="{D28E183A-4C31-52B0-0727-47F9DC3F9356}"/>
          </ac:picMkLst>
        </pc:picChg>
        <pc:picChg chg="add mod">
          <ac:chgData name="Jonathan Mah" userId="5261b2f2f3e51194" providerId="LiveId" clId="{DB9BCF8B-E91B-491C-8171-92D39BBC1534}" dt="2026-02-07T10:11:28.661" v="51" actId="1076"/>
          <ac:picMkLst>
            <pc:docMk/>
            <pc:sldMk cId="2756291988" sldId="517"/>
            <ac:picMk id="9" creationId="{6FFE4216-2D14-64CF-9F23-AA06B883F175}"/>
          </ac:picMkLst>
        </pc:picChg>
      </pc:sldChg>
      <pc:sldChg chg="addSp delSp modSp new mod">
        <pc:chgData name="Jonathan Mah" userId="5261b2f2f3e51194" providerId="LiveId" clId="{DB9BCF8B-E91B-491C-8171-92D39BBC1534}" dt="2026-02-07T16:49:27.034" v="135" actId="1037"/>
        <pc:sldMkLst>
          <pc:docMk/>
          <pc:sldMk cId="3447533911" sldId="518"/>
        </pc:sldMkLst>
        <pc:spChg chg="add mod">
          <ac:chgData name="Jonathan Mah" userId="5261b2f2f3e51194" providerId="LiveId" clId="{DB9BCF8B-E91B-491C-8171-92D39BBC1534}" dt="2026-02-07T16:37:31.306" v="112" actId="1076"/>
          <ac:spMkLst>
            <pc:docMk/>
            <pc:sldMk cId="3447533911" sldId="518"/>
            <ac:spMk id="6" creationId="{7DCFED7E-AE25-0684-919A-91F9CA94736B}"/>
          </ac:spMkLst>
        </pc:spChg>
        <pc:spChg chg="add mod">
          <ac:chgData name="Jonathan Mah" userId="5261b2f2f3e51194" providerId="LiveId" clId="{DB9BCF8B-E91B-491C-8171-92D39BBC1534}" dt="2026-02-07T16:37:31.306" v="112" actId="1076"/>
          <ac:spMkLst>
            <pc:docMk/>
            <pc:sldMk cId="3447533911" sldId="518"/>
            <ac:spMk id="7" creationId="{CC49BF9A-8664-D775-C73A-A297EAF95E5C}"/>
          </ac:spMkLst>
        </pc:spChg>
        <pc:spChg chg="add mod">
          <ac:chgData name="Jonathan Mah" userId="5261b2f2f3e51194" providerId="LiveId" clId="{DB9BCF8B-E91B-491C-8171-92D39BBC1534}" dt="2026-02-07T16:37:31.306" v="112" actId="1076"/>
          <ac:spMkLst>
            <pc:docMk/>
            <pc:sldMk cId="3447533911" sldId="518"/>
            <ac:spMk id="8" creationId="{ABDA08F7-8D43-187D-C0F4-74BB164B302E}"/>
          </ac:spMkLst>
        </pc:spChg>
        <pc:spChg chg="add mod">
          <ac:chgData name="Jonathan Mah" userId="5261b2f2f3e51194" providerId="LiveId" clId="{DB9BCF8B-E91B-491C-8171-92D39BBC1534}" dt="2026-02-07T16:37:31.306" v="112" actId="1076"/>
          <ac:spMkLst>
            <pc:docMk/>
            <pc:sldMk cId="3447533911" sldId="518"/>
            <ac:spMk id="9" creationId="{13636D3B-3F7E-43BF-5255-F890864D76C8}"/>
          </ac:spMkLst>
        </pc:spChg>
        <pc:spChg chg="add mod">
          <ac:chgData name="Jonathan Mah" userId="5261b2f2f3e51194" providerId="LiveId" clId="{DB9BCF8B-E91B-491C-8171-92D39BBC1534}" dt="2026-02-07T16:37:31.306" v="112" actId="1076"/>
          <ac:spMkLst>
            <pc:docMk/>
            <pc:sldMk cId="3447533911" sldId="518"/>
            <ac:spMk id="10" creationId="{527BFA4B-4F6D-011A-B88B-DD5AE48380C7}"/>
          </ac:spMkLst>
        </pc:spChg>
        <pc:spChg chg="add mod">
          <ac:chgData name="Jonathan Mah" userId="5261b2f2f3e51194" providerId="LiveId" clId="{DB9BCF8B-E91B-491C-8171-92D39BBC1534}" dt="2026-02-07T16:49:27.034" v="135" actId="1037"/>
          <ac:spMkLst>
            <pc:docMk/>
            <pc:sldMk cId="3447533911" sldId="518"/>
            <ac:spMk id="11" creationId="{A0E0BEFD-6D21-AC98-8ABE-124EABA2663D}"/>
          </ac:spMkLst>
        </pc:spChg>
        <pc:spChg chg="add mod">
          <ac:chgData name="Jonathan Mah" userId="5261b2f2f3e51194" providerId="LiveId" clId="{DB9BCF8B-E91B-491C-8171-92D39BBC1534}" dt="2026-02-07T16:49:27.034" v="135" actId="1037"/>
          <ac:spMkLst>
            <pc:docMk/>
            <pc:sldMk cId="3447533911" sldId="518"/>
            <ac:spMk id="13" creationId="{BA3CE13A-4BC0-6F8A-E8D7-F89223C4B80C}"/>
          </ac:spMkLst>
        </pc:spChg>
        <pc:spChg chg="add mod">
          <ac:chgData name="Jonathan Mah" userId="5261b2f2f3e51194" providerId="LiveId" clId="{DB9BCF8B-E91B-491C-8171-92D39BBC1534}" dt="2026-02-07T16:49:27.034" v="135" actId="1037"/>
          <ac:spMkLst>
            <pc:docMk/>
            <pc:sldMk cId="3447533911" sldId="518"/>
            <ac:spMk id="14" creationId="{BA5C2273-0936-0A08-0DD7-0D874F81A86A}"/>
          </ac:spMkLst>
        </pc:spChg>
        <pc:spChg chg="add mod">
          <ac:chgData name="Jonathan Mah" userId="5261b2f2f3e51194" providerId="LiveId" clId="{DB9BCF8B-E91B-491C-8171-92D39BBC1534}" dt="2026-02-07T16:49:27.034" v="135" actId="1037"/>
          <ac:spMkLst>
            <pc:docMk/>
            <pc:sldMk cId="3447533911" sldId="518"/>
            <ac:spMk id="15" creationId="{2AEE357E-0E04-7CA9-79B2-516492109805}"/>
          </ac:spMkLst>
        </pc:spChg>
        <pc:spChg chg="add mod">
          <ac:chgData name="Jonathan Mah" userId="5261b2f2f3e51194" providerId="LiveId" clId="{DB9BCF8B-E91B-491C-8171-92D39BBC1534}" dt="2026-02-07T16:49:27.034" v="135" actId="1037"/>
          <ac:spMkLst>
            <pc:docMk/>
            <pc:sldMk cId="3447533911" sldId="518"/>
            <ac:spMk id="16" creationId="{95605F93-FD62-B530-BD1E-48BDE9FF44B1}"/>
          </ac:spMkLst>
        </pc:spChg>
        <pc:picChg chg="add mod">
          <ac:chgData name="Jonathan Mah" userId="5261b2f2f3e51194" providerId="LiveId" clId="{DB9BCF8B-E91B-491C-8171-92D39BBC1534}" dt="2026-02-07T16:49:08.946" v="116" actId="1076"/>
          <ac:picMkLst>
            <pc:docMk/>
            <pc:sldMk cId="3447533911" sldId="518"/>
            <ac:picMk id="5" creationId="{76A7918C-F868-1FD2-ED7B-F36107A25E09}"/>
          </ac:picMkLst>
        </pc:picChg>
        <pc:picChg chg="add mod ord">
          <ac:chgData name="Jonathan Mah" userId="5261b2f2f3e51194" providerId="LiveId" clId="{DB9BCF8B-E91B-491C-8171-92D39BBC1534}" dt="2026-02-07T16:37:31.306" v="112" actId="1076"/>
          <ac:picMkLst>
            <pc:docMk/>
            <pc:sldMk cId="3447533911" sldId="518"/>
            <ac:picMk id="12" creationId="{7EA3F937-6B5B-B028-8F85-4C27A4F64848}"/>
          </ac:picMkLst>
        </pc:picChg>
      </pc:sldChg>
      <pc:sldChg chg="addSp delSp modSp add mod">
        <pc:chgData name="Jonathan Mah" userId="5261b2f2f3e51194" providerId="LiveId" clId="{DB9BCF8B-E91B-491C-8171-92D39BBC1534}" dt="2026-02-18T16:59:04.859" v="1027" actId="14100"/>
        <pc:sldMkLst>
          <pc:docMk/>
          <pc:sldMk cId="2539197924" sldId="519"/>
        </pc:sldMkLst>
        <pc:spChg chg="add del">
          <ac:chgData name="Jonathan Mah" userId="5261b2f2f3e51194" providerId="LiveId" clId="{DB9BCF8B-E91B-491C-8171-92D39BBC1534}" dt="2026-02-18T16:38:55.758" v="487" actId="478"/>
          <ac:spMkLst>
            <pc:docMk/>
            <pc:sldMk cId="2539197924" sldId="519"/>
            <ac:spMk id="5" creationId="{45ACBB2A-97F2-1C04-EA2B-CF1269A2FCE9}"/>
          </ac:spMkLst>
        </pc:spChg>
        <pc:spChg chg="del">
          <ac:chgData name="Jonathan Mah" userId="5261b2f2f3e51194" providerId="LiveId" clId="{DB9BCF8B-E91B-491C-8171-92D39BBC1534}" dt="2026-02-18T16:39:00.462" v="489" actId="478"/>
          <ac:spMkLst>
            <pc:docMk/>
            <pc:sldMk cId="2539197924" sldId="519"/>
            <ac:spMk id="6" creationId="{A9630A5B-E59A-CD3A-12A8-20E401DC8D87}"/>
          </ac:spMkLst>
        </pc:spChg>
        <pc:spChg chg="add del mod">
          <ac:chgData name="Jonathan Mah" userId="5261b2f2f3e51194" providerId="LiveId" clId="{DB9BCF8B-E91B-491C-8171-92D39BBC1534}" dt="2026-02-18T16:50:01.927" v="864" actId="478"/>
          <ac:spMkLst>
            <pc:docMk/>
            <pc:sldMk cId="2539197924" sldId="519"/>
            <ac:spMk id="8" creationId="{734FC352-A9F8-DAC0-2019-E3423FFBFAA1}"/>
          </ac:spMkLst>
        </pc:spChg>
        <pc:spChg chg="add del mod">
          <ac:chgData name="Jonathan Mah" userId="5261b2f2f3e51194" providerId="LiveId" clId="{DB9BCF8B-E91B-491C-8171-92D39BBC1534}" dt="2026-02-18T16:50:01.927" v="864" actId="478"/>
          <ac:spMkLst>
            <pc:docMk/>
            <pc:sldMk cId="2539197924" sldId="519"/>
            <ac:spMk id="9" creationId="{9A324380-D5F3-14D4-EC4C-760AFC2BF783}"/>
          </ac:spMkLst>
        </pc:spChg>
        <pc:spChg chg="add del mod">
          <ac:chgData name="Jonathan Mah" userId="5261b2f2f3e51194" providerId="LiveId" clId="{DB9BCF8B-E91B-491C-8171-92D39BBC1534}" dt="2026-02-18T16:50:01.927" v="864" actId="478"/>
          <ac:spMkLst>
            <pc:docMk/>
            <pc:sldMk cId="2539197924" sldId="519"/>
            <ac:spMk id="10" creationId="{70EBCE85-BA31-775E-10E4-D593F416DD46}"/>
          </ac:spMkLst>
        </pc:spChg>
        <pc:spChg chg="add mod">
          <ac:chgData name="Jonathan Mah" userId="5261b2f2f3e51194" providerId="LiveId" clId="{DB9BCF8B-E91B-491C-8171-92D39BBC1534}" dt="2026-02-18T16:58:11.132" v="1017" actId="207"/>
          <ac:spMkLst>
            <pc:docMk/>
            <pc:sldMk cId="2539197924" sldId="519"/>
            <ac:spMk id="11" creationId="{4673E64F-6E77-00CD-6CF2-D15E853CA723}"/>
          </ac:spMkLst>
        </pc:spChg>
        <pc:spChg chg="add mod">
          <ac:chgData name="Jonathan Mah" userId="5261b2f2f3e51194" providerId="LiveId" clId="{DB9BCF8B-E91B-491C-8171-92D39BBC1534}" dt="2026-02-18T16:58:45.595" v="1022" actId="1076"/>
          <ac:spMkLst>
            <pc:docMk/>
            <pc:sldMk cId="2539197924" sldId="519"/>
            <ac:spMk id="12" creationId="{3E6FEDB1-C7FA-D7F4-E59E-663953FD7115}"/>
          </ac:spMkLst>
        </pc:spChg>
        <pc:spChg chg="add mod">
          <ac:chgData name="Jonathan Mah" userId="5261b2f2f3e51194" providerId="LiveId" clId="{DB9BCF8B-E91B-491C-8171-92D39BBC1534}" dt="2026-02-18T16:58:31.683" v="1019" actId="207"/>
          <ac:spMkLst>
            <pc:docMk/>
            <pc:sldMk cId="2539197924" sldId="519"/>
            <ac:spMk id="13" creationId="{DBE30083-F436-846E-DA62-08A5B16657E2}"/>
          </ac:spMkLst>
        </pc:spChg>
        <pc:spChg chg="add del mod">
          <ac:chgData name="Jonathan Mah" userId="5261b2f2f3e51194" providerId="LiveId" clId="{DB9BCF8B-E91B-491C-8171-92D39BBC1534}" dt="2026-02-18T16:50:01.927" v="864" actId="478"/>
          <ac:spMkLst>
            <pc:docMk/>
            <pc:sldMk cId="2539197924" sldId="519"/>
            <ac:spMk id="15" creationId="{7965C7F0-42D4-B72E-F56D-6F19EF311C7F}"/>
          </ac:spMkLst>
        </pc:spChg>
        <pc:spChg chg="add del mod">
          <ac:chgData name="Jonathan Mah" userId="5261b2f2f3e51194" providerId="LiveId" clId="{DB9BCF8B-E91B-491C-8171-92D39BBC1534}" dt="2026-02-18T16:50:01.927" v="864" actId="478"/>
          <ac:spMkLst>
            <pc:docMk/>
            <pc:sldMk cId="2539197924" sldId="519"/>
            <ac:spMk id="16" creationId="{BDFF4EA2-DE6B-783F-EC6E-E5D9941C1C7D}"/>
          </ac:spMkLst>
        </pc:spChg>
        <pc:spChg chg="mod">
          <ac:chgData name="Jonathan Mah" userId="5261b2f2f3e51194" providerId="LiveId" clId="{DB9BCF8B-E91B-491C-8171-92D39BBC1534}" dt="2026-02-18T16:57:23.745" v="1014" actId="1038"/>
          <ac:spMkLst>
            <pc:docMk/>
            <pc:sldMk cId="2539197924" sldId="519"/>
            <ac:spMk id="19" creationId="{8E6D9933-6ACA-E39D-069D-D9384B62930F}"/>
          </ac:spMkLst>
        </pc:spChg>
        <pc:spChg chg="mod">
          <ac:chgData name="Jonathan Mah" userId="5261b2f2f3e51194" providerId="LiveId" clId="{DB9BCF8B-E91B-491C-8171-92D39BBC1534}" dt="2026-02-18T16:57:23.745" v="1014" actId="1038"/>
          <ac:spMkLst>
            <pc:docMk/>
            <pc:sldMk cId="2539197924" sldId="519"/>
            <ac:spMk id="20" creationId="{26EFA0CB-5B59-78A1-E21F-3C4BBC60629C}"/>
          </ac:spMkLst>
        </pc:spChg>
        <pc:spChg chg="add del mod">
          <ac:chgData name="Jonathan Mah" userId="5261b2f2f3e51194" providerId="LiveId" clId="{DB9BCF8B-E91B-491C-8171-92D39BBC1534}" dt="2026-02-18T16:50:01.927" v="864" actId="478"/>
          <ac:spMkLst>
            <pc:docMk/>
            <pc:sldMk cId="2539197924" sldId="519"/>
            <ac:spMk id="23" creationId="{B4C8FF9A-6830-28AA-D759-C30B6C5B1176}"/>
          </ac:spMkLst>
        </pc:spChg>
        <pc:spChg chg="add del">
          <ac:chgData name="Jonathan Mah" userId="5261b2f2f3e51194" providerId="LiveId" clId="{DB9BCF8B-E91B-491C-8171-92D39BBC1534}" dt="2026-02-18T16:38:58.912" v="488" actId="478"/>
          <ac:spMkLst>
            <pc:docMk/>
            <pc:sldMk cId="2539197924" sldId="519"/>
            <ac:spMk id="24" creationId="{61A186D6-4675-6189-DF76-47F2B90F65D9}"/>
          </ac:spMkLst>
        </pc:spChg>
        <pc:spChg chg="add del">
          <ac:chgData name="Jonathan Mah" userId="5261b2f2f3e51194" providerId="LiveId" clId="{DB9BCF8B-E91B-491C-8171-92D39BBC1534}" dt="2026-02-18T16:38:58.912" v="488" actId="478"/>
          <ac:spMkLst>
            <pc:docMk/>
            <pc:sldMk cId="2539197924" sldId="519"/>
            <ac:spMk id="25" creationId="{1BC6BEF9-37A2-7CD3-A5A0-4CBCEDF41446}"/>
          </ac:spMkLst>
        </pc:spChg>
        <pc:spChg chg="add del">
          <ac:chgData name="Jonathan Mah" userId="5261b2f2f3e51194" providerId="LiveId" clId="{DB9BCF8B-E91B-491C-8171-92D39BBC1534}" dt="2026-02-18T16:38:58.912" v="488" actId="478"/>
          <ac:spMkLst>
            <pc:docMk/>
            <pc:sldMk cId="2539197924" sldId="519"/>
            <ac:spMk id="26" creationId="{F52F1262-D968-AED5-9373-84670E075AAB}"/>
          </ac:spMkLst>
        </pc:spChg>
        <pc:spChg chg="add del mod">
          <ac:chgData name="Jonathan Mah" userId="5261b2f2f3e51194" providerId="LiveId" clId="{DB9BCF8B-E91B-491C-8171-92D39BBC1534}" dt="2026-02-18T16:39:57.319" v="597" actId="478"/>
          <ac:spMkLst>
            <pc:docMk/>
            <pc:sldMk cId="2539197924" sldId="519"/>
            <ac:spMk id="27" creationId="{C94AD9CD-7D68-A0DF-2CD1-D5838C544B42}"/>
          </ac:spMkLst>
        </pc:spChg>
        <pc:spChg chg="add del mod">
          <ac:chgData name="Jonathan Mah" userId="5261b2f2f3e51194" providerId="LiveId" clId="{DB9BCF8B-E91B-491C-8171-92D39BBC1534}" dt="2026-02-18T16:39:57.319" v="597" actId="478"/>
          <ac:spMkLst>
            <pc:docMk/>
            <pc:sldMk cId="2539197924" sldId="519"/>
            <ac:spMk id="28" creationId="{549E14A2-3CE9-9D2E-09CE-0AAFF788350E}"/>
          </ac:spMkLst>
        </pc:spChg>
        <pc:spChg chg="add del mod">
          <ac:chgData name="Jonathan Mah" userId="5261b2f2f3e51194" providerId="LiveId" clId="{DB9BCF8B-E91B-491C-8171-92D39BBC1534}" dt="2026-02-18T16:59:00.667" v="1024" actId="14100"/>
          <ac:spMkLst>
            <pc:docMk/>
            <pc:sldMk cId="2539197924" sldId="519"/>
            <ac:spMk id="29" creationId="{D9C4A69C-2F5A-C74D-E288-127EB93B7013}"/>
          </ac:spMkLst>
        </pc:spChg>
        <pc:spChg chg="add del mod">
          <ac:chgData name="Jonathan Mah" userId="5261b2f2f3e51194" providerId="LiveId" clId="{DB9BCF8B-E91B-491C-8171-92D39BBC1534}" dt="2026-02-18T16:40:12.280" v="602" actId="478"/>
          <ac:spMkLst>
            <pc:docMk/>
            <pc:sldMk cId="2539197924" sldId="519"/>
            <ac:spMk id="30" creationId="{A9D17791-A680-D6F8-15D6-F3E73CC55AA7}"/>
          </ac:spMkLst>
        </pc:spChg>
        <pc:spChg chg="add mod">
          <ac:chgData name="Jonathan Mah" userId="5261b2f2f3e51194" providerId="LiveId" clId="{DB9BCF8B-E91B-491C-8171-92D39BBC1534}" dt="2026-02-18T16:59:04.859" v="1027" actId="14100"/>
          <ac:spMkLst>
            <pc:docMk/>
            <pc:sldMk cId="2539197924" sldId="519"/>
            <ac:spMk id="31" creationId="{DF1FBC5B-CB60-D10F-0B0C-044C75AB1B17}"/>
          </ac:spMkLst>
        </pc:spChg>
        <pc:spChg chg="add mod">
          <ac:chgData name="Jonathan Mah" userId="5261b2f2f3e51194" providerId="LiveId" clId="{DB9BCF8B-E91B-491C-8171-92D39BBC1534}" dt="2026-02-18T16:40:26.880" v="607" actId="1076"/>
          <ac:spMkLst>
            <pc:docMk/>
            <pc:sldMk cId="2539197924" sldId="519"/>
            <ac:spMk id="32" creationId="{6759C9F3-F3CA-0A81-B72B-3B9F9F2BE85C}"/>
          </ac:spMkLst>
        </pc:spChg>
        <pc:spChg chg="add mod">
          <ac:chgData name="Jonathan Mah" userId="5261b2f2f3e51194" providerId="LiveId" clId="{DB9BCF8B-E91B-491C-8171-92D39BBC1534}" dt="2026-02-18T16:41:13.107" v="620" actId="1076"/>
          <ac:spMkLst>
            <pc:docMk/>
            <pc:sldMk cId="2539197924" sldId="519"/>
            <ac:spMk id="33" creationId="{BC5CFE60-7CDC-A5CC-4580-7260E2DEFE2C}"/>
          </ac:spMkLst>
        </pc:spChg>
        <pc:spChg chg="add del">
          <ac:chgData name="Jonathan Mah" userId="5261b2f2f3e51194" providerId="LiveId" clId="{DB9BCF8B-E91B-491C-8171-92D39BBC1534}" dt="2026-02-18T16:38:58.912" v="488" actId="478"/>
          <ac:spMkLst>
            <pc:docMk/>
            <pc:sldMk cId="2539197924" sldId="519"/>
            <ac:spMk id="35" creationId="{B212DEA9-D42D-AA8D-CFC7-31CDA6321CEB}"/>
          </ac:spMkLst>
        </pc:spChg>
        <pc:spChg chg="add del">
          <ac:chgData name="Jonathan Mah" userId="5261b2f2f3e51194" providerId="LiveId" clId="{DB9BCF8B-E91B-491C-8171-92D39BBC1534}" dt="2026-02-18T16:38:58.912" v="488" actId="478"/>
          <ac:spMkLst>
            <pc:docMk/>
            <pc:sldMk cId="2539197924" sldId="519"/>
            <ac:spMk id="36" creationId="{496FD707-6E53-E27B-97F1-B52DA0070CB0}"/>
          </ac:spMkLst>
        </pc:spChg>
        <pc:spChg chg="add del">
          <ac:chgData name="Jonathan Mah" userId="5261b2f2f3e51194" providerId="LiveId" clId="{DB9BCF8B-E91B-491C-8171-92D39BBC1534}" dt="2026-02-18T16:38:58.912" v="488" actId="478"/>
          <ac:spMkLst>
            <pc:docMk/>
            <pc:sldMk cId="2539197924" sldId="519"/>
            <ac:spMk id="37" creationId="{0C87AA6E-AFF0-707A-3163-AA5774AF48BA}"/>
          </ac:spMkLst>
        </pc:spChg>
        <pc:spChg chg="del">
          <ac:chgData name="Jonathan Mah" userId="5261b2f2f3e51194" providerId="LiveId" clId="{DB9BCF8B-E91B-491C-8171-92D39BBC1534}" dt="2026-02-18T16:38:58.912" v="488" actId="478"/>
          <ac:spMkLst>
            <pc:docMk/>
            <pc:sldMk cId="2539197924" sldId="519"/>
            <ac:spMk id="38" creationId="{CA930185-3DBF-890B-6903-68BECBE9D2D0}"/>
          </ac:spMkLst>
        </pc:spChg>
        <pc:spChg chg="del">
          <ac:chgData name="Jonathan Mah" userId="5261b2f2f3e51194" providerId="LiveId" clId="{DB9BCF8B-E91B-491C-8171-92D39BBC1534}" dt="2026-02-18T16:39:00.462" v="489" actId="478"/>
          <ac:spMkLst>
            <pc:docMk/>
            <pc:sldMk cId="2539197924" sldId="519"/>
            <ac:spMk id="39" creationId="{F07BD1F9-4E71-9106-4F7C-CDD56ABA4E98}"/>
          </ac:spMkLst>
        </pc:spChg>
        <pc:spChg chg="add del mod">
          <ac:chgData name="Jonathan Mah" userId="5261b2f2f3e51194" providerId="LiveId" clId="{DB9BCF8B-E91B-491C-8171-92D39BBC1534}" dt="2026-02-18T16:46:26.356" v="824" actId="478"/>
          <ac:spMkLst>
            <pc:docMk/>
            <pc:sldMk cId="2539197924" sldId="519"/>
            <ac:spMk id="42" creationId="{E86FA0F7-C4B6-E858-0027-9FC99E49FFC3}"/>
          </ac:spMkLst>
        </pc:spChg>
        <pc:spChg chg="add del mod">
          <ac:chgData name="Jonathan Mah" userId="5261b2f2f3e51194" providerId="LiveId" clId="{DB9BCF8B-E91B-491C-8171-92D39BBC1534}" dt="2026-02-18T16:46:26.356" v="824" actId="478"/>
          <ac:spMkLst>
            <pc:docMk/>
            <pc:sldMk cId="2539197924" sldId="519"/>
            <ac:spMk id="43" creationId="{169A3C0B-B367-8414-BB2A-93CB39074FB1}"/>
          </ac:spMkLst>
        </pc:spChg>
        <pc:spChg chg="add del mod">
          <ac:chgData name="Jonathan Mah" userId="5261b2f2f3e51194" providerId="LiveId" clId="{DB9BCF8B-E91B-491C-8171-92D39BBC1534}" dt="2026-02-18T16:46:26.356" v="824" actId="478"/>
          <ac:spMkLst>
            <pc:docMk/>
            <pc:sldMk cId="2539197924" sldId="519"/>
            <ac:spMk id="44" creationId="{A08A27A0-0523-EED3-CFCA-4CCD3D074524}"/>
          </ac:spMkLst>
        </pc:spChg>
        <pc:spChg chg="add mod">
          <ac:chgData name="Jonathan Mah" userId="5261b2f2f3e51194" providerId="LiveId" clId="{DB9BCF8B-E91B-491C-8171-92D39BBC1534}" dt="2026-02-18T16:58:09.003" v="1016" actId="207"/>
          <ac:spMkLst>
            <pc:docMk/>
            <pc:sldMk cId="2539197924" sldId="519"/>
            <ac:spMk id="45" creationId="{2961B189-D038-2246-C4D3-4699108FD165}"/>
          </ac:spMkLst>
        </pc:spChg>
        <pc:spChg chg="add mod">
          <ac:chgData name="Jonathan Mah" userId="5261b2f2f3e51194" providerId="LiveId" clId="{DB9BCF8B-E91B-491C-8171-92D39BBC1534}" dt="2026-02-18T16:58:45.951" v="1023" actId="1076"/>
          <ac:spMkLst>
            <pc:docMk/>
            <pc:sldMk cId="2539197924" sldId="519"/>
            <ac:spMk id="46" creationId="{8E3229D3-5E02-4035-E9F2-A07AF7596170}"/>
          </ac:spMkLst>
        </pc:spChg>
        <pc:spChg chg="add mod">
          <ac:chgData name="Jonathan Mah" userId="5261b2f2f3e51194" providerId="LiveId" clId="{DB9BCF8B-E91B-491C-8171-92D39BBC1534}" dt="2026-02-18T16:58:31.683" v="1019" actId="207"/>
          <ac:spMkLst>
            <pc:docMk/>
            <pc:sldMk cId="2539197924" sldId="519"/>
            <ac:spMk id="47" creationId="{9ECAD82C-1410-AB64-39D3-34D9D6FB8684}"/>
          </ac:spMkLst>
        </pc:spChg>
        <pc:spChg chg="add del mod">
          <ac:chgData name="Jonathan Mah" userId="5261b2f2f3e51194" providerId="LiveId" clId="{DB9BCF8B-E91B-491C-8171-92D39BBC1534}" dt="2026-02-18T16:46:26.356" v="824" actId="478"/>
          <ac:spMkLst>
            <pc:docMk/>
            <pc:sldMk cId="2539197924" sldId="519"/>
            <ac:spMk id="49" creationId="{CA5443DB-FCFA-CC8C-2975-D1AA89F0B196}"/>
          </ac:spMkLst>
        </pc:spChg>
        <pc:spChg chg="add del mod">
          <ac:chgData name="Jonathan Mah" userId="5261b2f2f3e51194" providerId="LiveId" clId="{DB9BCF8B-E91B-491C-8171-92D39BBC1534}" dt="2026-02-18T16:46:26.356" v="824" actId="478"/>
          <ac:spMkLst>
            <pc:docMk/>
            <pc:sldMk cId="2539197924" sldId="519"/>
            <ac:spMk id="50" creationId="{E77FBAF9-3D61-4762-25C5-0E15680B5EE0}"/>
          </ac:spMkLst>
        </pc:spChg>
        <pc:spChg chg="add del mod">
          <ac:chgData name="Jonathan Mah" userId="5261b2f2f3e51194" providerId="LiveId" clId="{DB9BCF8B-E91B-491C-8171-92D39BBC1534}" dt="2026-02-18T16:46:26.356" v="824" actId="478"/>
          <ac:spMkLst>
            <pc:docMk/>
            <pc:sldMk cId="2539197924" sldId="519"/>
            <ac:spMk id="51" creationId="{60FA3A3A-1CD1-7D11-C4F5-C19F57E98422}"/>
          </ac:spMkLst>
        </pc:spChg>
        <pc:spChg chg="add del mod">
          <ac:chgData name="Jonathan Mah" userId="5261b2f2f3e51194" providerId="LiveId" clId="{DB9BCF8B-E91B-491C-8171-92D39BBC1534}" dt="2026-02-18T16:48:42.164" v="843" actId="478"/>
          <ac:spMkLst>
            <pc:docMk/>
            <pc:sldMk cId="2539197924" sldId="519"/>
            <ac:spMk id="52" creationId="{278C6359-9B47-8960-5B02-BF60CA0B7104}"/>
          </ac:spMkLst>
        </pc:spChg>
        <pc:spChg chg="del">
          <ac:chgData name="Jonathan Mah" userId="5261b2f2f3e51194" providerId="LiveId" clId="{DB9BCF8B-E91B-491C-8171-92D39BBC1534}" dt="2026-02-18T16:48:42.703" v="844" actId="478"/>
          <ac:spMkLst>
            <pc:docMk/>
            <pc:sldMk cId="2539197924" sldId="519"/>
            <ac:spMk id="53" creationId="{07C46E35-E453-52EA-ACCE-B5F03EC22399}"/>
          </ac:spMkLst>
        </pc:spChg>
        <pc:spChg chg="add mod">
          <ac:chgData name="Jonathan Mah" userId="5261b2f2f3e51194" providerId="LiveId" clId="{DB9BCF8B-E91B-491C-8171-92D39BBC1534}" dt="2026-02-18T16:46:48.486" v="830" actId="1076"/>
          <ac:spMkLst>
            <pc:docMk/>
            <pc:sldMk cId="2539197924" sldId="519"/>
            <ac:spMk id="56" creationId="{6E8DA381-AB04-D3D3-2737-05E252105667}"/>
          </ac:spMkLst>
        </pc:spChg>
        <pc:spChg chg="add mod">
          <ac:chgData name="Jonathan Mah" userId="5261b2f2f3e51194" providerId="LiveId" clId="{DB9BCF8B-E91B-491C-8171-92D39BBC1534}" dt="2026-02-18T16:49:43.236" v="861" actId="14100"/>
          <ac:spMkLst>
            <pc:docMk/>
            <pc:sldMk cId="2539197924" sldId="519"/>
            <ac:spMk id="57" creationId="{CA52712B-45A6-FF99-137F-63692735A9AB}"/>
          </ac:spMkLst>
        </pc:spChg>
        <pc:spChg chg="add mod">
          <ac:chgData name="Jonathan Mah" userId="5261b2f2f3e51194" providerId="LiveId" clId="{DB9BCF8B-E91B-491C-8171-92D39BBC1534}" dt="2026-02-18T16:49:41.092" v="860" actId="14100"/>
          <ac:spMkLst>
            <pc:docMk/>
            <pc:sldMk cId="2539197924" sldId="519"/>
            <ac:spMk id="58" creationId="{1F46A9F2-E49A-5698-4473-3CE1CCCECFC4}"/>
          </ac:spMkLst>
        </pc:spChg>
        <pc:spChg chg="add mod">
          <ac:chgData name="Jonathan Mah" userId="5261b2f2f3e51194" providerId="LiveId" clId="{DB9BCF8B-E91B-491C-8171-92D39BBC1534}" dt="2026-02-18T16:49:51.876" v="863" actId="14100"/>
          <ac:spMkLst>
            <pc:docMk/>
            <pc:sldMk cId="2539197924" sldId="519"/>
            <ac:spMk id="59" creationId="{393AD8A0-108F-1D89-361F-454C0CD405B5}"/>
          </ac:spMkLst>
        </pc:spChg>
        <pc:spChg chg="add mod">
          <ac:chgData name="Jonathan Mah" userId="5261b2f2f3e51194" providerId="LiveId" clId="{DB9BCF8B-E91B-491C-8171-92D39BBC1534}" dt="2026-02-18T16:49:47.741" v="862" actId="14100"/>
          <ac:spMkLst>
            <pc:docMk/>
            <pc:sldMk cId="2539197924" sldId="519"/>
            <ac:spMk id="60" creationId="{D5751036-A26A-E8C8-EE49-D6B8DAD9EAE4}"/>
          </ac:spMkLst>
        </pc:spChg>
        <pc:spChg chg="add mod">
          <ac:chgData name="Jonathan Mah" userId="5261b2f2f3e51194" providerId="LiveId" clId="{DB9BCF8B-E91B-491C-8171-92D39BBC1534}" dt="2026-02-18T16:46:48.486" v="830" actId="1076"/>
          <ac:spMkLst>
            <pc:docMk/>
            <pc:sldMk cId="2539197924" sldId="519"/>
            <ac:spMk id="61" creationId="{8ABCBADA-2C1F-4F1D-3094-5DB30251B97A}"/>
          </ac:spMkLst>
        </pc:spChg>
        <pc:spChg chg="add mod">
          <ac:chgData name="Jonathan Mah" userId="5261b2f2f3e51194" providerId="LiveId" clId="{DB9BCF8B-E91B-491C-8171-92D39BBC1534}" dt="2026-02-18T16:48:58.317" v="852" actId="14100"/>
          <ac:spMkLst>
            <pc:docMk/>
            <pc:sldMk cId="2539197924" sldId="519"/>
            <ac:spMk id="62" creationId="{C838240F-AF01-0D98-F725-3FF931D2CDDB}"/>
          </ac:spMkLst>
        </pc:spChg>
        <pc:spChg chg="add mod">
          <ac:chgData name="Jonathan Mah" userId="5261b2f2f3e51194" providerId="LiveId" clId="{DB9BCF8B-E91B-491C-8171-92D39BBC1534}" dt="2026-02-18T16:48:59.940" v="853" actId="14100"/>
          <ac:spMkLst>
            <pc:docMk/>
            <pc:sldMk cId="2539197924" sldId="519"/>
            <ac:spMk id="63" creationId="{04D3E363-5EE1-5C72-6DF2-5CC225CC20F0}"/>
          </ac:spMkLst>
        </pc:spChg>
        <pc:spChg chg="add mod">
          <ac:chgData name="Jonathan Mah" userId="5261b2f2f3e51194" providerId="LiveId" clId="{DB9BCF8B-E91B-491C-8171-92D39BBC1534}" dt="2026-02-18T16:50:14.958" v="873" actId="1035"/>
          <ac:spMkLst>
            <pc:docMk/>
            <pc:sldMk cId="2539197924" sldId="519"/>
            <ac:spMk id="64" creationId="{39756112-0A0C-D342-6D48-907BE65B3731}"/>
          </ac:spMkLst>
        </pc:spChg>
        <pc:spChg chg="add mod">
          <ac:chgData name="Jonathan Mah" userId="5261b2f2f3e51194" providerId="LiveId" clId="{DB9BCF8B-E91B-491C-8171-92D39BBC1534}" dt="2026-02-18T16:50:14.958" v="873" actId="1035"/>
          <ac:spMkLst>
            <pc:docMk/>
            <pc:sldMk cId="2539197924" sldId="519"/>
            <ac:spMk id="65" creationId="{521B8B53-F0CA-545A-F1C5-C1794DB4311A}"/>
          </ac:spMkLst>
        </pc:spChg>
        <pc:spChg chg="add mod">
          <ac:chgData name="Jonathan Mah" userId="5261b2f2f3e51194" providerId="LiveId" clId="{DB9BCF8B-E91B-491C-8171-92D39BBC1534}" dt="2026-02-18T16:50:14.958" v="873" actId="1035"/>
          <ac:spMkLst>
            <pc:docMk/>
            <pc:sldMk cId="2539197924" sldId="519"/>
            <ac:spMk id="66" creationId="{59B8791C-37F7-36D8-9553-CC0BDD123CFA}"/>
          </ac:spMkLst>
        </pc:spChg>
        <pc:spChg chg="add mod">
          <ac:chgData name="Jonathan Mah" userId="5261b2f2f3e51194" providerId="LiveId" clId="{DB9BCF8B-E91B-491C-8171-92D39BBC1534}" dt="2026-02-18T16:50:14.958" v="873" actId="1035"/>
          <ac:spMkLst>
            <pc:docMk/>
            <pc:sldMk cId="2539197924" sldId="519"/>
            <ac:spMk id="67" creationId="{EA152CB6-9056-75BB-3306-5F726704FDF4}"/>
          </ac:spMkLst>
        </pc:spChg>
        <pc:spChg chg="add mod">
          <ac:chgData name="Jonathan Mah" userId="5261b2f2f3e51194" providerId="LiveId" clId="{DB9BCF8B-E91B-491C-8171-92D39BBC1534}" dt="2026-02-18T16:50:14.958" v="873" actId="1035"/>
          <ac:spMkLst>
            <pc:docMk/>
            <pc:sldMk cId="2539197924" sldId="519"/>
            <ac:spMk id="68" creationId="{D6DE076F-EC41-C275-4B07-0F268067F411}"/>
          </ac:spMkLst>
        </pc:spChg>
        <pc:spChg chg="add mod">
          <ac:chgData name="Jonathan Mah" userId="5261b2f2f3e51194" providerId="LiveId" clId="{DB9BCF8B-E91B-491C-8171-92D39BBC1534}" dt="2026-02-18T16:50:14.958" v="873" actId="1035"/>
          <ac:spMkLst>
            <pc:docMk/>
            <pc:sldMk cId="2539197924" sldId="519"/>
            <ac:spMk id="69" creationId="{72997DC6-3392-DE66-A1E5-B9009BA60C11}"/>
          </ac:spMkLst>
        </pc:spChg>
        <pc:spChg chg="add mod">
          <ac:chgData name="Jonathan Mah" userId="5261b2f2f3e51194" providerId="LiveId" clId="{DB9BCF8B-E91B-491C-8171-92D39BBC1534}" dt="2026-02-18T16:54:01.532" v="977" actId="1076"/>
          <ac:spMkLst>
            <pc:docMk/>
            <pc:sldMk cId="2539197924" sldId="519"/>
            <ac:spMk id="70" creationId="{C6CF11AB-C4F8-3CF3-A928-1C191951A134}"/>
          </ac:spMkLst>
        </pc:spChg>
        <pc:spChg chg="add mod">
          <ac:chgData name="Jonathan Mah" userId="5261b2f2f3e51194" providerId="LiveId" clId="{DB9BCF8B-E91B-491C-8171-92D39BBC1534}" dt="2026-02-18T16:54:09.043" v="979" actId="1076"/>
          <ac:spMkLst>
            <pc:docMk/>
            <pc:sldMk cId="2539197924" sldId="519"/>
            <ac:spMk id="71" creationId="{CC17C4FC-0B6E-E13F-C393-0013EC5A3A74}"/>
          </ac:spMkLst>
        </pc:spChg>
        <pc:spChg chg="del">
          <ac:chgData name="Jonathan Mah" userId="5261b2f2f3e51194" providerId="LiveId" clId="{DB9BCF8B-E91B-491C-8171-92D39BBC1534}" dt="2026-02-18T16:39:00.462" v="489" actId="478"/>
          <ac:spMkLst>
            <pc:docMk/>
            <pc:sldMk cId="2539197924" sldId="519"/>
            <ac:spMk id="549" creationId="{A78428BB-A974-2936-92A4-EE1BB4BF2433}"/>
          </ac:spMkLst>
        </pc:spChg>
        <pc:spChg chg="del">
          <ac:chgData name="Jonathan Mah" userId="5261b2f2f3e51194" providerId="LiveId" clId="{DB9BCF8B-E91B-491C-8171-92D39BBC1534}" dt="2026-02-18T16:39:00.462" v="489" actId="478"/>
          <ac:spMkLst>
            <pc:docMk/>
            <pc:sldMk cId="2539197924" sldId="519"/>
            <ac:spMk id="550" creationId="{688BE8B7-E7D2-BE09-948A-71A6E6DDC99B}"/>
          </ac:spMkLst>
        </pc:spChg>
        <pc:spChg chg="del">
          <ac:chgData name="Jonathan Mah" userId="5261b2f2f3e51194" providerId="LiveId" clId="{DB9BCF8B-E91B-491C-8171-92D39BBC1534}" dt="2026-02-18T16:39:00.462" v="489" actId="478"/>
          <ac:spMkLst>
            <pc:docMk/>
            <pc:sldMk cId="2539197924" sldId="519"/>
            <ac:spMk id="553" creationId="{F017895E-8271-DCE6-0AD5-EBE762C7B162}"/>
          </ac:spMkLst>
        </pc:spChg>
        <pc:spChg chg="del">
          <ac:chgData name="Jonathan Mah" userId="5261b2f2f3e51194" providerId="LiveId" clId="{DB9BCF8B-E91B-491C-8171-92D39BBC1534}" dt="2026-02-18T16:39:00.462" v="489" actId="478"/>
          <ac:spMkLst>
            <pc:docMk/>
            <pc:sldMk cId="2539197924" sldId="519"/>
            <ac:spMk id="554" creationId="{83A159E8-CE4C-6936-7C89-6EC9A519EA3D}"/>
          </ac:spMkLst>
        </pc:spChg>
        <pc:spChg chg="del">
          <ac:chgData name="Jonathan Mah" userId="5261b2f2f3e51194" providerId="LiveId" clId="{DB9BCF8B-E91B-491C-8171-92D39BBC1534}" dt="2026-02-18T16:39:00.462" v="489" actId="478"/>
          <ac:spMkLst>
            <pc:docMk/>
            <pc:sldMk cId="2539197924" sldId="519"/>
            <ac:spMk id="555" creationId="{B9667C96-4B2B-F0E8-C50B-4F1881BD5E66}"/>
          </ac:spMkLst>
        </pc:spChg>
        <pc:spChg chg="add del">
          <ac:chgData name="Jonathan Mah" userId="5261b2f2f3e51194" providerId="LiveId" clId="{DB9BCF8B-E91B-491C-8171-92D39BBC1534}" dt="2026-02-18T16:38:58.912" v="488" actId="478"/>
          <ac:spMkLst>
            <pc:docMk/>
            <pc:sldMk cId="2539197924" sldId="519"/>
            <ac:spMk id="605" creationId="{F6F9EB96-E65A-3C15-BC95-AD528AA7379C}"/>
          </ac:spMkLst>
        </pc:spChg>
        <pc:spChg chg="del">
          <ac:chgData name="Jonathan Mah" userId="5261b2f2f3e51194" providerId="LiveId" clId="{DB9BCF8B-E91B-491C-8171-92D39BBC1534}" dt="2026-02-18T16:39:00.462" v="489" actId="478"/>
          <ac:spMkLst>
            <pc:docMk/>
            <pc:sldMk cId="2539197924" sldId="519"/>
            <ac:spMk id="606" creationId="{2A2A183B-5579-A06A-3633-3E9F05914AC3}"/>
          </ac:spMkLst>
        </pc:spChg>
        <pc:spChg chg="add del">
          <ac:chgData name="Jonathan Mah" userId="5261b2f2f3e51194" providerId="LiveId" clId="{DB9BCF8B-E91B-491C-8171-92D39BBC1534}" dt="2026-02-18T16:38:58.912" v="488" actId="478"/>
          <ac:spMkLst>
            <pc:docMk/>
            <pc:sldMk cId="2539197924" sldId="519"/>
            <ac:spMk id="607" creationId="{B6C39D13-D5A9-4F53-A98F-05FCDC963931}"/>
          </ac:spMkLst>
        </pc:spChg>
        <pc:spChg chg="add del mod">
          <ac:chgData name="Jonathan Mah" userId="5261b2f2f3e51194" providerId="LiveId" clId="{DB9BCF8B-E91B-491C-8171-92D39BBC1534}" dt="2026-02-18T16:38:58.912" v="488" actId="478"/>
          <ac:spMkLst>
            <pc:docMk/>
            <pc:sldMk cId="2539197924" sldId="519"/>
            <ac:spMk id="608" creationId="{79617ED7-EDAC-463C-E612-EDC6465516C8}"/>
          </ac:spMkLst>
        </pc:spChg>
        <pc:spChg chg="del">
          <ac:chgData name="Jonathan Mah" userId="5261b2f2f3e51194" providerId="LiveId" clId="{DB9BCF8B-E91B-491C-8171-92D39BBC1534}" dt="2026-02-18T16:39:00.462" v="489" actId="478"/>
          <ac:spMkLst>
            <pc:docMk/>
            <pc:sldMk cId="2539197924" sldId="519"/>
            <ac:spMk id="609" creationId="{B8A6A69C-5CB4-E5CF-0C09-B6C110722695}"/>
          </ac:spMkLst>
        </pc:spChg>
        <pc:spChg chg="del mod">
          <ac:chgData name="Jonathan Mah" userId="5261b2f2f3e51194" providerId="LiveId" clId="{DB9BCF8B-E91B-491C-8171-92D39BBC1534}" dt="2026-02-18T16:39:00.462" v="489" actId="478"/>
          <ac:spMkLst>
            <pc:docMk/>
            <pc:sldMk cId="2539197924" sldId="519"/>
            <ac:spMk id="610" creationId="{BCC50CD1-E4C6-4CDC-55EC-950310A7B660}"/>
          </ac:spMkLst>
        </pc:spChg>
        <pc:picChg chg="add mod">
          <ac:chgData name="Jonathan Mah" userId="5261b2f2f3e51194" providerId="LiveId" clId="{DB9BCF8B-E91B-491C-8171-92D39BBC1534}" dt="2026-02-18T16:35:26.335" v="469" actId="14100"/>
          <ac:picMkLst>
            <pc:docMk/>
            <pc:sldMk cId="2539197924" sldId="519"/>
            <ac:picMk id="3" creationId="{636A7897-4008-FE76-76DA-C1ED7A064B78}"/>
          </ac:picMkLst>
        </pc:picChg>
        <pc:picChg chg="add del mod">
          <ac:chgData name="Jonathan Mah" userId="5261b2f2f3e51194" providerId="LiveId" clId="{DB9BCF8B-E91B-491C-8171-92D39BBC1534}" dt="2026-02-18T16:39:02.270" v="490" actId="478"/>
          <ac:picMkLst>
            <pc:docMk/>
            <pc:sldMk cId="2539197924" sldId="519"/>
            <ac:picMk id="7" creationId="{35276003-EB69-D491-53AD-3AFCBB0F953B}"/>
          </ac:picMkLst>
        </pc:picChg>
        <pc:picChg chg="add del mod">
          <ac:chgData name="Jonathan Mah" userId="5261b2f2f3e51194" providerId="LiveId" clId="{DB9BCF8B-E91B-491C-8171-92D39BBC1534}" dt="2026-02-18T16:55:28.492" v="989" actId="478"/>
          <ac:picMkLst>
            <pc:docMk/>
            <pc:sldMk cId="2539197924" sldId="519"/>
            <ac:picMk id="14" creationId="{816A8C99-0D48-4FFC-A763-1452B98A66F8}"/>
          </ac:picMkLst>
        </pc:picChg>
        <pc:picChg chg="add del mod">
          <ac:chgData name="Jonathan Mah" userId="5261b2f2f3e51194" providerId="LiveId" clId="{DB9BCF8B-E91B-491C-8171-92D39BBC1534}" dt="2026-02-18T16:55:28.051" v="988" actId="478"/>
          <ac:picMkLst>
            <pc:docMk/>
            <pc:sldMk cId="2539197924" sldId="519"/>
            <ac:picMk id="41" creationId="{B8183B00-1CA7-EDD7-FCAF-8919ECBF7BE2}"/>
          </ac:picMkLst>
        </pc:picChg>
        <pc:picChg chg="add mod">
          <ac:chgData name="Jonathan Mah" userId="5261b2f2f3e51194" providerId="LiveId" clId="{DB9BCF8B-E91B-491C-8171-92D39BBC1534}" dt="2026-02-18T16:56:43.533" v="995" actId="14100"/>
          <ac:picMkLst>
            <pc:docMk/>
            <pc:sldMk cId="2539197924" sldId="519"/>
            <ac:picMk id="74" creationId="{01A60BC2-2D6B-20B8-1FD4-CC8CA8816303}"/>
          </ac:picMkLst>
        </pc:picChg>
        <pc:picChg chg="add mod">
          <ac:chgData name="Jonathan Mah" userId="5261b2f2f3e51194" providerId="LiveId" clId="{DB9BCF8B-E91B-491C-8171-92D39BBC1534}" dt="2026-02-18T16:56:53.780" v="996" actId="14100"/>
          <ac:picMkLst>
            <pc:docMk/>
            <pc:sldMk cId="2539197924" sldId="519"/>
            <ac:picMk id="76" creationId="{5C29D671-5071-657F-992E-138B9DD1869D}"/>
          </ac:picMkLst>
        </pc:picChg>
        <pc:cxnChg chg="del">
          <ac:chgData name="Jonathan Mah" userId="5261b2f2f3e51194" providerId="LiveId" clId="{DB9BCF8B-E91B-491C-8171-92D39BBC1534}" dt="2026-02-18T16:34:52.192" v="465" actId="478"/>
          <ac:cxnSpMkLst>
            <pc:docMk/>
            <pc:sldMk cId="2539197924" sldId="519"/>
            <ac:cxnSpMk id="17" creationId="{4B4EB99E-65A9-F798-5831-119C93D9B928}"/>
          </ac:cxnSpMkLst>
        </pc:cxnChg>
        <pc:cxnChg chg="del">
          <ac:chgData name="Jonathan Mah" userId="5261b2f2f3e51194" providerId="LiveId" clId="{DB9BCF8B-E91B-491C-8171-92D39BBC1534}" dt="2026-02-18T16:34:52.192" v="465" actId="478"/>
          <ac:cxnSpMkLst>
            <pc:docMk/>
            <pc:sldMk cId="2539197924" sldId="519"/>
            <ac:cxnSpMk id="18" creationId="{02137858-4CC5-932A-CEA1-0E1DC99FD944}"/>
          </ac:cxnSpMkLst>
        </pc:cxnChg>
        <pc:cxnChg chg="del">
          <ac:chgData name="Jonathan Mah" userId="5261b2f2f3e51194" providerId="LiveId" clId="{DB9BCF8B-E91B-491C-8171-92D39BBC1534}" dt="2026-02-18T16:34:52.192" v="465" actId="478"/>
          <ac:cxnSpMkLst>
            <pc:docMk/>
            <pc:sldMk cId="2539197924" sldId="519"/>
            <ac:cxnSpMk id="21" creationId="{BBAE8B24-1ACE-A200-1098-5BDC2ED2EA66}"/>
          </ac:cxnSpMkLst>
        </pc:cxnChg>
        <pc:cxnChg chg="del">
          <ac:chgData name="Jonathan Mah" userId="5261b2f2f3e51194" providerId="LiveId" clId="{DB9BCF8B-E91B-491C-8171-92D39BBC1534}" dt="2026-02-18T16:34:52.192" v="465" actId="478"/>
          <ac:cxnSpMkLst>
            <pc:docMk/>
            <pc:sldMk cId="2539197924" sldId="519"/>
            <ac:cxnSpMk id="22" creationId="{C547E402-3D13-D679-5AFA-45D1BBFD42F9}"/>
          </ac:cxnSpMkLst>
        </pc:cxnChg>
        <pc:cxnChg chg="del">
          <ac:chgData name="Jonathan Mah" userId="5261b2f2f3e51194" providerId="LiveId" clId="{DB9BCF8B-E91B-491C-8171-92D39BBC1534}" dt="2026-02-18T16:34:52.192" v="465" actId="478"/>
          <ac:cxnSpMkLst>
            <pc:docMk/>
            <pc:sldMk cId="2539197924" sldId="519"/>
            <ac:cxnSpMk id="48" creationId="{7E05FCDB-E30F-ADA8-EF61-F05F91E8253B}"/>
          </ac:cxnSpMkLst>
        </pc:cxnChg>
        <pc:cxnChg chg="del">
          <ac:chgData name="Jonathan Mah" userId="5261b2f2f3e51194" providerId="LiveId" clId="{DB9BCF8B-E91B-491C-8171-92D39BBC1534}" dt="2026-02-18T16:34:52.192" v="465" actId="478"/>
          <ac:cxnSpMkLst>
            <pc:docMk/>
            <pc:sldMk cId="2539197924" sldId="519"/>
            <ac:cxnSpMk id="54" creationId="{F1906E9E-309B-4EDC-F885-BD46DE6D6E7A}"/>
          </ac:cxnSpMkLst>
        </pc:cxnChg>
        <pc:cxnChg chg="del">
          <ac:chgData name="Jonathan Mah" userId="5261b2f2f3e51194" providerId="LiveId" clId="{DB9BCF8B-E91B-491C-8171-92D39BBC1534}" dt="2026-02-18T16:34:52.192" v="465" actId="478"/>
          <ac:cxnSpMkLst>
            <pc:docMk/>
            <pc:sldMk cId="2539197924" sldId="519"/>
            <ac:cxnSpMk id="72" creationId="{9BEB3BB2-8607-6F40-DE36-024E33EE9A8E}"/>
          </ac:cxnSpMkLst>
        </pc:cxnChg>
        <pc:cxnChg chg="del">
          <ac:chgData name="Jonathan Mah" userId="5261b2f2f3e51194" providerId="LiveId" clId="{DB9BCF8B-E91B-491C-8171-92D39BBC1534}" dt="2026-02-18T16:34:52.192" v="465" actId="478"/>
          <ac:cxnSpMkLst>
            <pc:docMk/>
            <pc:sldMk cId="2539197924" sldId="519"/>
            <ac:cxnSpMk id="563" creationId="{A4D82A3A-63E2-70A7-99DC-25D4EAAA361D}"/>
          </ac:cxnSpMkLst>
        </pc:cxnChg>
        <pc:cxnChg chg="del">
          <ac:chgData name="Jonathan Mah" userId="5261b2f2f3e51194" providerId="LiveId" clId="{DB9BCF8B-E91B-491C-8171-92D39BBC1534}" dt="2026-02-18T16:34:52.192" v="465" actId="478"/>
          <ac:cxnSpMkLst>
            <pc:docMk/>
            <pc:sldMk cId="2539197924" sldId="519"/>
            <ac:cxnSpMk id="564" creationId="{92AB7E51-6B73-31D9-1E2B-9AA51A738A86}"/>
          </ac:cxnSpMkLst>
        </pc:cxnChg>
        <pc:cxnChg chg="del">
          <ac:chgData name="Jonathan Mah" userId="5261b2f2f3e51194" providerId="LiveId" clId="{DB9BCF8B-E91B-491C-8171-92D39BBC1534}" dt="2026-02-18T16:34:52.192" v="465" actId="478"/>
          <ac:cxnSpMkLst>
            <pc:docMk/>
            <pc:sldMk cId="2539197924" sldId="519"/>
            <ac:cxnSpMk id="565" creationId="{60DF7A18-5931-15B4-8B33-C19A2F8E2D88}"/>
          </ac:cxnSpMkLst>
        </pc:cxnChg>
        <pc:cxnChg chg="del">
          <ac:chgData name="Jonathan Mah" userId="5261b2f2f3e51194" providerId="LiveId" clId="{DB9BCF8B-E91B-491C-8171-92D39BBC1534}" dt="2026-02-18T16:34:49.459" v="464" actId="478"/>
          <ac:cxnSpMkLst>
            <pc:docMk/>
            <pc:sldMk cId="2539197924" sldId="519"/>
            <ac:cxnSpMk id="569" creationId="{30095496-4744-3706-EFDA-6D289305A80A}"/>
          </ac:cxnSpMkLst>
        </pc:cxnChg>
        <pc:cxnChg chg="del">
          <ac:chgData name="Jonathan Mah" userId="5261b2f2f3e51194" providerId="LiveId" clId="{DB9BCF8B-E91B-491C-8171-92D39BBC1534}" dt="2026-02-18T16:34:49.459" v="464" actId="478"/>
          <ac:cxnSpMkLst>
            <pc:docMk/>
            <pc:sldMk cId="2539197924" sldId="519"/>
            <ac:cxnSpMk id="575" creationId="{8953C9AF-5B6E-AD64-7D9E-D1CBEAB133DC}"/>
          </ac:cxnSpMkLst>
        </pc:cxnChg>
        <pc:cxnChg chg="del">
          <ac:chgData name="Jonathan Mah" userId="5261b2f2f3e51194" providerId="LiveId" clId="{DB9BCF8B-E91B-491C-8171-92D39BBC1534}" dt="2026-02-18T16:34:49.459" v="464" actId="478"/>
          <ac:cxnSpMkLst>
            <pc:docMk/>
            <pc:sldMk cId="2539197924" sldId="519"/>
            <ac:cxnSpMk id="577" creationId="{ACB59257-2B9D-0219-8E78-ECC5EFA55F7B}"/>
          </ac:cxnSpMkLst>
        </pc:cxnChg>
        <pc:cxnChg chg="del">
          <ac:chgData name="Jonathan Mah" userId="5261b2f2f3e51194" providerId="LiveId" clId="{DB9BCF8B-E91B-491C-8171-92D39BBC1534}" dt="2026-02-18T16:34:49.459" v="464" actId="478"/>
          <ac:cxnSpMkLst>
            <pc:docMk/>
            <pc:sldMk cId="2539197924" sldId="519"/>
            <ac:cxnSpMk id="578" creationId="{A039F1EE-DF4E-6056-E796-4D643256C21C}"/>
          </ac:cxnSpMkLst>
        </pc:cxnChg>
        <pc:cxnChg chg="del">
          <ac:chgData name="Jonathan Mah" userId="5261b2f2f3e51194" providerId="LiveId" clId="{DB9BCF8B-E91B-491C-8171-92D39BBC1534}" dt="2026-02-18T16:34:49.459" v="464" actId="478"/>
          <ac:cxnSpMkLst>
            <pc:docMk/>
            <pc:sldMk cId="2539197924" sldId="519"/>
            <ac:cxnSpMk id="581" creationId="{01431DA3-28E0-4B20-92E4-CCB4FBB8EFA5}"/>
          </ac:cxnSpMkLst>
        </pc:cxnChg>
        <pc:cxnChg chg="del">
          <ac:chgData name="Jonathan Mah" userId="5261b2f2f3e51194" providerId="LiveId" clId="{DB9BCF8B-E91B-491C-8171-92D39BBC1534}" dt="2026-02-18T16:34:49.459" v="464" actId="478"/>
          <ac:cxnSpMkLst>
            <pc:docMk/>
            <pc:sldMk cId="2539197924" sldId="519"/>
            <ac:cxnSpMk id="589" creationId="{FE259602-D0E7-2CEF-B60E-B6173AD53427}"/>
          </ac:cxnSpMkLst>
        </pc:cxnChg>
        <pc:cxnChg chg="del">
          <ac:chgData name="Jonathan Mah" userId="5261b2f2f3e51194" providerId="LiveId" clId="{DB9BCF8B-E91B-491C-8171-92D39BBC1534}" dt="2026-02-18T16:34:49.459" v="464" actId="478"/>
          <ac:cxnSpMkLst>
            <pc:docMk/>
            <pc:sldMk cId="2539197924" sldId="519"/>
            <ac:cxnSpMk id="591" creationId="{09DA6544-1E7A-ACC1-227D-10D8EEE4E3D0}"/>
          </ac:cxnSpMkLst>
        </pc:cxnChg>
        <pc:cxnChg chg="del">
          <ac:chgData name="Jonathan Mah" userId="5261b2f2f3e51194" providerId="LiveId" clId="{DB9BCF8B-E91B-491C-8171-92D39BBC1534}" dt="2026-02-18T16:34:49.459" v="464" actId="478"/>
          <ac:cxnSpMkLst>
            <pc:docMk/>
            <pc:sldMk cId="2539197924" sldId="519"/>
            <ac:cxnSpMk id="592" creationId="{C33638A5-83E3-C38D-7FA5-A29EC873D6EB}"/>
          </ac:cxnSpMkLst>
        </pc:cxnChg>
        <pc:cxnChg chg="del">
          <ac:chgData name="Jonathan Mah" userId="5261b2f2f3e51194" providerId="LiveId" clId="{DB9BCF8B-E91B-491C-8171-92D39BBC1534}" dt="2026-02-18T16:34:49.459" v="464" actId="478"/>
          <ac:cxnSpMkLst>
            <pc:docMk/>
            <pc:sldMk cId="2539197924" sldId="519"/>
            <ac:cxnSpMk id="598" creationId="{F9CF0472-0A7D-E7F2-022A-31C6594F694B}"/>
          </ac:cxnSpMkLst>
        </pc:cxnChg>
        <pc:cxnChg chg="del">
          <ac:chgData name="Jonathan Mah" userId="5261b2f2f3e51194" providerId="LiveId" clId="{DB9BCF8B-E91B-491C-8171-92D39BBC1534}" dt="2026-02-18T16:34:49.459" v="464" actId="478"/>
          <ac:cxnSpMkLst>
            <pc:docMk/>
            <pc:sldMk cId="2539197924" sldId="519"/>
            <ac:cxnSpMk id="604" creationId="{1F937A88-0507-4641-7DA3-E4E1973FD02C}"/>
          </ac:cxnSpMkLst>
        </pc:cxnChg>
      </pc:sldChg>
      <pc:sldChg chg="delSp modSp add mod">
        <pc:chgData name="Jonathan Mah" userId="5261b2f2f3e51194" providerId="LiveId" clId="{DB9BCF8B-E91B-491C-8171-92D39BBC1534}" dt="2026-02-18T16:43:54.101" v="724" actId="1035"/>
        <pc:sldMkLst>
          <pc:docMk/>
          <pc:sldMk cId="1175831132" sldId="520"/>
        </pc:sldMkLst>
        <pc:spChg chg="mod">
          <ac:chgData name="Jonathan Mah" userId="5261b2f2f3e51194" providerId="LiveId" clId="{DB9BCF8B-E91B-491C-8171-92D39BBC1534}" dt="2026-02-18T16:43:54.101" v="724" actId="1035"/>
          <ac:spMkLst>
            <pc:docMk/>
            <pc:sldMk cId="1175831132" sldId="520"/>
            <ac:spMk id="538" creationId="{746EBC25-B703-1140-5D8C-63FE70657B4B}"/>
          </ac:spMkLst>
        </pc:spChg>
        <pc:spChg chg="mod">
          <ac:chgData name="Jonathan Mah" userId="5261b2f2f3e51194" providerId="LiveId" clId="{DB9BCF8B-E91B-491C-8171-92D39BBC1534}" dt="2026-02-18T16:43:54.101" v="724" actId="1035"/>
          <ac:spMkLst>
            <pc:docMk/>
            <pc:sldMk cId="1175831132" sldId="520"/>
            <ac:spMk id="539" creationId="{CC191566-D824-BF34-3DD4-7CDF5A6A1946}"/>
          </ac:spMkLst>
        </pc:spChg>
        <pc:spChg chg="mod">
          <ac:chgData name="Jonathan Mah" userId="5261b2f2f3e51194" providerId="LiveId" clId="{DB9BCF8B-E91B-491C-8171-92D39BBC1534}" dt="2026-02-18T16:43:54.101" v="724" actId="1035"/>
          <ac:spMkLst>
            <pc:docMk/>
            <pc:sldMk cId="1175831132" sldId="520"/>
            <ac:spMk id="540" creationId="{8F7549B5-C855-375E-5695-875B8385BDAD}"/>
          </ac:spMkLst>
        </pc:spChg>
        <pc:spChg chg="del">
          <ac:chgData name="Jonathan Mah" userId="5261b2f2f3e51194" providerId="LiveId" clId="{DB9BCF8B-E91B-491C-8171-92D39BBC1534}" dt="2026-02-18T16:42:15.232" v="632" actId="478"/>
          <ac:spMkLst>
            <pc:docMk/>
            <pc:sldMk cId="1175831132" sldId="520"/>
            <ac:spMk id="541" creationId="{C354F10F-6EA2-53FE-F903-741739E9BFA2}"/>
          </ac:spMkLst>
        </pc:spChg>
        <pc:cxnChg chg="mod">
          <ac:chgData name="Jonathan Mah" userId="5261b2f2f3e51194" providerId="LiveId" clId="{DB9BCF8B-E91B-491C-8171-92D39BBC1534}" dt="2026-02-18T16:42:38.704" v="690" actId="14100"/>
          <ac:cxnSpMkLst>
            <pc:docMk/>
            <pc:sldMk cId="1175831132" sldId="520"/>
            <ac:cxnSpMk id="21" creationId="{E4775840-1379-B73C-277F-308C1E998407}"/>
          </ac:cxnSpMkLst>
        </pc:cxnChg>
        <pc:cxnChg chg="mod">
          <ac:chgData name="Jonathan Mah" userId="5261b2f2f3e51194" providerId="LiveId" clId="{DB9BCF8B-E91B-491C-8171-92D39BBC1534}" dt="2026-02-18T16:42:23.067" v="677" actId="1036"/>
          <ac:cxnSpMkLst>
            <pc:docMk/>
            <pc:sldMk cId="1175831132" sldId="520"/>
            <ac:cxnSpMk id="43" creationId="{7EF41AAB-D23D-D8ED-5FD8-B6E89769AF22}"/>
          </ac:cxnSpMkLst>
        </pc:cxnChg>
        <pc:cxnChg chg="del">
          <ac:chgData name="Jonathan Mah" userId="5261b2f2f3e51194" providerId="LiveId" clId="{DB9BCF8B-E91B-491C-8171-92D39BBC1534}" dt="2026-02-18T16:42:17.285" v="633" actId="478"/>
          <ac:cxnSpMkLst>
            <pc:docMk/>
            <pc:sldMk cId="1175831132" sldId="520"/>
            <ac:cxnSpMk id="44" creationId="{E6DAD652-6849-7E5D-F538-FDBA0A926C83}"/>
          </ac:cxnSpMkLst>
        </pc:cxnChg>
        <pc:cxnChg chg="mod">
          <ac:chgData name="Jonathan Mah" userId="5261b2f2f3e51194" providerId="LiveId" clId="{DB9BCF8B-E91B-491C-8171-92D39BBC1534}" dt="2026-02-18T16:42:44.407" v="694" actId="14100"/>
          <ac:cxnSpMkLst>
            <pc:docMk/>
            <pc:sldMk cId="1175831132" sldId="520"/>
            <ac:cxnSpMk id="54" creationId="{6662EE24-0966-4A15-9ABA-76F9F32A6687}"/>
          </ac:cxnSpMkLst>
        </pc:cxnChg>
        <pc:cxnChg chg="del">
          <ac:chgData name="Jonathan Mah" userId="5261b2f2f3e51194" providerId="LiveId" clId="{DB9BCF8B-E91B-491C-8171-92D39BBC1534}" dt="2026-02-18T16:42:41.407" v="692" actId="478"/>
          <ac:cxnSpMkLst>
            <pc:docMk/>
            <pc:sldMk cId="1175831132" sldId="520"/>
            <ac:cxnSpMk id="559" creationId="{A355DD90-4748-9B7A-635E-8FC8503E3709}"/>
          </ac:cxnSpMkLst>
        </pc:cxnChg>
        <pc:cxnChg chg="del">
          <ac:chgData name="Jonathan Mah" userId="5261b2f2f3e51194" providerId="LiveId" clId="{DB9BCF8B-E91B-491C-8171-92D39BBC1534}" dt="2026-02-18T16:42:40.543" v="691" actId="478"/>
          <ac:cxnSpMkLst>
            <pc:docMk/>
            <pc:sldMk cId="1175831132" sldId="520"/>
            <ac:cxnSpMk id="560" creationId="{99F3A277-4648-34A3-558B-A4FA7B12C24E}"/>
          </ac:cxnSpMkLst>
        </pc:cxnChg>
        <pc:cxnChg chg="del">
          <ac:chgData name="Jonathan Mah" userId="5261b2f2f3e51194" providerId="LiveId" clId="{DB9BCF8B-E91B-491C-8171-92D39BBC1534}" dt="2026-02-18T16:42:41.759" v="693" actId="478"/>
          <ac:cxnSpMkLst>
            <pc:docMk/>
            <pc:sldMk cId="1175831132" sldId="520"/>
            <ac:cxnSpMk id="562" creationId="{3CA975A0-456C-CE5B-275C-A96FB8226406}"/>
          </ac:cxnSpMkLst>
        </pc:cxnChg>
        <pc:cxnChg chg="mod">
          <ac:chgData name="Jonathan Mah" userId="5261b2f2f3e51194" providerId="LiveId" clId="{DB9BCF8B-E91B-491C-8171-92D39BBC1534}" dt="2026-02-18T16:43:14.551" v="702" actId="14100"/>
          <ac:cxnSpMkLst>
            <pc:docMk/>
            <pc:sldMk cId="1175831132" sldId="520"/>
            <ac:cxnSpMk id="563" creationId="{63C8FDA3-3D40-8C03-5A78-CA5584CAF2B8}"/>
          </ac:cxnSpMkLst>
        </pc:cxnChg>
        <pc:cxnChg chg="mod">
          <ac:chgData name="Jonathan Mah" userId="5261b2f2f3e51194" providerId="LiveId" clId="{DB9BCF8B-E91B-491C-8171-92D39BBC1534}" dt="2026-02-18T16:42:33.784" v="689" actId="14100"/>
          <ac:cxnSpMkLst>
            <pc:docMk/>
            <pc:sldMk cId="1175831132" sldId="520"/>
            <ac:cxnSpMk id="564" creationId="{72A17520-9A96-D491-217A-A04EC424A641}"/>
          </ac:cxnSpMkLst>
        </pc:cxnChg>
        <pc:cxnChg chg="mod">
          <ac:chgData name="Jonathan Mah" userId="5261b2f2f3e51194" providerId="LiveId" clId="{DB9BCF8B-E91B-491C-8171-92D39BBC1534}" dt="2026-02-18T16:42:33.784" v="689" actId="14100"/>
          <ac:cxnSpMkLst>
            <pc:docMk/>
            <pc:sldMk cId="1175831132" sldId="520"/>
            <ac:cxnSpMk id="565" creationId="{F3063353-C777-BA39-C005-2A466E4F78E0}"/>
          </ac:cxnSpMkLst>
        </pc:cxnChg>
      </pc:sldChg>
      <pc:sldChg chg="addSp delSp modSp new mod">
        <pc:chgData name="Jonathan Mah" userId="5261b2f2f3e51194" providerId="LiveId" clId="{DB9BCF8B-E91B-491C-8171-92D39BBC1534}" dt="2026-02-18T20:31:21.875" v="1063" actId="1037"/>
        <pc:sldMkLst>
          <pc:docMk/>
          <pc:sldMk cId="2504765150" sldId="521"/>
        </pc:sldMkLst>
        <pc:spChg chg="del">
          <ac:chgData name="Jonathan Mah" userId="5261b2f2f3e51194" providerId="LiveId" clId="{DB9BCF8B-E91B-491C-8171-92D39BBC1534}" dt="2026-02-18T20:30:48.263" v="1031" actId="478"/>
          <ac:spMkLst>
            <pc:docMk/>
            <pc:sldMk cId="2504765150" sldId="521"/>
            <ac:spMk id="2" creationId="{FE740FEC-8171-B794-97E4-E85B58A7F458}"/>
          </ac:spMkLst>
        </pc:spChg>
        <pc:spChg chg="del">
          <ac:chgData name="Jonathan Mah" userId="5261b2f2f3e51194" providerId="LiveId" clId="{DB9BCF8B-E91B-491C-8171-92D39BBC1534}" dt="2026-02-18T20:30:48.263" v="1031" actId="478"/>
          <ac:spMkLst>
            <pc:docMk/>
            <pc:sldMk cId="2504765150" sldId="521"/>
            <ac:spMk id="3" creationId="{0F4725B9-1C9D-404B-6F34-D856E1F1FE18}"/>
          </ac:spMkLst>
        </pc:spChg>
        <pc:spChg chg="add mod">
          <ac:chgData name="Jonathan Mah" userId="5261b2f2f3e51194" providerId="LiveId" clId="{DB9BCF8B-E91B-491C-8171-92D39BBC1534}" dt="2026-02-18T20:30:54.951" v="1034"/>
          <ac:spMkLst>
            <pc:docMk/>
            <pc:sldMk cId="2504765150" sldId="521"/>
            <ac:spMk id="4" creationId="{938C211B-7F27-04D0-AEF3-A99829D8F0B0}"/>
          </ac:spMkLst>
        </pc:spChg>
        <pc:spChg chg="add mod">
          <ac:chgData name="Jonathan Mah" userId="5261b2f2f3e51194" providerId="LiveId" clId="{DB9BCF8B-E91B-491C-8171-92D39BBC1534}" dt="2026-02-18T20:30:54.951" v="1034"/>
          <ac:spMkLst>
            <pc:docMk/>
            <pc:sldMk cId="2504765150" sldId="521"/>
            <ac:spMk id="5" creationId="{9344E134-DB25-1435-1F80-AE9EC97A1CAD}"/>
          </ac:spMkLst>
        </pc:spChg>
        <pc:spChg chg="add mod">
          <ac:chgData name="Jonathan Mah" userId="5261b2f2f3e51194" providerId="LiveId" clId="{DB9BCF8B-E91B-491C-8171-92D39BBC1534}" dt="2026-02-18T20:30:54.951" v="1034"/>
          <ac:spMkLst>
            <pc:docMk/>
            <pc:sldMk cId="2504765150" sldId="521"/>
            <ac:spMk id="6" creationId="{D100421F-DBCB-1115-3C97-63A846250854}"/>
          </ac:spMkLst>
        </pc:spChg>
        <pc:spChg chg="add mod">
          <ac:chgData name="Jonathan Mah" userId="5261b2f2f3e51194" providerId="LiveId" clId="{DB9BCF8B-E91B-491C-8171-92D39BBC1534}" dt="2026-02-18T20:30:54.951" v="1034"/>
          <ac:spMkLst>
            <pc:docMk/>
            <pc:sldMk cId="2504765150" sldId="521"/>
            <ac:spMk id="7" creationId="{5DC75018-13AE-91AF-ADF2-52005CAF8B08}"/>
          </ac:spMkLst>
        </pc:spChg>
        <pc:spChg chg="add mod">
          <ac:chgData name="Jonathan Mah" userId="5261b2f2f3e51194" providerId="LiveId" clId="{DB9BCF8B-E91B-491C-8171-92D39BBC1534}" dt="2026-02-18T20:30:54.951" v="1034"/>
          <ac:spMkLst>
            <pc:docMk/>
            <pc:sldMk cId="2504765150" sldId="521"/>
            <ac:spMk id="8" creationId="{F4F296B7-A555-E66D-5A23-03DE708F05A4}"/>
          </ac:spMkLst>
        </pc:spChg>
        <pc:picChg chg="add mod ord">
          <ac:chgData name="Jonathan Mah" userId="5261b2f2f3e51194" providerId="LiveId" clId="{DB9BCF8B-E91B-491C-8171-92D39BBC1534}" dt="2026-02-18T20:31:21.875" v="1063" actId="1037"/>
          <ac:picMkLst>
            <pc:docMk/>
            <pc:sldMk cId="2504765150" sldId="521"/>
            <ac:picMk id="10" creationId="{D670D136-D4B1-2F03-CA3A-B0F61CBF5C84}"/>
          </ac:picMkLst>
        </pc:picChg>
      </pc:sldChg>
      <pc:sldChg chg="addSp delSp modSp new mod">
        <pc:chgData name="Jonathan Mah" userId="5261b2f2f3e51194" providerId="LiveId" clId="{DB9BCF8B-E91B-491C-8171-92D39BBC1534}" dt="2026-02-18T20:33:11.663" v="1105" actId="1036"/>
        <pc:sldMkLst>
          <pc:docMk/>
          <pc:sldMk cId="2894852093" sldId="522"/>
        </pc:sldMkLst>
        <pc:spChg chg="del">
          <ac:chgData name="Jonathan Mah" userId="5261b2f2f3e51194" providerId="LiveId" clId="{DB9BCF8B-E91B-491C-8171-92D39BBC1534}" dt="2026-02-18T20:30:51.155" v="1032" actId="478"/>
          <ac:spMkLst>
            <pc:docMk/>
            <pc:sldMk cId="2894852093" sldId="522"/>
            <ac:spMk id="2" creationId="{CA230864-D7EF-047C-636E-E1CC06C3A79D}"/>
          </ac:spMkLst>
        </pc:spChg>
        <pc:spChg chg="del">
          <ac:chgData name="Jonathan Mah" userId="5261b2f2f3e51194" providerId="LiveId" clId="{DB9BCF8B-E91B-491C-8171-92D39BBC1534}" dt="2026-02-18T20:30:51.155" v="1032" actId="478"/>
          <ac:spMkLst>
            <pc:docMk/>
            <pc:sldMk cId="2894852093" sldId="522"/>
            <ac:spMk id="3" creationId="{3B14D8B4-0312-09FF-1C0B-15DC6F339BE3}"/>
          </ac:spMkLst>
        </pc:spChg>
        <pc:spChg chg="add mod">
          <ac:chgData name="Jonathan Mah" userId="5261b2f2f3e51194" providerId="LiveId" clId="{DB9BCF8B-E91B-491C-8171-92D39BBC1534}" dt="2026-02-18T20:31:57.003" v="1067" actId="1076"/>
          <ac:spMkLst>
            <pc:docMk/>
            <pc:sldMk cId="2894852093" sldId="522"/>
            <ac:spMk id="6" creationId="{EAC25682-A468-3625-F9BB-33F9F61D918D}"/>
          </ac:spMkLst>
        </pc:spChg>
        <pc:spChg chg="add mod">
          <ac:chgData name="Jonathan Mah" userId="5261b2f2f3e51194" providerId="LiveId" clId="{DB9BCF8B-E91B-491C-8171-92D39BBC1534}" dt="2026-02-18T20:32:50.117" v="1087" actId="20577"/>
          <ac:spMkLst>
            <pc:docMk/>
            <pc:sldMk cId="2894852093" sldId="522"/>
            <ac:spMk id="7" creationId="{B8817412-12F7-1447-9593-A0CAF4908849}"/>
          </ac:spMkLst>
        </pc:spChg>
        <pc:spChg chg="add mod">
          <ac:chgData name="Jonathan Mah" userId="5261b2f2f3e51194" providerId="LiveId" clId="{DB9BCF8B-E91B-491C-8171-92D39BBC1534}" dt="2026-02-18T20:32:33.951" v="1081" actId="20577"/>
          <ac:spMkLst>
            <pc:docMk/>
            <pc:sldMk cId="2894852093" sldId="522"/>
            <ac:spMk id="8" creationId="{AC0D3E83-66BE-E4E0-EF18-4D6B4394B56D}"/>
          </ac:spMkLst>
        </pc:spChg>
        <pc:spChg chg="add mod">
          <ac:chgData name="Jonathan Mah" userId="5261b2f2f3e51194" providerId="LiveId" clId="{DB9BCF8B-E91B-491C-8171-92D39BBC1534}" dt="2026-02-18T20:32:52.089" v="1089" actId="20577"/>
          <ac:spMkLst>
            <pc:docMk/>
            <pc:sldMk cId="2894852093" sldId="522"/>
            <ac:spMk id="9" creationId="{7FE14739-3450-D753-B1BB-A529E89411D5}"/>
          </ac:spMkLst>
        </pc:spChg>
        <pc:spChg chg="add mod">
          <ac:chgData name="Jonathan Mah" userId="5261b2f2f3e51194" providerId="LiveId" clId="{DB9BCF8B-E91B-491C-8171-92D39BBC1534}" dt="2026-02-18T20:32:43.347" v="1083" actId="20577"/>
          <ac:spMkLst>
            <pc:docMk/>
            <pc:sldMk cId="2894852093" sldId="522"/>
            <ac:spMk id="10" creationId="{52580E5F-CFD2-E539-280F-77030BB39933}"/>
          </ac:spMkLst>
        </pc:spChg>
        <pc:spChg chg="add mod">
          <ac:chgData name="Jonathan Mah" userId="5261b2f2f3e51194" providerId="LiveId" clId="{DB9BCF8B-E91B-491C-8171-92D39BBC1534}" dt="2026-02-18T20:32:54.756" v="1091" actId="20577"/>
          <ac:spMkLst>
            <pc:docMk/>
            <pc:sldMk cId="2894852093" sldId="522"/>
            <ac:spMk id="11" creationId="{E593E463-A8EF-4705-ABD8-B0DF507FBBE0}"/>
          </ac:spMkLst>
        </pc:spChg>
        <pc:spChg chg="add mod">
          <ac:chgData name="Jonathan Mah" userId="5261b2f2f3e51194" providerId="LiveId" clId="{DB9BCF8B-E91B-491C-8171-92D39BBC1534}" dt="2026-02-18T20:33:11.663" v="1105" actId="1036"/>
          <ac:spMkLst>
            <pc:docMk/>
            <pc:sldMk cId="2894852093" sldId="522"/>
            <ac:spMk id="12" creationId="{3B16B80D-7BB0-9F42-A6BF-D2B56ABA1085}"/>
          </ac:spMkLst>
        </pc:spChg>
        <pc:spChg chg="add mod">
          <ac:chgData name="Jonathan Mah" userId="5261b2f2f3e51194" providerId="LiveId" clId="{DB9BCF8B-E91B-491C-8171-92D39BBC1534}" dt="2026-02-18T20:33:11.663" v="1105" actId="1036"/>
          <ac:spMkLst>
            <pc:docMk/>
            <pc:sldMk cId="2894852093" sldId="522"/>
            <ac:spMk id="13" creationId="{AF476960-00D8-93A1-C8B3-0CD3383A89BA}"/>
          </ac:spMkLst>
        </pc:spChg>
        <pc:picChg chg="add mod">
          <ac:chgData name="Jonathan Mah" userId="5261b2f2f3e51194" providerId="LiveId" clId="{DB9BCF8B-E91B-491C-8171-92D39BBC1534}" dt="2026-02-18T20:32:05.648" v="1072" actId="1076"/>
          <ac:picMkLst>
            <pc:docMk/>
            <pc:sldMk cId="2894852093" sldId="522"/>
            <ac:picMk id="5" creationId="{E3B42699-5452-3B8E-2E31-DE2F809ED7CC}"/>
          </ac:picMkLst>
        </pc:picChg>
      </pc:sldChg>
      <pc:sldChg chg="addSp delSp modSp new mod">
        <pc:chgData name="Jonathan Mah" userId="5261b2f2f3e51194" providerId="LiveId" clId="{DB9BCF8B-E91B-491C-8171-92D39BBC1534}" dt="2026-02-18T20:34:24.213" v="1113" actId="20577"/>
        <pc:sldMkLst>
          <pc:docMk/>
          <pc:sldMk cId="3642263179" sldId="523"/>
        </pc:sldMkLst>
        <pc:spChg chg="del">
          <ac:chgData name="Jonathan Mah" userId="5261b2f2f3e51194" providerId="LiveId" clId="{DB9BCF8B-E91B-491C-8171-92D39BBC1534}" dt="2026-02-18T20:30:53.139" v="1033" actId="478"/>
          <ac:spMkLst>
            <pc:docMk/>
            <pc:sldMk cId="3642263179" sldId="523"/>
            <ac:spMk id="2" creationId="{C14690CD-3ADC-BFF1-BC02-56BC918A40F2}"/>
          </ac:spMkLst>
        </pc:spChg>
        <pc:spChg chg="del">
          <ac:chgData name="Jonathan Mah" userId="5261b2f2f3e51194" providerId="LiveId" clId="{DB9BCF8B-E91B-491C-8171-92D39BBC1534}" dt="2026-02-18T20:30:53.139" v="1033" actId="478"/>
          <ac:spMkLst>
            <pc:docMk/>
            <pc:sldMk cId="3642263179" sldId="523"/>
            <ac:spMk id="3" creationId="{583F66E2-C2BF-BAF5-F96F-8547E788C88A}"/>
          </ac:spMkLst>
        </pc:spChg>
        <pc:spChg chg="add mod">
          <ac:chgData name="Jonathan Mah" userId="5261b2f2f3e51194" providerId="LiveId" clId="{DB9BCF8B-E91B-491C-8171-92D39BBC1534}" dt="2026-02-18T20:34:11.820" v="1109" actId="1076"/>
          <ac:spMkLst>
            <pc:docMk/>
            <pc:sldMk cId="3642263179" sldId="523"/>
            <ac:spMk id="6" creationId="{11BE9840-55BF-98DB-FAAD-64983898E0D7}"/>
          </ac:spMkLst>
        </pc:spChg>
        <pc:spChg chg="add mod">
          <ac:chgData name="Jonathan Mah" userId="5261b2f2f3e51194" providerId="LiveId" clId="{DB9BCF8B-E91B-491C-8171-92D39BBC1534}" dt="2026-02-18T20:34:24.213" v="1113" actId="20577"/>
          <ac:spMkLst>
            <pc:docMk/>
            <pc:sldMk cId="3642263179" sldId="523"/>
            <ac:spMk id="7" creationId="{0488E419-EC36-1325-1D4E-BAE2FCF27872}"/>
          </ac:spMkLst>
        </pc:spChg>
        <pc:picChg chg="add mod">
          <ac:chgData name="Jonathan Mah" userId="5261b2f2f3e51194" providerId="LiveId" clId="{DB9BCF8B-E91B-491C-8171-92D39BBC1534}" dt="2026-02-18T20:34:05.406" v="1107" actId="1076"/>
          <ac:picMkLst>
            <pc:docMk/>
            <pc:sldMk cId="3642263179" sldId="523"/>
            <ac:picMk id="5" creationId="{7D691359-37D7-F22A-13EA-E21EA4B3007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2/18/2026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2/18/2026</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F6F61-AB29-7075-D7C8-437A2F032DC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073A758-AD01-5568-50C1-E802E9F38FC6}"/>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CC327EEF-0529-01A2-96C1-1112C86BD8E4}"/>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380D9614-4510-0864-F94D-B484976412BA}"/>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25C8768A-CB38-875A-F011-4057870A949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CFC2B97B-9297-18CB-D1CF-7F91337C4D3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B6A6B7B0-CE2A-230B-9623-AB52DB3A91B4}"/>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66F72014-7735-F110-8F2C-DDADD6034661}"/>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38484FD3-5F6C-0925-5687-65B7DE3A8D4B}"/>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237A663B-CE85-0E0B-4367-F798BD1A7215}"/>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4B1D28E-ADD2-99DC-F199-D1EBF99FD561}"/>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32F8B222-F6EF-F534-8BBC-878C5323C4E0}"/>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F9861A58-BA9A-3F5F-7809-F89622229F5B}"/>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D60BE49-92BA-1736-E134-CB5501F51452}"/>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7EF41AAB-D23D-D8ED-5FD8-B6E89769AF22}"/>
              </a:ext>
            </a:extLst>
          </p:cNvPr>
          <p:cNvCxnSpPr/>
          <p:nvPr/>
        </p:nvCxnSpPr>
        <p:spPr>
          <a:xfrm>
            <a:off x="11811434" y="4983562"/>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C01A482F-F8D8-A5B5-E775-126BCF82A894}"/>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B4EF16F9-5D1E-3A7C-DB3D-E8DE70E0463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E504E19-78E5-34BE-1087-08C50BDC2050}"/>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F4835FB3-E2CF-6FAE-C19C-7C68BD921E39}"/>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2D6FA4A-BE56-295E-F502-D13A9F1DA652}"/>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AD0AC5-4EC9-36CE-6223-979C6639BF31}"/>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D7F4E93-3CFE-D6F0-8662-3D1CE9EDA9B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B0EE26D6-9032-ADC7-4309-FA053625418C}"/>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4775840-1379-B73C-277F-308C1E998407}"/>
              </a:ext>
            </a:extLst>
          </p:cNvPr>
          <p:cNvCxnSpPr>
            <a:cxnSpLocks/>
          </p:cNvCxnSpPr>
          <p:nvPr/>
        </p:nvCxnSpPr>
        <p:spPr>
          <a:xfrm>
            <a:off x="14754224" y="2169104"/>
            <a:ext cx="0" cy="2810325"/>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25D09361-5626-C5D2-41AE-2579CD67193D}"/>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141FD1E3-F7D3-498B-FDE7-79E79DEFD889}"/>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6662EE24-0966-4A15-9ABA-76F9F32A6687}"/>
              </a:ext>
            </a:extLst>
          </p:cNvPr>
          <p:cNvCxnSpPr>
            <a:cxnSpLocks/>
          </p:cNvCxnSpPr>
          <p:nvPr/>
        </p:nvCxnSpPr>
        <p:spPr>
          <a:xfrm>
            <a:off x="13846254" y="3859445"/>
            <a:ext cx="0" cy="1636220"/>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0F59FF4D-D9C7-DCAA-C9A2-89CFBA96E279}"/>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746EBC25-B703-1140-5D8C-63FE70657B4B}"/>
              </a:ext>
            </a:extLst>
          </p:cNvPr>
          <p:cNvSpPr txBox="1"/>
          <p:nvPr/>
        </p:nvSpPr>
        <p:spPr>
          <a:xfrm>
            <a:off x="11969204" y="2754087"/>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CC191566-D824-BF34-3DD4-7CDF5A6A1946}"/>
              </a:ext>
            </a:extLst>
          </p:cNvPr>
          <p:cNvSpPr txBox="1"/>
          <p:nvPr/>
        </p:nvSpPr>
        <p:spPr>
          <a:xfrm>
            <a:off x="11972838" y="3989766"/>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7549B5-C855-375E-5695-875B8385BDAD}"/>
              </a:ext>
            </a:extLst>
          </p:cNvPr>
          <p:cNvSpPr txBox="1"/>
          <p:nvPr/>
        </p:nvSpPr>
        <p:spPr>
          <a:xfrm>
            <a:off x="11965932" y="5043108"/>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4</a:t>
            </a:r>
          </a:p>
        </p:txBody>
      </p:sp>
      <p:sp>
        <p:nvSpPr>
          <p:cNvPr id="542" name="TextBox 541">
            <a:extLst>
              <a:ext uri="{FF2B5EF4-FFF2-40B4-BE49-F238E27FC236}">
                <a16:creationId xmlns:a16="http://schemas.microsoft.com/office/drawing/2014/main" id="{74219ED9-60FD-B676-3DF4-F670E5AF4FAA}"/>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E8605414-1468-6CF6-D212-18C172D701B9}"/>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19516C4D-6BC9-F323-616E-011BD4BEC79B}"/>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99C31A9F-8F9B-7DE2-BB91-E3400B77E5BD}"/>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DC7F233F-C20C-A5C8-E78D-C741091A48B2}"/>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4A2A6E1B-8005-D359-4719-FD4CCB743B26}"/>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85100364-D93B-1CC5-215F-A114732BF1EE}"/>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7C9E7A-235B-B691-4342-435DEE6E56BE}"/>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6D77E454-39E0-F233-9A9A-5DB67635A5C7}"/>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44B5CB0B-3B72-52C7-EAEE-F5488318C7C9}"/>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31F76691-DEDB-29B0-744D-3E77D9EEAA0E}"/>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636A18B2-A05D-46E6-61DC-F37E97DB2368}"/>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A62974F-B8D4-5EC1-C81A-C0949A6931A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63" name="Straight Connector 562">
            <a:extLst>
              <a:ext uri="{FF2B5EF4-FFF2-40B4-BE49-F238E27FC236}">
                <a16:creationId xmlns:a16="http://schemas.microsoft.com/office/drawing/2014/main" id="{63C8FDA3-3D40-8C03-5A78-CA5584CAF2B8}"/>
              </a:ext>
            </a:extLst>
          </p:cNvPr>
          <p:cNvCxnSpPr>
            <a:cxnSpLocks/>
          </p:cNvCxnSpPr>
          <p:nvPr/>
        </p:nvCxnSpPr>
        <p:spPr>
          <a:xfrm>
            <a:off x="14494193" y="4979429"/>
            <a:ext cx="562451"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2A17520-9A96-D491-217A-A04EC424A641}"/>
              </a:ext>
            </a:extLst>
          </p:cNvPr>
          <p:cNvCxnSpPr>
            <a:cxnSpLocks/>
          </p:cNvCxnSpPr>
          <p:nvPr/>
        </p:nvCxnSpPr>
        <p:spPr>
          <a:xfrm>
            <a:off x="14508479" y="4979429"/>
            <a:ext cx="715"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F3063353-C777-BA39-C005-2A466E4F78E0}"/>
              </a:ext>
            </a:extLst>
          </p:cNvPr>
          <p:cNvCxnSpPr>
            <a:cxnSpLocks/>
          </p:cNvCxnSpPr>
          <p:nvPr/>
        </p:nvCxnSpPr>
        <p:spPr>
          <a:xfrm>
            <a:off x="15039736" y="4979429"/>
            <a:ext cx="0"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591F0E25-E812-89A8-B29E-B3F8BC35CDF2}"/>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C255E7F-DE84-9672-9FDE-7125AB49B372}"/>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CAAA6B6-FE68-F247-EA5D-CFDEB7631D43}"/>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D72F5887-CF96-1245-6B0A-222D3B31A14C}"/>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0AAC2C0B-6FDD-9DC3-7382-17F7B043A3BF}"/>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9D4D9C8B-9DAE-8A70-13EE-90C15D11707A}"/>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2290C2D3-70DC-BB55-A0DC-52150AF4AB3E}"/>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570CF8B5-580C-6768-5715-8B5AE8F7D9A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4CCA1CB9-1454-7716-5A2D-5B6E858278E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571DB09E-57E9-BD1B-B135-A6E0606D013A}"/>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0330F0A0-582B-39E5-66C5-C3A0A30FA2D7}"/>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435BABEB-4ED8-4798-7705-207B098370B3}"/>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6C7F1B2F-E00E-105D-E8AB-A6588F1A12A0}"/>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48AE56E2-3B0A-3D98-DD34-89322262FEC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4093F8A4-5767-1427-147F-EAAD3F48A2D9}"/>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1D314D66-AECE-3E84-2B99-192C7C56DE1C}"/>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EF8761F3-9023-5468-34B6-F37E68E5BD0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3AE8CE7B-0430-204F-F93A-4AAA15EDF237}"/>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E5533CC7-BC15-D862-1B6B-803F6F0692F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6BE25A52-6494-5D31-C5AC-23F5FD26AF31}"/>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F5E9271-E3ED-AFF2-25D8-E2435F246B44}"/>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E5093D95-0C38-E311-822F-3E0CDDF9C939}"/>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890F30D2-1843-5FDA-F398-4EC548BE9A77}"/>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56EA568A-AA80-72B9-6C4C-1F593D3A26DB}"/>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7DDF46CF-3213-E1A2-B98E-6FE686197BB7}"/>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A3B7045-4017-DF36-FC99-EAD4D0B76896}"/>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FA88106F-E4D9-7178-87C0-3C55F769DBFF}"/>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664857B7-2F34-D750-A09A-1BD03D9734C2}"/>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89B15926-FCE3-7B7F-BB5F-C3EDDE4D8A29}"/>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5BEA52D0-EE81-8294-DFB3-98C64DA5A8EC}"/>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FAE37016-C56D-E274-1980-2A7F3CA710E7}"/>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338BFF52-FD34-C4C2-D820-F7FAE0DD70C6}"/>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A52C1960-2040-7ED4-147D-7F8F238A2B0C}"/>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0C809BA-E797-2904-B079-EECEC3D7D02A}"/>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B8107C3D-0A10-CD96-6CDE-F51E12C45BD5}"/>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C81C3D2C-45AF-DB11-574E-022E0974D959}"/>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1175831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2153-B9B4-51DE-93BC-886DFCCAFD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A8C81E-F4C0-A30D-B984-30575A1B4337}"/>
              </a:ext>
            </a:extLst>
          </p:cNvPr>
          <p:cNvSpPr txBox="1"/>
          <p:nvPr/>
        </p:nvSpPr>
        <p:spPr>
          <a:xfrm>
            <a:off x="9496097" y="26589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1E44EA0B-4A62-7B2A-CAFE-2CE0DD8A08F8}"/>
              </a:ext>
            </a:extLst>
          </p:cNvPr>
          <p:cNvSpPr/>
          <p:nvPr/>
        </p:nvSpPr>
        <p:spPr>
          <a:xfrm>
            <a:off x="9866723" y="3079691"/>
            <a:ext cx="914400"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7F48889B-861E-0B99-1828-64AB173F66BA}"/>
              </a:ext>
            </a:extLst>
          </p:cNvPr>
          <p:cNvSpPr/>
          <p:nvPr/>
        </p:nvSpPr>
        <p:spPr>
          <a:xfrm>
            <a:off x="9658120" y="545723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D99773AC-71BD-CEE9-8C33-A4188B93CEE7}"/>
              </a:ext>
            </a:extLst>
          </p:cNvPr>
          <p:cNvSpPr/>
          <p:nvPr/>
        </p:nvSpPr>
        <p:spPr>
          <a:xfrm>
            <a:off x="10083930" y="408905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173F076B-5882-EB69-6949-13CF2D4658C5}"/>
              </a:ext>
            </a:extLst>
          </p:cNvPr>
          <p:cNvCxnSpPr>
            <a:cxnSpLocks/>
          </p:cNvCxnSpPr>
          <p:nvPr/>
        </p:nvCxnSpPr>
        <p:spPr>
          <a:xfrm>
            <a:off x="9437729" y="31673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E98F14B-AC4B-D746-2103-DA8CBEFA20FE}"/>
              </a:ext>
            </a:extLst>
          </p:cNvPr>
          <p:cNvSpPr txBox="1"/>
          <p:nvPr/>
        </p:nvSpPr>
        <p:spPr>
          <a:xfrm rot="16200000">
            <a:off x="8634082" y="3993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DC58873A-7BF1-E8E8-C9C9-9B01071F2505}"/>
              </a:ext>
            </a:extLst>
          </p:cNvPr>
          <p:cNvSpPr txBox="1"/>
          <p:nvPr/>
        </p:nvSpPr>
        <p:spPr>
          <a:xfrm>
            <a:off x="8008983" y="3015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5E36B224-7503-FC57-C46E-1B2884BD0375}"/>
              </a:ext>
            </a:extLst>
          </p:cNvPr>
          <p:cNvSpPr txBox="1"/>
          <p:nvPr/>
        </p:nvSpPr>
        <p:spPr>
          <a:xfrm>
            <a:off x="8157787" y="52501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EDC9C40C-8734-7DDA-0266-0574D569AEBC}"/>
              </a:ext>
            </a:extLst>
          </p:cNvPr>
          <p:cNvSpPr txBox="1"/>
          <p:nvPr/>
        </p:nvSpPr>
        <p:spPr>
          <a:xfrm>
            <a:off x="8834593" y="22860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879476F8-B5C9-F07D-49DE-E697712D238A}"/>
              </a:ext>
            </a:extLst>
          </p:cNvPr>
          <p:cNvSpPr/>
          <p:nvPr/>
        </p:nvSpPr>
        <p:spPr>
          <a:xfrm>
            <a:off x="10817926" y="6478035"/>
            <a:ext cx="914400"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DEEFDD18-8E7D-6CAD-8596-80502ECB27B2}"/>
              </a:ext>
            </a:extLst>
          </p:cNvPr>
          <p:cNvSpPr/>
          <p:nvPr/>
        </p:nvSpPr>
        <p:spPr>
          <a:xfrm>
            <a:off x="11026428" y="6982269"/>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A54D7242-B9E7-BF7D-5FED-B93D052E9247}"/>
              </a:ext>
            </a:extLst>
          </p:cNvPr>
          <p:cNvSpPr/>
          <p:nvPr/>
        </p:nvSpPr>
        <p:spPr>
          <a:xfrm>
            <a:off x="8882041" y="6433651"/>
            <a:ext cx="914400"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651FFBDA-8D8B-C3E8-85EE-07EA4B1FAB34}"/>
              </a:ext>
            </a:extLst>
          </p:cNvPr>
          <p:cNvSpPr/>
          <p:nvPr/>
        </p:nvSpPr>
        <p:spPr>
          <a:xfrm rot="16200000">
            <a:off x="10179673" y="46352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0404C804-860D-3D2B-5BBE-7A341D3E7A64}"/>
              </a:ext>
            </a:extLst>
          </p:cNvPr>
          <p:cNvSpPr txBox="1"/>
          <p:nvPr/>
        </p:nvSpPr>
        <p:spPr>
          <a:xfrm>
            <a:off x="7776363" y="86960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0F414D3-8A08-D86C-AA7D-5198CADABF89}"/>
              </a:ext>
            </a:extLst>
          </p:cNvPr>
          <p:cNvSpPr/>
          <p:nvPr/>
        </p:nvSpPr>
        <p:spPr>
          <a:xfrm>
            <a:off x="8673438" y="8322870"/>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AB0ECFAC-6FA9-240C-AC83-75BEE15BBE19}"/>
              </a:ext>
            </a:extLst>
          </p:cNvPr>
          <p:cNvSpPr/>
          <p:nvPr/>
        </p:nvSpPr>
        <p:spPr>
          <a:xfrm>
            <a:off x="6675023" y="2200828"/>
            <a:ext cx="528730" cy="7018470"/>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20" name="Graphic 19" descr="Group of men with solid fill">
            <a:extLst>
              <a:ext uri="{FF2B5EF4-FFF2-40B4-BE49-F238E27FC236}">
                <a16:creationId xmlns:a16="http://schemas.microsoft.com/office/drawing/2014/main" id="{8F5C106F-8B83-A5EE-C2B2-4954715270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2547610"/>
            <a:ext cx="1828800" cy="1828800"/>
          </a:xfrm>
          <a:prstGeom prst="rect">
            <a:avLst/>
          </a:prstGeom>
        </p:spPr>
      </p:pic>
      <p:sp>
        <p:nvSpPr>
          <p:cNvPr id="21" name="TextBox 20">
            <a:extLst>
              <a:ext uri="{FF2B5EF4-FFF2-40B4-BE49-F238E27FC236}">
                <a16:creationId xmlns:a16="http://schemas.microsoft.com/office/drawing/2014/main" id="{1F094396-F10D-6D60-EB5F-A98F49B0262F}"/>
              </a:ext>
            </a:extLst>
          </p:cNvPr>
          <p:cNvSpPr txBox="1"/>
          <p:nvPr/>
        </p:nvSpPr>
        <p:spPr>
          <a:xfrm>
            <a:off x="4409192" y="316630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10 Diploids</a:t>
            </a:r>
          </a:p>
        </p:txBody>
      </p:sp>
      <p:pic>
        <p:nvPicPr>
          <p:cNvPr id="22" name="Graphic 21" descr="Group of men with solid fill">
            <a:extLst>
              <a:ext uri="{FF2B5EF4-FFF2-40B4-BE49-F238E27FC236}">
                <a16:creationId xmlns:a16="http://schemas.microsoft.com/office/drawing/2014/main" id="{1F6980BA-F0D5-4BF7-54A0-239A996CB6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67487" y="4335160"/>
            <a:ext cx="1828800" cy="1828800"/>
          </a:xfrm>
          <a:prstGeom prst="rect">
            <a:avLst/>
          </a:prstGeom>
        </p:spPr>
      </p:pic>
      <p:pic>
        <p:nvPicPr>
          <p:cNvPr id="23" name="Graphic 22" descr="Group of men with solid fill">
            <a:extLst>
              <a:ext uri="{FF2B5EF4-FFF2-40B4-BE49-F238E27FC236}">
                <a16:creationId xmlns:a16="http://schemas.microsoft.com/office/drawing/2014/main" id="{FE2B28DC-9E27-1375-484D-BA83776F536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7422216"/>
            <a:ext cx="1828800" cy="1828800"/>
          </a:xfrm>
          <a:prstGeom prst="rect">
            <a:avLst/>
          </a:prstGeom>
        </p:spPr>
      </p:pic>
      <p:sp>
        <p:nvSpPr>
          <p:cNvPr id="24" name="TextBox 23">
            <a:extLst>
              <a:ext uri="{FF2B5EF4-FFF2-40B4-BE49-F238E27FC236}">
                <a16:creationId xmlns:a16="http://schemas.microsoft.com/office/drawing/2014/main" id="{305089E9-E50E-392B-8CB3-ADDBAD7EE761}"/>
              </a:ext>
            </a:extLst>
          </p:cNvPr>
          <p:cNvSpPr txBox="1"/>
          <p:nvPr/>
        </p:nvSpPr>
        <p:spPr>
          <a:xfrm>
            <a:off x="4409192" y="4969871"/>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09E5122F-B2DD-4E50-5966-69867CFFB55E}"/>
              </a:ext>
            </a:extLst>
          </p:cNvPr>
          <p:cNvSpPr txBox="1"/>
          <p:nvPr/>
        </p:nvSpPr>
        <p:spPr>
          <a:xfrm>
            <a:off x="4409192" y="806126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0A0C8C35-F009-E267-6861-492E39932225}"/>
              </a:ext>
            </a:extLst>
          </p:cNvPr>
          <p:cNvSpPr txBox="1"/>
          <p:nvPr/>
        </p:nvSpPr>
        <p:spPr>
          <a:xfrm>
            <a:off x="4121773" y="6299364"/>
            <a:ext cx="114168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t>
            </a:r>
          </a:p>
        </p:txBody>
      </p:sp>
    </p:spTree>
    <p:extLst>
      <p:ext uri="{BB962C8B-B14F-4D97-AF65-F5344CB8AC3E}">
        <p14:creationId xmlns:p14="http://schemas.microsoft.com/office/powerpoint/2010/main" val="3124559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D4D748-316D-5606-4117-1B9ADD5F854D}"/>
              </a:ext>
            </a:extLst>
          </p:cNvPr>
          <p:cNvSpPr txBox="1"/>
          <p:nvPr/>
        </p:nvSpPr>
        <p:spPr>
          <a:xfrm>
            <a:off x="4938611" y="3225050"/>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B5123F49-0B34-4F56-4362-2BB67D7555B3}"/>
              </a:ext>
            </a:extLst>
          </p:cNvPr>
          <p:cNvSpPr/>
          <p:nvPr/>
        </p:nvSpPr>
        <p:spPr>
          <a:xfrm>
            <a:off x="5309237" y="3748270"/>
            <a:ext cx="914400"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448C7351-E1F0-15A3-22AF-D474C2065115}"/>
              </a:ext>
            </a:extLst>
          </p:cNvPr>
          <p:cNvSpPr/>
          <p:nvPr/>
        </p:nvSpPr>
        <p:spPr>
          <a:xfrm>
            <a:off x="5117692" y="550742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35080CE1-E5E9-3FAC-AE10-330C9B8411AE}"/>
              </a:ext>
            </a:extLst>
          </p:cNvPr>
          <p:cNvSpPr/>
          <p:nvPr/>
        </p:nvSpPr>
        <p:spPr>
          <a:xfrm>
            <a:off x="5526444" y="4655109"/>
            <a:ext cx="479985"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0C29B28B-7A9A-DC6F-F0AB-D90B76DF2B38}"/>
              </a:ext>
            </a:extLst>
          </p:cNvPr>
          <p:cNvCxnSpPr>
            <a:cxnSpLocks/>
          </p:cNvCxnSpPr>
          <p:nvPr/>
        </p:nvCxnSpPr>
        <p:spPr>
          <a:xfrm>
            <a:off x="4880243" y="3733433"/>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F9353464-9F5B-BD14-1B80-D253E964E51D}"/>
              </a:ext>
            </a:extLst>
          </p:cNvPr>
          <p:cNvSpPr txBox="1"/>
          <p:nvPr/>
        </p:nvSpPr>
        <p:spPr>
          <a:xfrm rot="16200000">
            <a:off x="4076596" y="456001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20EE986B-3628-5E33-64FD-9C4FC78DD678}"/>
              </a:ext>
            </a:extLst>
          </p:cNvPr>
          <p:cNvSpPr txBox="1"/>
          <p:nvPr/>
        </p:nvSpPr>
        <p:spPr>
          <a:xfrm>
            <a:off x="3451497" y="358171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F7246C0D-7BA6-41D6-C320-1A24DB75A41B}"/>
              </a:ext>
            </a:extLst>
          </p:cNvPr>
          <p:cNvSpPr txBox="1"/>
          <p:nvPr/>
        </p:nvSpPr>
        <p:spPr>
          <a:xfrm>
            <a:off x="3636005" y="54576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F969B816-1836-9294-742B-96942DDF7418}"/>
              </a:ext>
            </a:extLst>
          </p:cNvPr>
          <p:cNvSpPr txBox="1"/>
          <p:nvPr/>
        </p:nvSpPr>
        <p:spPr>
          <a:xfrm>
            <a:off x="4294113" y="263718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2D320388-1D65-6692-A4B2-EE9163C7B475}"/>
              </a:ext>
            </a:extLst>
          </p:cNvPr>
          <p:cNvSpPr/>
          <p:nvPr/>
        </p:nvSpPr>
        <p:spPr>
          <a:xfrm>
            <a:off x="14616789" y="3641375"/>
            <a:ext cx="914400" cy="105932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924E80D-ED2B-72E9-A108-EA9118C67D64}"/>
              </a:ext>
            </a:extLst>
          </p:cNvPr>
          <p:cNvSpPr/>
          <p:nvPr/>
        </p:nvSpPr>
        <p:spPr>
          <a:xfrm>
            <a:off x="14825291" y="4664789"/>
            <a:ext cx="497395" cy="105932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1A16D876-3D2A-6700-0BD6-6FCABDF5F6C0}"/>
              </a:ext>
            </a:extLst>
          </p:cNvPr>
          <p:cNvSpPr/>
          <p:nvPr/>
        </p:nvSpPr>
        <p:spPr>
          <a:xfrm>
            <a:off x="12680904" y="3641376"/>
            <a:ext cx="914400" cy="18162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A47FAB82-5C7F-868E-D96A-59F79C9F82E3}"/>
              </a:ext>
            </a:extLst>
          </p:cNvPr>
          <p:cNvSpPr/>
          <p:nvPr/>
        </p:nvSpPr>
        <p:spPr>
          <a:xfrm>
            <a:off x="7334102" y="3220931"/>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AC24383B-9881-F2A1-21EC-E1F08400A776}"/>
              </a:ext>
            </a:extLst>
          </p:cNvPr>
          <p:cNvSpPr txBox="1"/>
          <p:nvPr/>
        </p:nvSpPr>
        <p:spPr>
          <a:xfrm>
            <a:off x="10961161" y="2639732"/>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5A0B147-7A62-6C7D-0F90-055F2D36001A}"/>
              </a:ext>
            </a:extLst>
          </p:cNvPr>
          <p:cNvSpPr/>
          <p:nvPr/>
        </p:nvSpPr>
        <p:spPr>
          <a:xfrm>
            <a:off x="12472301" y="544387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pic>
        <p:nvPicPr>
          <p:cNvPr id="20" name="Graphic 19" descr="Group of men with solid fill">
            <a:extLst>
              <a:ext uri="{FF2B5EF4-FFF2-40B4-BE49-F238E27FC236}">
                <a16:creationId xmlns:a16="http://schemas.microsoft.com/office/drawing/2014/main" id="{63E7276F-F01B-934A-CFDD-FB6D5F2EC7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5507421"/>
            <a:ext cx="914400" cy="914400"/>
          </a:xfrm>
          <a:prstGeom prst="rect">
            <a:avLst/>
          </a:prstGeom>
        </p:spPr>
      </p:pic>
      <p:sp>
        <p:nvSpPr>
          <p:cNvPr id="21" name="TextBox 20">
            <a:extLst>
              <a:ext uri="{FF2B5EF4-FFF2-40B4-BE49-F238E27FC236}">
                <a16:creationId xmlns:a16="http://schemas.microsoft.com/office/drawing/2014/main" id="{E4E7989C-1CF6-28FB-4967-C8FA080C3C9D}"/>
              </a:ext>
            </a:extLst>
          </p:cNvPr>
          <p:cNvSpPr txBox="1"/>
          <p:nvPr/>
        </p:nvSpPr>
        <p:spPr>
          <a:xfrm>
            <a:off x="9008610" y="3556449"/>
            <a:ext cx="1336694" cy="338553"/>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10 Diploids</a:t>
            </a:r>
          </a:p>
        </p:txBody>
      </p:sp>
      <p:sp>
        <p:nvSpPr>
          <p:cNvPr id="24" name="TextBox 23">
            <a:extLst>
              <a:ext uri="{FF2B5EF4-FFF2-40B4-BE49-F238E27FC236}">
                <a16:creationId xmlns:a16="http://schemas.microsoft.com/office/drawing/2014/main" id="{ACB078C8-4156-AC31-CFB4-4A88C1B62115}"/>
              </a:ext>
            </a:extLst>
          </p:cNvPr>
          <p:cNvSpPr txBox="1"/>
          <p:nvPr/>
        </p:nvSpPr>
        <p:spPr>
          <a:xfrm>
            <a:off x="8983842" y="4247190"/>
            <a:ext cx="1474307"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66BF2C94-935F-34B9-0B52-AD79BA960CCB}"/>
              </a:ext>
            </a:extLst>
          </p:cNvPr>
          <p:cNvSpPr txBox="1"/>
          <p:nvPr/>
        </p:nvSpPr>
        <p:spPr>
          <a:xfrm>
            <a:off x="9008610" y="5813340"/>
            <a:ext cx="165814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9DD70F72-77C1-8EA5-551A-235221EC6AD1}"/>
              </a:ext>
            </a:extLst>
          </p:cNvPr>
          <p:cNvSpPr txBox="1"/>
          <p:nvPr/>
        </p:nvSpPr>
        <p:spPr>
          <a:xfrm>
            <a:off x="8806976" y="4937932"/>
            <a:ext cx="1141683"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a:t>
            </a:r>
          </a:p>
        </p:txBody>
      </p:sp>
      <p:pic>
        <p:nvPicPr>
          <p:cNvPr id="27" name="Graphic 26" descr="Group of men with solid fill">
            <a:extLst>
              <a:ext uri="{FF2B5EF4-FFF2-40B4-BE49-F238E27FC236}">
                <a16:creationId xmlns:a16="http://schemas.microsoft.com/office/drawing/2014/main" id="{2D97DDCB-7229-9321-0F73-E66F51B159C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3239342"/>
            <a:ext cx="914400" cy="914400"/>
          </a:xfrm>
          <a:prstGeom prst="rect">
            <a:avLst/>
          </a:prstGeom>
        </p:spPr>
      </p:pic>
      <p:pic>
        <p:nvPicPr>
          <p:cNvPr id="28" name="Graphic 27" descr="Group of men with solid fill">
            <a:extLst>
              <a:ext uri="{FF2B5EF4-FFF2-40B4-BE49-F238E27FC236}">
                <a16:creationId xmlns:a16="http://schemas.microsoft.com/office/drawing/2014/main" id="{D84EF3F0-23DB-F3D5-FE38-1150762ADF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4097609"/>
            <a:ext cx="914400" cy="914400"/>
          </a:xfrm>
          <a:prstGeom prst="rect">
            <a:avLst/>
          </a:prstGeom>
        </p:spPr>
      </p:pic>
      <p:sp>
        <p:nvSpPr>
          <p:cNvPr id="29" name="TextBox 28">
            <a:extLst>
              <a:ext uri="{FF2B5EF4-FFF2-40B4-BE49-F238E27FC236}">
                <a16:creationId xmlns:a16="http://schemas.microsoft.com/office/drawing/2014/main" id="{614BC83A-B477-6D06-899E-F7C4E8AF95F0}"/>
              </a:ext>
            </a:extLst>
          </p:cNvPr>
          <p:cNvSpPr txBox="1"/>
          <p:nvPr/>
        </p:nvSpPr>
        <p:spPr>
          <a:xfrm>
            <a:off x="7837362" y="2645228"/>
            <a:ext cx="28293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Computed SFS</a:t>
            </a:r>
          </a:p>
        </p:txBody>
      </p:sp>
      <p:sp>
        <p:nvSpPr>
          <p:cNvPr id="30" name="Left Brace 29">
            <a:extLst>
              <a:ext uri="{FF2B5EF4-FFF2-40B4-BE49-F238E27FC236}">
                <a16:creationId xmlns:a16="http://schemas.microsoft.com/office/drawing/2014/main" id="{FC1A50AB-9A7A-68FF-2DA1-3CC4AC4B2C10}"/>
              </a:ext>
            </a:extLst>
          </p:cNvPr>
          <p:cNvSpPr/>
          <p:nvPr/>
        </p:nvSpPr>
        <p:spPr>
          <a:xfrm>
            <a:off x="10577663" y="3155342"/>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36F0EB5-4905-BF09-F000-B0455A2F984C}"/>
              </a:ext>
            </a:extLst>
          </p:cNvPr>
          <p:cNvCxnSpPr>
            <a:cxnSpLocks/>
          </p:cNvCxnSpPr>
          <p:nvPr/>
        </p:nvCxnSpPr>
        <p:spPr>
          <a:xfrm>
            <a:off x="12186728" y="3641376"/>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CC1498EC-B75D-AB9B-E34F-27C8DCF3AA8B}"/>
              </a:ext>
            </a:extLst>
          </p:cNvPr>
          <p:cNvSpPr txBox="1"/>
          <p:nvPr/>
        </p:nvSpPr>
        <p:spPr>
          <a:xfrm rot="16200000">
            <a:off x="11383081" y="4467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3" name="TextBox 32">
            <a:extLst>
              <a:ext uri="{FF2B5EF4-FFF2-40B4-BE49-F238E27FC236}">
                <a16:creationId xmlns:a16="http://schemas.microsoft.com/office/drawing/2014/main" id="{FF20AB08-F6C7-DA2C-91D8-B9E1A0DB96C3}"/>
              </a:ext>
            </a:extLst>
          </p:cNvPr>
          <p:cNvSpPr txBox="1"/>
          <p:nvPr/>
        </p:nvSpPr>
        <p:spPr>
          <a:xfrm>
            <a:off x="10757982" y="3489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4" name="TextBox 33">
            <a:extLst>
              <a:ext uri="{FF2B5EF4-FFF2-40B4-BE49-F238E27FC236}">
                <a16:creationId xmlns:a16="http://schemas.microsoft.com/office/drawing/2014/main" id="{C88BE0C8-A8C9-57F6-6D7A-DC0D805FC6F9}"/>
              </a:ext>
            </a:extLst>
          </p:cNvPr>
          <p:cNvSpPr txBox="1"/>
          <p:nvPr/>
        </p:nvSpPr>
        <p:spPr>
          <a:xfrm>
            <a:off x="10905593" y="5443871"/>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5" name="TextBox 34">
            <a:extLst>
              <a:ext uri="{FF2B5EF4-FFF2-40B4-BE49-F238E27FC236}">
                <a16:creationId xmlns:a16="http://schemas.microsoft.com/office/drawing/2014/main" id="{4BA64D15-3279-904E-184A-FE3B778207E1}"/>
              </a:ext>
            </a:extLst>
          </p:cNvPr>
          <p:cNvSpPr txBox="1"/>
          <p:nvPr/>
        </p:nvSpPr>
        <p:spPr>
          <a:xfrm>
            <a:off x="3549224"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36" name="TextBox 35">
            <a:extLst>
              <a:ext uri="{FF2B5EF4-FFF2-40B4-BE49-F238E27FC236}">
                <a16:creationId xmlns:a16="http://schemas.microsoft.com/office/drawing/2014/main" id="{492268D4-7A91-5080-826D-45C0DE1DD1C3}"/>
              </a:ext>
            </a:extLst>
          </p:cNvPr>
          <p:cNvSpPr txBox="1"/>
          <p:nvPr/>
        </p:nvSpPr>
        <p:spPr>
          <a:xfrm>
            <a:off x="7334102"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37" name="TextBox 36">
            <a:extLst>
              <a:ext uri="{FF2B5EF4-FFF2-40B4-BE49-F238E27FC236}">
                <a16:creationId xmlns:a16="http://schemas.microsoft.com/office/drawing/2014/main" id="{FD72681F-F124-DEDC-B8D1-0989DA413C51}"/>
              </a:ext>
            </a:extLst>
          </p:cNvPr>
          <p:cNvSpPr txBox="1"/>
          <p:nvPr/>
        </p:nvSpPr>
        <p:spPr>
          <a:xfrm>
            <a:off x="10577663" y="172174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(c)</a:t>
            </a:r>
          </a:p>
        </p:txBody>
      </p:sp>
      <p:sp>
        <p:nvSpPr>
          <p:cNvPr id="14" name="TextBox 13">
            <a:extLst>
              <a:ext uri="{FF2B5EF4-FFF2-40B4-BE49-F238E27FC236}">
                <a16:creationId xmlns:a16="http://schemas.microsoft.com/office/drawing/2014/main" id="{B49E3BD8-47F9-9CFE-D129-00772C3D2154}"/>
              </a:ext>
            </a:extLst>
          </p:cNvPr>
          <p:cNvSpPr txBox="1"/>
          <p:nvPr/>
        </p:nvSpPr>
        <p:spPr>
          <a:xfrm>
            <a:off x="5958174" y="4952828"/>
            <a:ext cx="1293104"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Bottleneck</a:t>
            </a:r>
          </a:p>
        </p:txBody>
      </p:sp>
    </p:spTree>
    <p:extLst>
      <p:ext uri="{BB962C8B-B14F-4D97-AF65-F5344CB8AC3E}">
        <p14:creationId xmlns:p14="http://schemas.microsoft.com/office/powerpoint/2010/main" val="1601061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28E183A-4C31-52B0-0727-47F9DC3F93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5684" y="2666600"/>
            <a:ext cx="9223841" cy="7906149"/>
          </a:xfrm>
          <a:prstGeom prst="rect">
            <a:avLst/>
          </a:prstGeom>
        </p:spPr>
      </p:pic>
      <p:sp>
        <p:nvSpPr>
          <p:cNvPr id="6" name="TextBox 5">
            <a:extLst>
              <a:ext uri="{FF2B5EF4-FFF2-40B4-BE49-F238E27FC236}">
                <a16:creationId xmlns:a16="http://schemas.microsoft.com/office/drawing/2014/main" id="{BBD625A1-63C5-F220-8C4F-1BA0CA7ED464}"/>
              </a:ext>
            </a:extLst>
          </p:cNvPr>
          <p:cNvSpPr txBox="1"/>
          <p:nvPr/>
        </p:nvSpPr>
        <p:spPr>
          <a:xfrm>
            <a:off x="3225374" y="215703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42EB3CC8-DA01-9759-CCD5-B16E85F984DD}"/>
              </a:ext>
            </a:extLst>
          </p:cNvPr>
          <p:cNvSpPr txBox="1"/>
          <p:nvPr/>
        </p:nvSpPr>
        <p:spPr>
          <a:xfrm>
            <a:off x="3225374" y="6080551"/>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6FFE4216-2D14-64CF-9F23-AA06B883F1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0FFD421C-D1E8-8F90-7ED3-85F22A785B99}"/>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D9495A65-3C63-A456-11A8-F67AABA29678}"/>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756291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EA3F937-6B5B-B028-8F85-4C27A4F648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202" y="13079250"/>
            <a:ext cx="11431595" cy="7621064"/>
          </a:xfrm>
          <a:prstGeom prst="rect">
            <a:avLst/>
          </a:prstGeom>
        </p:spPr>
      </p:pic>
      <p:sp>
        <p:nvSpPr>
          <p:cNvPr id="6" name="TextBox 5">
            <a:extLst>
              <a:ext uri="{FF2B5EF4-FFF2-40B4-BE49-F238E27FC236}">
                <a16:creationId xmlns:a16="http://schemas.microsoft.com/office/drawing/2014/main" id="{7DCFED7E-AE25-0684-919A-91F9CA94736B}"/>
              </a:ext>
            </a:extLst>
          </p:cNvPr>
          <p:cNvSpPr txBox="1"/>
          <p:nvPr/>
        </p:nvSpPr>
        <p:spPr>
          <a:xfrm>
            <a:off x="5882134" y="127560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CC49BF9A-8664-D775-C73A-A297EAF95E5C}"/>
              </a:ext>
            </a:extLst>
          </p:cNvPr>
          <p:cNvSpPr txBox="1"/>
          <p:nvPr/>
        </p:nvSpPr>
        <p:spPr>
          <a:xfrm>
            <a:off x="58821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8" name="TextBox 7">
            <a:extLst>
              <a:ext uri="{FF2B5EF4-FFF2-40B4-BE49-F238E27FC236}">
                <a16:creationId xmlns:a16="http://schemas.microsoft.com/office/drawing/2014/main" id="{ABDA08F7-8D43-187D-C0F4-74BB164B302E}"/>
              </a:ext>
            </a:extLst>
          </p:cNvPr>
          <p:cNvSpPr txBox="1"/>
          <p:nvPr/>
        </p:nvSpPr>
        <p:spPr>
          <a:xfrm>
            <a:off x="5882134" y="1781439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9" name="TextBox 8">
            <a:extLst>
              <a:ext uri="{FF2B5EF4-FFF2-40B4-BE49-F238E27FC236}">
                <a16:creationId xmlns:a16="http://schemas.microsoft.com/office/drawing/2014/main" id="{13636D3B-3F7E-43BF-5255-F890864D76C8}"/>
              </a:ext>
            </a:extLst>
          </p:cNvPr>
          <p:cNvSpPr txBox="1"/>
          <p:nvPr/>
        </p:nvSpPr>
        <p:spPr>
          <a:xfrm>
            <a:off x="10797034" y="1275608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0" name="TextBox 9">
            <a:extLst>
              <a:ext uri="{FF2B5EF4-FFF2-40B4-BE49-F238E27FC236}">
                <a16:creationId xmlns:a16="http://schemas.microsoft.com/office/drawing/2014/main" id="{527BFA4B-4F6D-011A-B88B-DD5AE48380C7}"/>
              </a:ext>
            </a:extLst>
          </p:cNvPr>
          <p:cNvSpPr txBox="1"/>
          <p:nvPr/>
        </p:nvSpPr>
        <p:spPr>
          <a:xfrm>
            <a:off x="107970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pic>
        <p:nvPicPr>
          <p:cNvPr id="5" name="Picture 4">
            <a:extLst>
              <a:ext uri="{FF2B5EF4-FFF2-40B4-BE49-F238E27FC236}">
                <a16:creationId xmlns:a16="http://schemas.microsoft.com/office/drawing/2014/main" id="{76A7918C-F868-1FD2-ED7B-F36107A25E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6319" y="2482850"/>
            <a:ext cx="11431595" cy="7621064"/>
          </a:xfrm>
          <a:prstGeom prst="rect">
            <a:avLst/>
          </a:prstGeom>
        </p:spPr>
      </p:pic>
      <p:sp>
        <p:nvSpPr>
          <p:cNvPr id="11" name="TextBox 10">
            <a:extLst>
              <a:ext uri="{FF2B5EF4-FFF2-40B4-BE49-F238E27FC236}">
                <a16:creationId xmlns:a16="http://schemas.microsoft.com/office/drawing/2014/main" id="{A0E0BEFD-6D21-AC98-8ABE-124EABA2663D}"/>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BA3CE13A-4BC0-6F8A-E8D7-F89223C4B80C}"/>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14" name="TextBox 13">
            <a:extLst>
              <a:ext uri="{FF2B5EF4-FFF2-40B4-BE49-F238E27FC236}">
                <a16:creationId xmlns:a16="http://schemas.microsoft.com/office/drawing/2014/main" id="{BA5C2273-0936-0A08-0DD7-0D874F81A86A}"/>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5" name="TextBox 14">
            <a:extLst>
              <a:ext uri="{FF2B5EF4-FFF2-40B4-BE49-F238E27FC236}">
                <a16:creationId xmlns:a16="http://schemas.microsoft.com/office/drawing/2014/main" id="{2AEE357E-0E04-7CA9-79B2-516492109805}"/>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6" name="TextBox 15">
            <a:extLst>
              <a:ext uri="{FF2B5EF4-FFF2-40B4-BE49-F238E27FC236}">
                <a16:creationId xmlns:a16="http://schemas.microsoft.com/office/drawing/2014/main" id="{95605F93-FD62-B530-BD1E-48BDE9FF44B1}"/>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34475339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1071823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1059339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1108886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1086325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1128906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1065986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985622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923112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937992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877875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877875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AF3CF3DA-12F7-E7E8-D214-AC6EE0B7887F}"/>
              </a:ext>
            </a:extLst>
          </p:cNvPr>
          <p:cNvCxnSpPr/>
          <p:nvPr/>
        </p:nvCxnSpPr>
        <p:spPr>
          <a:xfrm>
            <a:off x="747236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683895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8105774" y="2169104"/>
            <a:ext cx="0" cy="2739900"/>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683895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648009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flipH="1">
            <a:off x="7189191" y="3859445"/>
            <a:ext cx="8613" cy="1666212"/>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648009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48" name="Rectangle 547">
            <a:extLst>
              <a:ext uri="{FF2B5EF4-FFF2-40B4-BE49-F238E27FC236}">
                <a16:creationId xmlns:a16="http://schemas.microsoft.com/office/drawing/2014/main" id="{E0CEC3CF-CFEC-4C06-35AB-C8137FF4567C}"/>
              </a:ext>
            </a:extLst>
          </p:cNvPr>
          <p:cNvSpPr/>
          <p:nvPr/>
        </p:nvSpPr>
        <p:spPr>
          <a:xfrm>
            <a:off x="1107217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1084656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1127237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1065986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985622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923112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937992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63" name="Straight Connector 562">
            <a:extLst>
              <a:ext uri="{FF2B5EF4-FFF2-40B4-BE49-F238E27FC236}">
                <a16:creationId xmlns:a16="http://schemas.microsoft.com/office/drawing/2014/main" id="{20F222D5-9752-5E7E-9A52-739900DA19F6}"/>
              </a:ext>
            </a:extLst>
          </p:cNvPr>
          <p:cNvCxnSpPr/>
          <p:nvPr/>
        </p:nvCxnSpPr>
        <p:spPr>
          <a:xfrm>
            <a:off x="7844153" y="4918650"/>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flipH="1">
            <a:off x="7844153" y="4906335"/>
            <a:ext cx="715" cy="608316"/>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8380172" y="4911574"/>
            <a:ext cx="0" cy="603077"/>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747236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683895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810577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683895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648009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719780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648009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703143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737147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794329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827698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631273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703679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794785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687577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718919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688312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662568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631908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1246367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1218168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1246048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1278417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1288389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1248557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4F3CF3B3-25BC-33DB-C891-F584E2566307}"/>
              </a:ext>
            </a:extLst>
          </p:cNvPr>
          <p:cNvSpPr txBox="1"/>
          <p:nvPr/>
        </p:nvSpPr>
        <p:spPr>
          <a:xfrm>
            <a:off x="5245232" y="191386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20" name="TextBox 19">
            <a:extLst>
              <a:ext uri="{FF2B5EF4-FFF2-40B4-BE49-F238E27FC236}">
                <a16:creationId xmlns:a16="http://schemas.microsoft.com/office/drawing/2014/main" id="{E8CF6B0E-911C-599A-EAF8-949FD3151EE7}"/>
              </a:ext>
            </a:extLst>
          </p:cNvPr>
          <p:cNvSpPr txBox="1"/>
          <p:nvPr/>
        </p:nvSpPr>
        <p:spPr>
          <a:xfrm>
            <a:off x="5224682" y="559736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16637063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79034-FD2C-EA85-D99F-1ACA0C4659D7}"/>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8E6D9933-6ACA-E39D-069D-D9384B62930F}"/>
              </a:ext>
            </a:extLst>
          </p:cNvPr>
          <p:cNvSpPr txBox="1"/>
          <p:nvPr/>
        </p:nvSpPr>
        <p:spPr>
          <a:xfrm>
            <a:off x="6350132" y="191386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20" name="TextBox 19">
            <a:extLst>
              <a:ext uri="{FF2B5EF4-FFF2-40B4-BE49-F238E27FC236}">
                <a16:creationId xmlns:a16="http://schemas.microsoft.com/office/drawing/2014/main" id="{26EFA0CB-5B59-78A1-E21F-3C4BBC60629C}"/>
              </a:ext>
            </a:extLst>
          </p:cNvPr>
          <p:cNvSpPr txBox="1"/>
          <p:nvPr/>
        </p:nvSpPr>
        <p:spPr>
          <a:xfrm>
            <a:off x="6329582" y="587313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11" name="TextBox 10">
            <a:extLst>
              <a:ext uri="{FF2B5EF4-FFF2-40B4-BE49-F238E27FC236}">
                <a16:creationId xmlns:a16="http://schemas.microsoft.com/office/drawing/2014/main" id="{4673E64F-6E77-00CD-6CF2-D15E853CA723}"/>
              </a:ext>
            </a:extLst>
          </p:cNvPr>
          <p:cNvSpPr txBox="1"/>
          <p:nvPr/>
        </p:nvSpPr>
        <p:spPr>
          <a:xfrm>
            <a:off x="11869546" y="6852946"/>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E6FEDB1-C7FA-D7F4-E59E-663953FD7115}"/>
              </a:ext>
            </a:extLst>
          </p:cNvPr>
          <p:cNvSpPr txBox="1"/>
          <p:nvPr/>
        </p:nvSpPr>
        <p:spPr>
          <a:xfrm>
            <a:off x="11875896" y="8119272"/>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13" name="TextBox 12">
            <a:extLst>
              <a:ext uri="{FF2B5EF4-FFF2-40B4-BE49-F238E27FC236}">
                <a16:creationId xmlns:a16="http://schemas.microsoft.com/office/drawing/2014/main" id="{DBE30083-F436-846E-DA62-08A5B16657E2}"/>
              </a:ext>
            </a:extLst>
          </p:cNvPr>
          <p:cNvSpPr txBox="1"/>
          <p:nvPr/>
        </p:nvSpPr>
        <p:spPr>
          <a:xfrm>
            <a:off x="11875896" y="9302202"/>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29" name="Rectangle 28">
            <a:extLst>
              <a:ext uri="{FF2B5EF4-FFF2-40B4-BE49-F238E27FC236}">
                <a16:creationId xmlns:a16="http://schemas.microsoft.com/office/drawing/2014/main" id="{D9C4A69C-2F5A-C74D-E288-127EB93B7013}"/>
              </a:ext>
            </a:extLst>
          </p:cNvPr>
          <p:cNvSpPr/>
          <p:nvPr/>
        </p:nvSpPr>
        <p:spPr>
          <a:xfrm>
            <a:off x="15781256" y="6646436"/>
            <a:ext cx="581883" cy="259645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DF1FBC5B-CB60-D10F-0B0C-044C75AB1B17}"/>
              </a:ext>
            </a:extLst>
          </p:cNvPr>
          <p:cNvSpPr/>
          <p:nvPr/>
        </p:nvSpPr>
        <p:spPr>
          <a:xfrm>
            <a:off x="15353258" y="9242886"/>
            <a:ext cx="1459154" cy="62382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3" name="Right Brace 32">
            <a:extLst>
              <a:ext uri="{FF2B5EF4-FFF2-40B4-BE49-F238E27FC236}">
                <a16:creationId xmlns:a16="http://schemas.microsoft.com/office/drawing/2014/main" id="{BC5CFE60-7CDC-A5CC-4580-7260E2DEFE2C}"/>
              </a:ext>
            </a:extLst>
          </p:cNvPr>
          <p:cNvSpPr/>
          <p:nvPr/>
        </p:nvSpPr>
        <p:spPr>
          <a:xfrm>
            <a:off x="14282130" y="6518666"/>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id="{2961B189-D038-2246-C4D3-4699108FD165}"/>
              </a:ext>
            </a:extLst>
          </p:cNvPr>
          <p:cNvSpPr txBox="1"/>
          <p:nvPr/>
        </p:nvSpPr>
        <p:spPr>
          <a:xfrm>
            <a:off x="11907646" y="2661946"/>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46" name="TextBox 45">
            <a:extLst>
              <a:ext uri="{FF2B5EF4-FFF2-40B4-BE49-F238E27FC236}">
                <a16:creationId xmlns:a16="http://schemas.microsoft.com/office/drawing/2014/main" id="{8E3229D3-5E02-4035-E9F2-A07AF7596170}"/>
              </a:ext>
            </a:extLst>
          </p:cNvPr>
          <p:cNvSpPr txBox="1"/>
          <p:nvPr/>
        </p:nvSpPr>
        <p:spPr>
          <a:xfrm>
            <a:off x="11913996" y="3928272"/>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47" name="TextBox 46">
            <a:extLst>
              <a:ext uri="{FF2B5EF4-FFF2-40B4-BE49-F238E27FC236}">
                <a16:creationId xmlns:a16="http://schemas.microsoft.com/office/drawing/2014/main" id="{9ECAD82C-1410-AB64-39D3-34D9D6FB8684}"/>
              </a:ext>
            </a:extLst>
          </p:cNvPr>
          <p:cNvSpPr txBox="1"/>
          <p:nvPr/>
        </p:nvSpPr>
        <p:spPr>
          <a:xfrm>
            <a:off x="11913996" y="5092152"/>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55" name="Right Brace 54">
            <a:extLst>
              <a:ext uri="{FF2B5EF4-FFF2-40B4-BE49-F238E27FC236}">
                <a16:creationId xmlns:a16="http://schemas.microsoft.com/office/drawing/2014/main" id="{2B858FCE-A8F0-CF7F-ED57-A96D0C27F71E}"/>
              </a:ext>
            </a:extLst>
          </p:cNvPr>
          <p:cNvSpPr/>
          <p:nvPr/>
        </p:nvSpPr>
        <p:spPr>
          <a:xfrm>
            <a:off x="14320230" y="2327666"/>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Rectangle 55">
            <a:extLst>
              <a:ext uri="{FF2B5EF4-FFF2-40B4-BE49-F238E27FC236}">
                <a16:creationId xmlns:a16="http://schemas.microsoft.com/office/drawing/2014/main" id="{6E8DA381-AB04-D3D3-2737-05E252105667}"/>
              </a:ext>
            </a:extLst>
          </p:cNvPr>
          <p:cNvSpPr/>
          <p:nvPr/>
        </p:nvSpPr>
        <p:spPr>
          <a:xfrm>
            <a:off x="10620692" y="2443450"/>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7" name="Rectangle 56">
            <a:extLst>
              <a:ext uri="{FF2B5EF4-FFF2-40B4-BE49-F238E27FC236}">
                <a16:creationId xmlns:a16="http://schemas.microsoft.com/office/drawing/2014/main" id="{CA52712B-45A6-FF99-137F-63692735A9AB}"/>
              </a:ext>
            </a:extLst>
          </p:cNvPr>
          <p:cNvSpPr/>
          <p:nvPr/>
        </p:nvSpPr>
        <p:spPr>
          <a:xfrm>
            <a:off x="10416742" y="5040255"/>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8" name="Rectangle 57">
            <a:extLst>
              <a:ext uri="{FF2B5EF4-FFF2-40B4-BE49-F238E27FC236}">
                <a16:creationId xmlns:a16="http://schemas.microsoft.com/office/drawing/2014/main" id="{1F46A9F2-E49A-5698-4473-3CE1CCCECFC4}"/>
              </a:ext>
            </a:extLst>
          </p:cNvPr>
          <p:cNvSpPr/>
          <p:nvPr/>
        </p:nvSpPr>
        <p:spPr>
          <a:xfrm>
            <a:off x="10858328" y="3666300"/>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9" name="Rectangle 58">
            <a:extLst>
              <a:ext uri="{FF2B5EF4-FFF2-40B4-BE49-F238E27FC236}">
                <a16:creationId xmlns:a16="http://schemas.microsoft.com/office/drawing/2014/main" id="{393AD8A0-108F-1D89-361F-454C0CD405B5}"/>
              </a:ext>
            </a:extLst>
          </p:cNvPr>
          <p:cNvSpPr/>
          <p:nvPr/>
        </p:nvSpPr>
        <p:spPr>
          <a:xfrm>
            <a:off x="7479428" y="5040255"/>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D5751036-A26A-E8C8-EE49-D6B8DAD9EAE4}"/>
              </a:ext>
            </a:extLst>
          </p:cNvPr>
          <p:cNvSpPr/>
          <p:nvPr/>
        </p:nvSpPr>
        <p:spPr>
          <a:xfrm>
            <a:off x="7479428" y="3666300"/>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ABCBADA-2C1F-4F1D-3094-5DB30251B97A}"/>
              </a:ext>
            </a:extLst>
          </p:cNvPr>
          <p:cNvSpPr/>
          <p:nvPr/>
        </p:nvSpPr>
        <p:spPr>
          <a:xfrm>
            <a:off x="7479427" y="2451070"/>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C838240F-AF01-0D98-F725-3FF931D2CDDB}"/>
              </a:ext>
            </a:extLst>
          </p:cNvPr>
          <p:cNvSpPr/>
          <p:nvPr/>
        </p:nvSpPr>
        <p:spPr>
          <a:xfrm>
            <a:off x="15325421" y="2466580"/>
            <a:ext cx="1466961" cy="12073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04D3E363-5EE1-5C72-6DF2-5CC225CC20F0}"/>
              </a:ext>
            </a:extLst>
          </p:cNvPr>
          <p:cNvSpPr/>
          <p:nvPr/>
        </p:nvSpPr>
        <p:spPr>
          <a:xfrm>
            <a:off x="15656078" y="3673919"/>
            <a:ext cx="823931" cy="201266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39756112-0A0C-D342-6D48-907BE65B3731}"/>
              </a:ext>
            </a:extLst>
          </p:cNvPr>
          <p:cNvSpPr/>
          <p:nvPr/>
        </p:nvSpPr>
        <p:spPr>
          <a:xfrm>
            <a:off x="10614342" y="6646080"/>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521B8B53-F0CA-545A-F1C5-C1794DB4311A}"/>
              </a:ext>
            </a:extLst>
          </p:cNvPr>
          <p:cNvSpPr/>
          <p:nvPr/>
        </p:nvSpPr>
        <p:spPr>
          <a:xfrm>
            <a:off x="10410392" y="9242885"/>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59B8791C-37F7-36D8-9553-CC0BDD123CFA}"/>
              </a:ext>
            </a:extLst>
          </p:cNvPr>
          <p:cNvSpPr/>
          <p:nvPr/>
        </p:nvSpPr>
        <p:spPr>
          <a:xfrm>
            <a:off x="10851978" y="7868930"/>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EA152CB6-9056-75BB-3306-5F726704FDF4}"/>
              </a:ext>
            </a:extLst>
          </p:cNvPr>
          <p:cNvSpPr/>
          <p:nvPr/>
        </p:nvSpPr>
        <p:spPr>
          <a:xfrm>
            <a:off x="7473078" y="9242885"/>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6DE076F-EC41-C275-4B07-0F268067F411}"/>
              </a:ext>
            </a:extLst>
          </p:cNvPr>
          <p:cNvSpPr/>
          <p:nvPr/>
        </p:nvSpPr>
        <p:spPr>
          <a:xfrm>
            <a:off x="7473078" y="7868930"/>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72997DC6-3392-DE66-A1E5-B9009BA60C11}"/>
              </a:ext>
            </a:extLst>
          </p:cNvPr>
          <p:cNvSpPr/>
          <p:nvPr/>
        </p:nvSpPr>
        <p:spPr>
          <a:xfrm>
            <a:off x="7473077" y="6653700"/>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C6CF11AB-C4F8-3CF3-A928-1C191951A134}"/>
              </a:ext>
            </a:extLst>
          </p:cNvPr>
          <p:cNvSpPr txBox="1"/>
          <p:nvPr/>
        </p:nvSpPr>
        <p:spPr>
          <a:xfrm>
            <a:off x="10416742" y="1458012"/>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Complex three-epoch </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demographic scenario</a:t>
            </a:r>
          </a:p>
        </p:txBody>
      </p:sp>
      <p:sp>
        <p:nvSpPr>
          <p:cNvPr id="71" name="TextBox 70">
            <a:extLst>
              <a:ext uri="{FF2B5EF4-FFF2-40B4-BE49-F238E27FC236}">
                <a16:creationId xmlns:a16="http://schemas.microsoft.com/office/drawing/2014/main" id="{CC17C4FC-0B6E-E13F-C393-0013EC5A3A74}"/>
              </a:ext>
            </a:extLst>
          </p:cNvPr>
          <p:cNvSpPr txBox="1"/>
          <p:nvPr/>
        </p:nvSpPr>
        <p:spPr>
          <a:xfrm>
            <a:off x="14102478" y="1395576"/>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Simple two-epoch</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inference</a:t>
            </a:r>
          </a:p>
        </p:txBody>
      </p:sp>
      <p:pic>
        <p:nvPicPr>
          <p:cNvPr id="74" name="Picture 73">
            <a:extLst>
              <a:ext uri="{FF2B5EF4-FFF2-40B4-BE49-F238E27FC236}">
                <a16:creationId xmlns:a16="http://schemas.microsoft.com/office/drawing/2014/main" id="{01A60BC2-2D6B-20B8-1FD4-CC8CA88163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93858" y="6406590"/>
            <a:ext cx="1983990" cy="3482625"/>
          </a:xfrm>
          <a:prstGeom prst="rect">
            <a:avLst/>
          </a:prstGeom>
        </p:spPr>
      </p:pic>
      <p:pic>
        <p:nvPicPr>
          <p:cNvPr id="76" name="Picture 75">
            <a:extLst>
              <a:ext uri="{FF2B5EF4-FFF2-40B4-BE49-F238E27FC236}">
                <a16:creationId xmlns:a16="http://schemas.microsoft.com/office/drawing/2014/main" id="{5C29D671-5071-657F-992E-138B9DD18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08174" y="2226573"/>
            <a:ext cx="1939655" cy="3511910"/>
          </a:xfrm>
          <a:prstGeom prst="rect">
            <a:avLst/>
          </a:prstGeom>
        </p:spPr>
      </p:pic>
    </p:spTree>
    <p:extLst>
      <p:ext uri="{BB962C8B-B14F-4D97-AF65-F5344CB8AC3E}">
        <p14:creationId xmlns:p14="http://schemas.microsoft.com/office/powerpoint/2010/main" val="25391979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670D136-D4B1-2F03-CA3A-B0F61CBF5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98090" y="2315001"/>
            <a:ext cx="11431595" cy="7621064"/>
          </a:xfrm>
          <a:prstGeom prst="rect">
            <a:avLst/>
          </a:prstGeom>
        </p:spPr>
      </p:pic>
      <p:sp>
        <p:nvSpPr>
          <p:cNvPr id="4" name="TextBox 3">
            <a:extLst>
              <a:ext uri="{FF2B5EF4-FFF2-40B4-BE49-F238E27FC236}">
                <a16:creationId xmlns:a16="http://schemas.microsoft.com/office/drawing/2014/main" id="{938C211B-7F27-04D0-AEF3-A99829D8F0B0}"/>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5" name="TextBox 4">
            <a:extLst>
              <a:ext uri="{FF2B5EF4-FFF2-40B4-BE49-F238E27FC236}">
                <a16:creationId xmlns:a16="http://schemas.microsoft.com/office/drawing/2014/main" id="{9344E134-DB25-1435-1F80-AE9EC97A1CAD}"/>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6" name="TextBox 5">
            <a:extLst>
              <a:ext uri="{FF2B5EF4-FFF2-40B4-BE49-F238E27FC236}">
                <a16:creationId xmlns:a16="http://schemas.microsoft.com/office/drawing/2014/main" id="{D100421F-DBCB-1115-3C97-63A846250854}"/>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7" name="TextBox 6">
            <a:extLst>
              <a:ext uri="{FF2B5EF4-FFF2-40B4-BE49-F238E27FC236}">
                <a16:creationId xmlns:a16="http://schemas.microsoft.com/office/drawing/2014/main" id="{5DC75018-13AE-91AF-ADF2-52005CAF8B08}"/>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8" name="TextBox 7">
            <a:extLst>
              <a:ext uri="{FF2B5EF4-FFF2-40B4-BE49-F238E27FC236}">
                <a16:creationId xmlns:a16="http://schemas.microsoft.com/office/drawing/2014/main" id="{F4F296B7-A555-E66D-5A23-03DE708F05A4}"/>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25047651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3B42699-5452-3B8E-2E31-DE2F809ED7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8936" y="1893050"/>
            <a:ext cx="15242127" cy="15242127"/>
          </a:xfrm>
          <a:prstGeom prst="rect">
            <a:avLst/>
          </a:prstGeom>
        </p:spPr>
      </p:pic>
      <p:sp>
        <p:nvSpPr>
          <p:cNvPr id="6" name="TextBox 5">
            <a:extLst>
              <a:ext uri="{FF2B5EF4-FFF2-40B4-BE49-F238E27FC236}">
                <a16:creationId xmlns:a16="http://schemas.microsoft.com/office/drawing/2014/main" id="{EAC25682-A468-3625-F9BB-33F9F61D918D}"/>
              </a:ext>
            </a:extLst>
          </p:cNvPr>
          <p:cNvSpPr txBox="1"/>
          <p:nvPr/>
        </p:nvSpPr>
        <p:spPr>
          <a:xfrm>
            <a:off x="3603501" y="156988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B8817412-12F7-1447-9593-A0CAF4908849}"/>
              </a:ext>
            </a:extLst>
          </p:cNvPr>
          <p:cNvSpPr txBox="1"/>
          <p:nvPr/>
        </p:nvSpPr>
        <p:spPr>
          <a:xfrm>
            <a:off x="10225433" y="156988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
        <p:nvSpPr>
          <p:cNvPr id="8" name="TextBox 7">
            <a:extLst>
              <a:ext uri="{FF2B5EF4-FFF2-40B4-BE49-F238E27FC236}">
                <a16:creationId xmlns:a16="http://schemas.microsoft.com/office/drawing/2014/main" id="{AC0D3E83-66BE-E4E0-EF18-4D6B4394B56D}"/>
              </a:ext>
            </a:extLst>
          </p:cNvPr>
          <p:cNvSpPr txBox="1"/>
          <p:nvPr/>
        </p:nvSpPr>
        <p:spPr>
          <a:xfrm>
            <a:off x="3603501" y="536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9" name="TextBox 8">
            <a:extLst>
              <a:ext uri="{FF2B5EF4-FFF2-40B4-BE49-F238E27FC236}">
                <a16:creationId xmlns:a16="http://schemas.microsoft.com/office/drawing/2014/main" id="{7FE14739-3450-D753-B1BB-A529E89411D5}"/>
              </a:ext>
            </a:extLst>
          </p:cNvPr>
          <p:cNvSpPr txBox="1"/>
          <p:nvPr/>
        </p:nvSpPr>
        <p:spPr>
          <a:xfrm>
            <a:off x="10225433" y="536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(f)</a:t>
            </a:r>
          </a:p>
        </p:txBody>
      </p:sp>
      <p:sp>
        <p:nvSpPr>
          <p:cNvPr id="10" name="TextBox 9">
            <a:extLst>
              <a:ext uri="{FF2B5EF4-FFF2-40B4-BE49-F238E27FC236}">
                <a16:creationId xmlns:a16="http://schemas.microsoft.com/office/drawing/2014/main" id="{52580E5F-CFD2-E539-280F-77030BB39933}"/>
              </a:ext>
            </a:extLst>
          </p:cNvPr>
          <p:cNvSpPr txBox="1"/>
          <p:nvPr/>
        </p:nvSpPr>
        <p:spPr>
          <a:xfrm>
            <a:off x="3603501" y="915178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1" name="TextBox 10">
            <a:extLst>
              <a:ext uri="{FF2B5EF4-FFF2-40B4-BE49-F238E27FC236}">
                <a16:creationId xmlns:a16="http://schemas.microsoft.com/office/drawing/2014/main" id="{E593E463-A8EF-4705-ABD8-B0DF507FBBE0}"/>
              </a:ext>
            </a:extLst>
          </p:cNvPr>
          <p:cNvSpPr txBox="1"/>
          <p:nvPr/>
        </p:nvSpPr>
        <p:spPr>
          <a:xfrm>
            <a:off x="10225433" y="915178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(g)</a:t>
            </a:r>
          </a:p>
        </p:txBody>
      </p:sp>
      <p:sp>
        <p:nvSpPr>
          <p:cNvPr id="12" name="TextBox 11">
            <a:extLst>
              <a:ext uri="{FF2B5EF4-FFF2-40B4-BE49-F238E27FC236}">
                <a16:creationId xmlns:a16="http://schemas.microsoft.com/office/drawing/2014/main" id="{3B16B80D-7BB0-9F42-A6BF-D2B56ABA1085}"/>
              </a:ext>
            </a:extLst>
          </p:cNvPr>
          <p:cNvSpPr txBox="1"/>
          <p:nvPr/>
        </p:nvSpPr>
        <p:spPr>
          <a:xfrm>
            <a:off x="3603501" y="12819630"/>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3" name="TextBox 12">
            <a:extLst>
              <a:ext uri="{FF2B5EF4-FFF2-40B4-BE49-F238E27FC236}">
                <a16:creationId xmlns:a16="http://schemas.microsoft.com/office/drawing/2014/main" id="{AF476960-00D8-93A1-C8B3-0CD3383A89BA}"/>
              </a:ext>
            </a:extLst>
          </p:cNvPr>
          <p:cNvSpPr txBox="1"/>
          <p:nvPr/>
        </p:nvSpPr>
        <p:spPr>
          <a:xfrm>
            <a:off x="10225433" y="12819630"/>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(h)</a:t>
            </a:r>
          </a:p>
        </p:txBody>
      </p:sp>
    </p:spTree>
    <p:extLst>
      <p:ext uri="{BB962C8B-B14F-4D97-AF65-F5344CB8AC3E}">
        <p14:creationId xmlns:p14="http://schemas.microsoft.com/office/powerpoint/2010/main" val="2894852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691359-37D7-F22A-13EA-E21EA4B30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3752" y="4964758"/>
            <a:ext cx="7621064" cy="7621064"/>
          </a:xfrm>
          <a:prstGeom prst="rect">
            <a:avLst/>
          </a:prstGeom>
        </p:spPr>
      </p:pic>
      <p:sp>
        <p:nvSpPr>
          <p:cNvPr id="6" name="TextBox 5">
            <a:extLst>
              <a:ext uri="{FF2B5EF4-FFF2-40B4-BE49-F238E27FC236}">
                <a16:creationId xmlns:a16="http://schemas.microsoft.com/office/drawing/2014/main" id="{11BE9840-55BF-98DB-FAAD-64983898E0D7}"/>
              </a:ext>
            </a:extLst>
          </p:cNvPr>
          <p:cNvSpPr txBox="1"/>
          <p:nvPr/>
        </p:nvSpPr>
        <p:spPr>
          <a:xfrm>
            <a:off x="4879851" y="4641592"/>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0488E419-EC36-1325-1D4E-BAE2FCF27872}"/>
              </a:ext>
            </a:extLst>
          </p:cNvPr>
          <p:cNvSpPr txBox="1"/>
          <p:nvPr/>
        </p:nvSpPr>
        <p:spPr>
          <a:xfrm>
            <a:off x="4874403" y="8613707"/>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364226317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7261</TotalTime>
  <Words>424</Words>
  <Application>Microsoft Office PowerPoint</Application>
  <PresentationFormat>Custom</PresentationFormat>
  <Paragraphs>187</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Yu Gothic</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2026-02-18T20:34:38Z</dcterms:modified>
</cp:coreProperties>
</file>