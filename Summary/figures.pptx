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7"/>
  </p:notesMasterIdLst>
  <p:sldIdLst>
    <p:sldId id="422" r:id="rId2"/>
    <p:sldId id="423" r:id="rId3"/>
    <p:sldId id="513" r:id="rId4"/>
    <p:sldId id="511" r:id="rId5"/>
    <p:sldId id="512" r:id="rId6"/>
  </p:sldIdLst>
  <p:sldSz cx="22860000" cy="22860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ginal_submission" id="{E4BD4140-1328-4ECB-9711-031F54ACF92C}">
          <p14:sldIdLst>
            <p14:sldId id="422"/>
            <p14:sldId id="423"/>
            <p14:sldId id="513"/>
            <p14:sldId id="511"/>
            <p14:sldId id="51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2D050"/>
    <a:srgbClr val="D2232E"/>
    <a:srgbClr val="393F7C"/>
    <a:srgbClr val="000000"/>
    <a:srgbClr val="5ABAB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0E1D0F2-3E04-4D0A-847D-0FECA4BDAAD3}" v="97" dt="2025-07-28T22:05:37.92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779" autoAdjust="0"/>
    <p:restoredTop sz="94660"/>
  </p:normalViewPr>
  <p:slideViewPr>
    <p:cSldViewPr snapToGrid="0">
      <p:cViewPr>
        <p:scale>
          <a:sx n="50" d="100"/>
          <a:sy n="50" d="100"/>
        </p:scale>
        <p:origin x="24" y="-2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13"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notesMaster" Target="notesMasters/notesMaster1.xml"/><Relationship Id="rId12" Type="http://schemas.microsoft.com/office/2016/11/relationships/changesInfo" Target="changesInfos/changesInfo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nathan Mah" userId="5261b2f2f3e51194" providerId="LiveId" clId="{D0E1D0F2-3E04-4D0A-847D-0FECA4BDAAD3}"/>
    <pc:docChg chg="undo custSel addSld delSld modSld delSection modSection">
      <pc:chgData name="Jonathan Mah" userId="5261b2f2f3e51194" providerId="LiveId" clId="{D0E1D0F2-3E04-4D0A-847D-0FECA4BDAAD3}" dt="2025-07-28T22:06:25.700" v="2206" actId="1038"/>
      <pc:docMkLst>
        <pc:docMk/>
      </pc:docMkLst>
      <pc:sldChg chg="delSp del mod">
        <pc:chgData name="Jonathan Mah" userId="5261b2f2f3e51194" providerId="LiveId" clId="{D0E1D0F2-3E04-4D0A-847D-0FECA4BDAAD3}" dt="2025-07-28T19:54:01.841" v="26" actId="47"/>
        <pc:sldMkLst>
          <pc:docMk/>
          <pc:sldMk cId="2548783154" sldId="412"/>
        </pc:sldMkLst>
        <pc:spChg chg="del">
          <ac:chgData name="Jonathan Mah" userId="5261b2f2f3e51194" providerId="LiveId" clId="{D0E1D0F2-3E04-4D0A-847D-0FECA4BDAAD3}" dt="2025-07-28T19:53:44.679" v="24" actId="478"/>
          <ac:spMkLst>
            <pc:docMk/>
            <pc:sldMk cId="2548783154" sldId="412"/>
            <ac:spMk id="14" creationId="{D5A48ADE-F577-27AD-1B7E-CF549FCD2D09}"/>
          </ac:spMkLst>
        </pc:spChg>
        <pc:spChg chg="del">
          <ac:chgData name="Jonathan Mah" userId="5261b2f2f3e51194" providerId="LiveId" clId="{D0E1D0F2-3E04-4D0A-847D-0FECA4BDAAD3}" dt="2025-07-28T19:53:44.679" v="24" actId="478"/>
          <ac:spMkLst>
            <pc:docMk/>
            <pc:sldMk cId="2548783154" sldId="412"/>
            <ac:spMk id="30" creationId="{F354C963-2232-7F9B-16E5-84C01783A459}"/>
          </ac:spMkLst>
        </pc:spChg>
        <pc:spChg chg="del">
          <ac:chgData name="Jonathan Mah" userId="5261b2f2f3e51194" providerId="LiveId" clId="{D0E1D0F2-3E04-4D0A-847D-0FECA4BDAAD3}" dt="2025-07-28T19:53:44.679" v="24" actId="478"/>
          <ac:spMkLst>
            <pc:docMk/>
            <pc:sldMk cId="2548783154" sldId="412"/>
            <ac:spMk id="32" creationId="{B385F478-C06D-6E2D-3F5B-FD14F152EC92}"/>
          </ac:spMkLst>
        </pc:spChg>
        <pc:spChg chg="del">
          <ac:chgData name="Jonathan Mah" userId="5261b2f2f3e51194" providerId="LiveId" clId="{D0E1D0F2-3E04-4D0A-847D-0FECA4BDAAD3}" dt="2025-07-28T19:53:44.679" v="24" actId="478"/>
          <ac:spMkLst>
            <pc:docMk/>
            <pc:sldMk cId="2548783154" sldId="412"/>
            <ac:spMk id="41" creationId="{CC014116-62F8-4C34-A785-56140C2E9EE6}"/>
          </ac:spMkLst>
        </pc:spChg>
        <pc:spChg chg="del">
          <ac:chgData name="Jonathan Mah" userId="5261b2f2f3e51194" providerId="LiveId" clId="{D0E1D0F2-3E04-4D0A-847D-0FECA4BDAAD3}" dt="2025-07-28T19:53:44.679" v="24" actId="478"/>
          <ac:spMkLst>
            <pc:docMk/>
            <pc:sldMk cId="2548783154" sldId="412"/>
            <ac:spMk id="51" creationId="{723EA04C-B49E-4480-97DD-E8A7EC1C6C05}"/>
          </ac:spMkLst>
        </pc:spChg>
        <pc:spChg chg="del">
          <ac:chgData name="Jonathan Mah" userId="5261b2f2f3e51194" providerId="LiveId" clId="{D0E1D0F2-3E04-4D0A-847D-0FECA4BDAAD3}" dt="2025-07-28T19:53:44.679" v="24" actId="478"/>
          <ac:spMkLst>
            <pc:docMk/>
            <pc:sldMk cId="2548783154" sldId="412"/>
            <ac:spMk id="54" creationId="{E077384C-040C-4632-AAA3-539A810BE231}"/>
          </ac:spMkLst>
        </pc:spChg>
        <pc:spChg chg="del">
          <ac:chgData name="Jonathan Mah" userId="5261b2f2f3e51194" providerId="LiveId" clId="{D0E1D0F2-3E04-4D0A-847D-0FECA4BDAAD3}" dt="2025-07-28T19:53:49.554" v="25" actId="478"/>
          <ac:spMkLst>
            <pc:docMk/>
            <pc:sldMk cId="2548783154" sldId="412"/>
            <ac:spMk id="56" creationId="{CE0379EF-B99B-A0E7-2B25-7CE7974E7DE2}"/>
          </ac:spMkLst>
        </pc:spChg>
        <pc:spChg chg="del">
          <ac:chgData name="Jonathan Mah" userId="5261b2f2f3e51194" providerId="LiveId" clId="{D0E1D0F2-3E04-4D0A-847D-0FECA4BDAAD3}" dt="2025-07-28T19:53:49.554" v="25" actId="478"/>
          <ac:spMkLst>
            <pc:docMk/>
            <pc:sldMk cId="2548783154" sldId="412"/>
            <ac:spMk id="57" creationId="{550B4DEA-843C-20F4-3D56-7894DEFE437C}"/>
          </ac:spMkLst>
        </pc:spChg>
        <pc:spChg chg="del">
          <ac:chgData name="Jonathan Mah" userId="5261b2f2f3e51194" providerId="LiveId" clId="{D0E1D0F2-3E04-4D0A-847D-0FECA4BDAAD3}" dt="2025-07-28T19:53:49.554" v="25" actId="478"/>
          <ac:spMkLst>
            <pc:docMk/>
            <pc:sldMk cId="2548783154" sldId="412"/>
            <ac:spMk id="62" creationId="{69F1E40A-8A34-FAF4-600E-DBB73398A5A9}"/>
          </ac:spMkLst>
        </pc:spChg>
        <pc:spChg chg="del">
          <ac:chgData name="Jonathan Mah" userId="5261b2f2f3e51194" providerId="LiveId" clId="{D0E1D0F2-3E04-4D0A-847D-0FECA4BDAAD3}" dt="2025-07-28T19:53:49.554" v="25" actId="478"/>
          <ac:spMkLst>
            <pc:docMk/>
            <pc:sldMk cId="2548783154" sldId="412"/>
            <ac:spMk id="65" creationId="{E9BFE77D-B565-9F30-455F-F2B9A5060D7F}"/>
          </ac:spMkLst>
        </pc:spChg>
        <pc:spChg chg="del">
          <ac:chgData name="Jonathan Mah" userId="5261b2f2f3e51194" providerId="LiveId" clId="{D0E1D0F2-3E04-4D0A-847D-0FECA4BDAAD3}" dt="2025-07-28T19:53:49.554" v="25" actId="478"/>
          <ac:spMkLst>
            <pc:docMk/>
            <pc:sldMk cId="2548783154" sldId="412"/>
            <ac:spMk id="67" creationId="{26195334-2C88-8CB3-6767-268E6655F5E4}"/>
          </ac:spMkLst>
        </pc:spChg>
        <pc:spChg chg="del">
          <ac:chgData name="Jonathan Mah" userId="5261b2f2f3e51194" providerId="LiveId" clId="{D0E1D0F2-3E04-4D0A-847D-0FECA4BDAAD3}" dt="2025-07-28T19:53:49.554" v="25" actId="478"/>
          <ac:spMkLst>
            <pc:docMk/>
            <pc:sldMk cId="2548783154" sldId="412"/>
            <ac:spMk id="68" creationId="{F04566C0-5EE9-4E6A-7CC2-3CD2512305F4}"/>
          </ac:spMkLst>
        </pc:spChg>
        <pc:spChg chg="del">
          <ac:chgData name="Jonathan Mah" userId="5261b2f2f3e51194" providerId="LiveId" clId="{D0E1D0F2-3E04-4D0A-847D-0FECA4BDAAD3}" dt="2025-07-28T19:53:49.554" v="25" actId="478"/>
          <ac:spMkLst>
            <pc:docMk/>
            <pc:sldMk cId="2548783154" sldId="412"/>
            <ac:spMk id="69" creationId="{110831FE-3105-90C7-A480-FCD35961B123}"/>
          </ac:spMkLst>
        </pc:spChg>
        <pc:spChg chg="del">
          <ac:chgData name="Jonathan Mah" userId="5261b2f2f3e51194" providerId="LiveId" clId="{D0E1D0F2-3E04-4D0A-847D-0FECA4BDAAD3}" dt="2025-07-28T19:53:49.554" v="25" actId="478"/>
          <ac:spMkLst>
            <pc:docMk/>
            <pc:sldMk cId="2548783154" sldId="412"/>
            <ac:spMk id="70" creationId="{D4DB33C3-13AC-9D5D-0BE0-CF48A48FDF58}"/>
          </ac:spMkLst>
        </pc:spChg>
        <pc:spChg chg="del">
          <ac:chgData name="Jonathan Mah" userId="5261b2f2f3e51194" providerId="LiveId" clId="{D0E1D0F2-3E04-4D0A-847D-0FECA4BDAAD3}" dt="2025-07-28T19:53:49.554" v="25" actId="478"/>
          <ac:spMkLst>
            <pc:docMk/>
            <pc:sldMk cId="2548783154" sldId="412"/>
            <ac:spMk id="74" creationId="{0FE2B0F3-E6FE-87C6-93FF-1BEF026579C0}"/>
          </ac:spMkLst>
        </pc:spChg>
        <pc:spChg chg="del">
          <ac:chgData name="Jonathan Mah" userId="5261b2f2f3e51194" providerId="LiveId" clId="{D0E1D0F2-3E04-4D0A-847D-0FECA4BDAAD3}" dt="2025-07-28T19:53:49.554" v="25" actId="478"/>
          <ac:spMkLst>
            <pc:docMk/>
            <pc:sldMk cId="2548783154" sldId="412"/>
            <ac:spMk id="76" creationId="{5BBBB157-3D13-3DA6-925B-C2B4C06B2AC8}"/>
          </ac:spMkLst>
        </pc:spChg>
        <pc:spChg chg="del">
          <ac:chgData name="Jonathan Mah" userId="5261b2f2f3e51194" providerId="LiveId" clId="{D0E1D0F2-3E04-4D0A-847D-0FECA4BDAAD3}" dt="2025-07-28T19:53:44.679" v="24" actId="478"/>
          <ac:spMkLst>
            <pc:docMk/>
            <pc:sldMk cId="2548783154" sldId="412"/>
            <ac:spMk id="101" creationId="{F3F6184B-D203-456B-926E-608EB61C676A}"/>
          </ac:spMkLst>
        </pc:spChg>
        <pc:spChg chg="del">
          <ac:chgData name="Jonathan Mah" userId="5261b2f2f3e51194" providerId="LiveId" clId="{D0E1D0F2-3E04-4D0A-847D-0FECA4BDAAD3}" dt="2025-07-28T19:53:44.679" v="24" actId="478"/>
          <ac:spMkLst>
            <pc:docMk/>
            <pc:sldMk cId="2548783154" sldId="412"/>
            <ac:spMk id="146" creationId="{EBE7845E-76DC-4E0A-B084-C363DFC42E17}"/>
          </ac:spMkLst>
        </pc:spChg>
        <pc:spChg chg="del">
          <ac:chgData name="Jonathan Mah" userId="5261b2f2f3e51194" providerId="LiveId" clId="{D0E1D0F2-3E04-4D0A-847D-0FECA4BDAAD3}" dt="2025-07-28T19:53:44.679" v="24" actId="478"/>
          <ac:spMkLst>
            <pc:docMk/>
            <pc:sldMk cId="2548783154" sldId="412"/>
            <ac:spMk id="147" creationId="{14F9F669-9B79-4BF1-AC8A-0E29C5538F70}"/>
          </ac:spMkLst>
        </pc:spChg>
        <pc:spChg chg="del">
          <ac:chgData name="Jonathan Mah" userId="5261b2f2f3e51194" providerId="LiveId" clId="{D0E1D0F2-3E04-4D0A-847D-0FECA4BDAAD3}" dt="2025-07-28T19:53:44.679" v="24" actId="478"/>
          <ac:spMkLst>
            <pc:docMk/>
            <pc:sldMk cId="2548783154" sldId="412"/>
            <ac:spMk id="152" creationId="{8E999725-2F86-46C9-83E9-B2CE282556BF}"/>
          </ac:spMkLst>
        </pc:spChg>
      </pc:sldChg>
      <pc:sldChg chg="del">
        <pc:chgData name="Jonathan Mah" userId="5261b2f2f3e51194" providerId="LiveId" clId="{D0E1D0F2-3E04-4D0A-847D-0FECA4BDAAD3}" dt="2025-07-28T19:52:19.870" v="2" actId="47"/>
        <pc:sldMkLst>
          <pc:docMk/>
          <pc:sldMk cId="3979493213" sldId="413"/>
        </pc:sldMkLst>
      </pc:sldChg>
      <pc:sldChg chg="del">
        <pc:chgData name="Jonathan Mah" userId="5261b2f2f3e51194" providerId="LiveId" clId="{D0E1D0F2-3E04-4D0A-847D-0FECA4BDAAD3}" dt="2025-07-28T19:52:21.048" v="3" actId="47"/>
        <pc:sldMkLst>
          <pc:docMk/>
          <pc:sldMk cId="3956265726" sldId="414"/>
        </pc:sldMkLst>
      </pc:sldChg>
      <pc:sldChg chg="del">
        <pc:chgData name="Jonathan Mah" userId="5261b2f2f3e51194" providerId="LiveId" clId="{D0E1D0F2-3E04-4D0A-847D-0FECA4BDAAD3}" dt="2025-07-28T19:52:10.761" v="0" actId="47"/>
        <pc:sldMkLst>
          <pc:docMk/>
          <pc:sldMk cId="3952196035" sldId="420"/>
        </pc:sldMkLst>
      </pc:sldChg>
      <pc:sldChg chg="addSp delSp modSp mod">
        <pc:chgData name="Jonathan Mah" userId="5261b2f2f3e51194" providerId="LiveId" clId="{D0E1D0F2-3E04-4D0A-847D-0FECA4BDAAD3}" dt="2025-07-28T21:07:52.079" v="452" actId="1076"/>
        <pc:sldMkLst>
          <pc:docMk/>
          <pc:sldMk cId="2126933953" sldId="423"/>
        </pc:sldMkLst>
        <pc:spChg chg="add mod">
          <ac:chgData name="Jonathan Mah" userId="5261b2f2f3e51194" providerId="LiveId" clId="{D0E1D0F2-3E04-4D0A-847D-0FECA4BDAAD3}" dt="2025-07-28T21:06:16.371" v="400" actId="1076"/>
          <ac:spMkLst>
            <pc:docMk/>
            <pc:sldMk cId="2126933953" sldId="423"/>
            <ac:spMk id="2" creationId="{D80223C5-416F-C8FF-AB89-F746F6089ADB}"/>
          </ac:spMkLst>
        </pc:spChg>
        <pc:spChg chg="add mod">
          <ac:chgData name="Jonathan Mah" userId="5261b2f2f3e51194" providerId="LiveId" clId="{D0E1D0F2-3E04-4D0A-847D-0FECA4BDAAD3}" dt="2025-07-28T19:56:28.850" v="157" actId="1036"/>
          <ac:spMkLst>
            <pc:docMk/>
            <pc:sldMk cId="2126933953" sldId="423"/>
            <ac:spMk id="3" creationId="{41AB1750-CAEE-FABA-8A61-7CF844081CCA}"/>
          </ac:spMkLst>
        </pc:spChg>
        <pc:spChg chg="mod">
          <ac:chgData name="Jonathan Mah" userId="5261b2f2f3e51194" providerId="LiveId" clId="{D0E1D0F2-3E04-4D0A-847D-0FECA4BDAAD3}" dt="2025-07-28T21:06:16.371" v="400" actId="1076"/>
          <ac:spMkLst>
            <pc:docMk/>
            <pc:sldMk cId="2126933953" sldId="423"/>
            <ac:spMk id="4" creationId="{7D566C64-33B4-D69F-A07A-7AABF0CB533E}"/>
          </ac:spMkLst>
        </pc:spChg>
        <pc:spChg chg="mod">
          <ac:chgData name="Jonathan Mah" userId="5261b2f2f3e51194" providerId="LiveId" clId="{D0E1D0F2-3E04-4D0A-847D-0FECA4BDAAD3}" dt="2025-07-28T19:57:24.902" v="238" actId="14100"/>
          <ac:spMkLst>
            <pc:docMk/>
            <pc:sldMk cId="2126933953" sldId="423"/>
            <ac:spMk id="5" creationId="{0B8DB436-7BEB-6FC3-E818-8DF890279EC5}"/>
          </ac:spMkLst>
        </pc:spChg>
        <pc:spChg chg="add del mod">
          <ac:chgData name="Jonathan Mah" userId="5261b2f2f3e51194" providerId="LiveId" clId="{D0E1D0F2-3E04-4D0A-847D-0FECA4BDAAD3}" dt="2025-07-28T19:57:34.089" v="241" actId="113"/>
          <ac:spMkLst>
            <pc:docMk/>
            <pc:sldMk cId="2126933953" sldId="423"/>
            <ac:spMk id="6" creationId="{EEAB0D76-42BF-673D-C73F-9374D561A3FD}"/>
          </ac:spMkLst>
        </pc:spChg>
        <pc:spChg chg="add del mod">
          <ac:chgData name="Jonathan Mah" userId="5261b2f2f3e51194" providerId="LiveId" clId="{D0E1D0F2-3E04-4D0A-847D-0FECA4BDAAD3}" dt="2025-07-28T19:57:34.089" v="241" actId="113"/>
          <ac:spMkLst>
            <pc:docMk/>
            <pc:sldMk cId="2126933953" sldId="423"/>
            <ac:spMk id="7" creationId="{A2CF1071-47A6-D8E9-DD6C-B6918D8C3769}"/>
          </ac:spMkLst>
        </pc:spChg>
        <pc:spChg chg="del">
          <ac:chgData name="Jonathan Mah" userId="5261b2f2f3e51194" providerId="LiveId" clId="{D0E1D0F2-3E04-4D0A-847D-0FECA4BDAAD3}" dt="2025-07-28T19:54:18.148" v="29" actId="478"/>
          <ac:spMkLst>
            <pc:docMk/>
            <pc:sldMk cId="2126933953" sldId="423"/>
            <ac:spMk id="8" creationId="{8E3BD336-F134-3F9B-B16F-450D34F439CA}"/>
          </ac:spMkLst>
        </pc:spChg>
        <pc:spChg chg="del">
          <ac:chgData name="Jonathan Mah" userId="5261b2f2f3e51194" providerId="LiveId" clId="{D0E1D0F2-3E04-4D0A-847D-0FECA4BDAAD3}" dt="2025-07-28T19:54:18.983" v="30" actId="478"/>
          <ac:spMkLst>
            <pc:docMk/>
            <pc:sldMk cId="2126933953" sldId="423"/>
            <ac:spMk id="9" creationId="{585B3896-D963-0E33-3141-4B722A2CDBC5}"/>
          </ac:spMkLst>
        </pc:spChg>
        <pc:spChg chg="del">
          <ac:chgData name="Jonathan Mah" userId="5261b2f2f3e51194" providerId="LiveId" clId="{D0E1D0F2-3E04-4D0A-847D-0FECA4BDAAD3}" dt="2025-07-28T19:54:18.148" v="29" actId="478"/>
          <ac:spMkLst>
            <pc:docMk/>
            <pc:sldMk cId="2126933953" sldId="423"/>
            <ac:spMk id="10" creationId="{98BEBF8C-7ABC-C2D2-1B77-9CBC773DA6F3}"/>
          </ac:spMkLst>
        </pc:spChg>
        <pc:spChg chg="mod">
          <ac:chgData name="Jonathan Mah" userId="5261b2f2f3e51194" providerId="LiveId" clId="{D0E1D0F2-3E04-4D0A-847D-0FECA4BDAAD3}" dt="2025-07-28T19:59:37.449" v="255" actId="1076"/>
          <ac:spMkLst>
            <pc:docMk/>
            <pc:sldMk cId="2126933953" sldId="423"/>
            <ac:spMk id="11" creationId="{56E5EA01-39A4-5644-DD58-A9DECE617716}"/>
          </ac:spMkLst>
        </pc:spChg>
        <pc:spChg chg="mod">
          <ac:chgData name="Jonathan Mah" userId="5261b2f2f3e51194" providerId="LiveId" clId="{D0E1D0F2-3E04-4D0A-847D-0FECA4BDAAD3}" dt="2025-07-28T19:56:48.052" v="206" actId="1038"/>
          <ac:spMkLst>
            <pc:docMk/>
            <pc:sldMk cId="2126933953" sldId="423"/>
            <ac:spMk id="12" creationId="{E5347345-A465-EA7C-BD9D-5557D857B2DD}"/>
          </ac:spMkLst>
        </pc:spChg>
        <pc:spChg chg="del mod">
          <ac:chgData name="Jonathan Mah" userId="5261b2f2f3e51194" providerId="LiveId" clId="{D0E1D0F2-3E04-4D0A-847D-0FECA4BDAAD3}" dt="2025-07-28T19:55:27.094" v="50" actId="478"/>
          <ac:spMkLst>
            <pc:docMk/>
            <pc:sldMk cId="2126933953" sldId="423"/>
            <ac:spMk id="13" creationId="{92F09A74-C6C3-1FF3-9A01-64E7FA90B09B}"/>
          </ac:spMkLst>
        </pc:spChg>
        <pc:spChg chg="del mod">
          <ac:chgData name="Jonathan Mah" userId="5261b2f2f3e51194" providerId="LiveId" clId="{D0E1D0F2-3E04-4D0A-847D-0FECA4BDAAD3}" dt="2025-07-28T19:55:27.094" v="50" actId="478"/>
          <ac:spMkLst>
            <pc:docMk/>
            <pc:sldMk cId="2126933953" sldId="423"/>
            <ac:spMk id="14" creationId="{D55DA0BF-9CA9-07B5-C24C-A8CDA03D2DCC}"/>
          </ac:spMkLst>
        </pc:spChg>
        <pc:spChg chg="del">
          <ac:chgData name="Jonathan Mah" userId="5261b2f2f3e51194" providerId="LiveId" clId="{D0E1D0F2-3E04-4D0A-847D-0FECA4BDAAD3}" dt="2025-07-28T19:54:30.166" v="37" actId="478"/>
          <ac:spMkLst>
            <pc:docMk/>
            <pc:sldMk cId="2126933953" sldId="423"/>
            <ac:spMk id="15" creationId="{9D4A858E-20BF-3A47-66E6-AB9C9B45CA61}"/>
          </ac:spMkLst>
        </pc:spChg>
        <pc:spChg chg="del">
          <ac:chgData name="Jonathan Mah" userId="5261b2f2f3e51194" providerId="LiveId" clId="{D0E1D0F2-3E04-4D0A-847D-0FECA4BDAAD3}" dt="2025-07-28T19:54:29.700" v="36" actId="478"/>
          <ac:spMkLst>
            <pc:docMk/>
            <pc:sldMk cId="2126933953" sldId="423"/>
            <ac:spMk id="16" creationId="{22E0B7A7-00FF-E438-8204-9DFC42C42369}"/>
          </ac:spMkLst>
        </pc:spChg>
        <pc:spChg chg="del">
          <ac:chgData name="Jonathan Mah" userId="5261b2f2f3e51194" providerId="LiveId" clId="{D0E1D0F2-3E04-4D0A-847D-0FECA4BDAAD3}" dt="2025-07-28T19:54:29.337" v="35" actId="478"/>
          <ac:spMkLst>
            <pc:docMk/>
            <pc:sldMk cId="2126933953" sldId="423"/>
            <ac:spMk id="17" creationId="{DD8769EB-519C-27D9-C930-88A2567EE4AE}"/>
          </ac:spMkLst>
        </pc:spChg>
        <pc:spChg chg="del">
          <ac:chgData name="Jonathan Mah" userId="5261b2f2f3e51194" providerId="LiveId" clId="{D0E1D0F2-3E04-4D0A-847D-0FECA4BDAAD3}" dt="2025-07-28T19:54:30.854" v="38" actId="478"/>
          <ac:spMkLst>
            <pc:docMk/>
            <pc:sldMk cId="2126933953" sldId="423"/>
            <ac:spMk id="18" creationId="{50A4878A-C69F-11ED-FEBE-7B76E3B4C95F}"/>
          </ac:spMkLst>
        </pc:spChg>
        <pc:spChg chg="del">
          <ac:chgData name="Jonathan Mah" userId="5261b2f2f3e51194" providerId="LiveId" clId="{D0E1D0F2-3E04-4D0A-847D-0FECA4BDAAD3}" dt="2025-07-28T19:54:31.284" v="39" actId="478"/>
          <ac:spMkLst>
            <pc:docMk/>
            <pc:sldMk cId="2126933953" sldId="423"/>
            <ac:spMk id="19" creationId="{001002A5-DB27-9414-96B7-9D0E62F6129E}"/>
          </ac:spMkLst>
        </pc:spChg>
        <pc:spChg chg="del">
          <ac:chgData name="Jonathan Mah" userId="5261b2f2f3e51194" providerId="LiveId" clId="{D0E1D0F2-3E04-4D0A-847D-0FECA4BDAAD3}" dt="2025-07-28T19:54:31.747" v="40" actId="478"/>
          <ac:spMkLst>
            <pc:docMk/>
            <pc:sldMk cId="2126933953" sldId="423"/>
            <ac:spMk id="20" creationId="{51975A09-8F80-E458-56F0-8B8E9391A0B0}"/>
          </ac:spMkLst>
        </pc:spChg>
        <pc:spChg chg="del">
          <ac:chgData name="Jonathan Mah" userId="5261b2f2f3e51194" providerId="LiveId" clId="{D0E1D0F2-3E04-4D0A-847D-0FECA4BDAAD3}" dt="2025-07-28T19:54:32.228" v="41" actId="478"/>
          <ac:spMkLst>
            <pc:docMk/>
            <pc:sldMk cId="2126933953" sldId="423"/>
            <ac:spMk id="21" creationId="{9AC51A11-2514-11D7-91BC-6DC648672C28}"/>
          </ac:spMkLst>
        </pc:spChg>
        <pc:spChg chg="del">
          <ac:chgData name="Jonathan Mah" userId="5261b2f2f3e51194" providerId="LiveId" clId="{D0E1D0F2-3E04-4D0A-847D-0FECA4BDAAD3}" dt="2025-07-28T19:54:32.788" v="42" actId="478"/>
          <ac:spMkLst>
            <pc:docMk/>
            <pc:sldMk cId="2126933953" sldId="423"/>
            <ac:spMk id="22" creationId="{2E00FEC7-35E9-5998-BC36-82BCAC3D91AE}"/>
          </ac:spMkLst>
        </pc:spChg>
        <pc:spChg chg="del">
          <ac:chgData name="Jonathan Mah" userId="5261b2f2f3e51194" providerId="LiveId" clId="{D0E1D0F2-3E04-4D0A-847D-0FECA4BDAAD3}" dt="2025-07-28T19:54:33.189" v="43" actId="478"/>
          <ac:spMkLst>
            <pc:docMk/>
            <pc:sldMk cId="2126933953" sldId="423"/>
            <ac:spMk id="23" creationId="{7A20D131-AC36-81F6-B1B1-098B00C020A8}"/>
          </ac:spMkLst>
        </pc:spChg>
        <pc:spChg chg="mod">
          <ac:chgData name="Jonathan Mah" userId="5261b2f2f3e51194" providerId="LiveId" clId="{D0E1D0F2-3E04-4D0A-847D-0FECA4BDAAD3}" dt="2025-07-28T21:06:16.371" v="400" actId="1076"/>
          <ac:spMkLst>
            <pc:docMk/>
            <pc:sldMk cId="2126933953" sldId="423"/>
            <ac:spMk id="24" creationId="{BD9F205E-6974-EBA7-9EC3-F6D8954146E7}"/>
          </ac:spMkLst>
        </pc:spChg>
        <pc:spChg chg="mod">
          <ac:chgData name="Jonathan Mah" userId="5261b2f2f3e51194" providerId="LiveId" clId="{D0E1D0F2-3E04-4D0A-847D-0FECA4BDAAD3}" dt="2025-07-28T19:57:09.511" v="218" actId="1037"/>
          <ac:spMkLst>
            <pc:docMk/>
            <pc:sldMk cId="2126933953" sldId="423"/>
            <ac:spMk id="25" creationId="{C08057AF-0E75-5686-1F68-EFEE23F32660}"/>
          </ac:spMkLst>
        </pc:spChg>
        <pc:spChg chg="mod">
          <ac:chgData name="Jonathan Mah" userId="5261b2f2f3e51194" providerId="LiveId" clId="{D0E1D0F2-3E04-4D0A-847D-0FECA4BDAAD3}" dt="2025-07-28T19:57:09.511" v="218" actId="1037"/>
          <ac:spMkLst>
            <pc:docMk/>
            <pc:sldMk cId="2126933953" sldId="423"/>
            <ac:spMk id="26" creationId="{59567512-1A9A-EA11-8BC1-EC0E68658617}"/>
          </ac:spMkLst>
        </pc:spChg>
        <pc:spChg chg="mod">
          <ac:chgData name="Jonathan Mah" userId="5261b2f2f3e51194" providerId="LiveId" clId="{D0E1D0F2-3E04-4D0A-847D-0FECA4BDAAD3}" dt="2025-07-28T21:06:16.371" v="400" actId="1076"/>
          <ac:spMkLst>
            <pc:docMk/>
            <pc:sldMk cId="2126933953" sldId="423"/>
            <ac:spMk id="28" creationId="{D113EFA9-1AF6-F6FE-7EF0-75ECC3CA5812}"/>
          </ac:spMkLst>
        </pc:spChg>
        <pc:spChg chg="mod">
          <ac:chgData name="Jonathan Mah" userId="5261b2f2f3e51194" providerId="LiveId" clId="{D0E1D0F2-3E04-4D0A-847D-0FECA4BDAAD3}" dt="2025-07-28T19:57:54.678" v="246" actId="1076"/>
          <ac:spMkLst>
            <pc:docMk/>
            <pc:sldMk cId="2126933953" sldId="423"/>
            <ac:spMk id="29" creationId="{8531D876-88AE-4755-8979-FF8D4C7F2CCB}"/>
          </ac:spMkLst>
        </pc:spChg>
        <pc:spChg chg="mod">
          <ac:chgData name="Jonathan Mah" userId="5261b2f2f3e51194" providerId="LiveId" clId="{D0E1D0F2-3E04-4D0A-847D-0FECA4BDAAD3}" dt="2025-07-28T21:06:16.371" v="400" actId="1076"/>
          <ac:spMkLst>
            <pc:docMk/>
            <pc:sldMk cId="2126933953" sldId="423"/>
            <ac:spMk id="30" creationId="{A3FBB3F6-CDF7-8F7E-B9FE-31F381005430}"/>
          </ac:spMkLst>
        </pc:spChg>
        <pc:spChg chg="add mod">
          <ac:chgData name="Jonathan Mah" userId="5261b2f2f3e51194" providerId="LiveId" clId="{D0E1D0F2-3E04-4D0A-847D-0FECA4BDAAD3}" dt="2025-07-28T21:06:16.371" v="400" actId="1076"/>
          <ac:spMkLst>
            <pc:docMk/>
            <pc:sldMk cId="2126933953" sldId="423"/>
            <ac:spMk id="31" creationId="{C872BB63-91B1-8C0D-B675-B26ED4579D0C}"/>
          </ac:spMkLst>
        </pc:spChg>
        <pc:spChg chg="add mod">
          <ac:chgData name="Jonathan Mah" userId="5261b2f2f3e51194" providerId="LiveId" clId="{D0E1D0F2-3E04-4D0A-847D-0FECA4BDAAD3}" dt="2025-07-28T19:57:09.511" v="218" actId="1037"/>
          <ac:spMkLst>
            <pc:docMk/>
            <pc:sldMk cId="2126933953" sldId="423"/>
            <ac:spMk id="32" creationId="{92DC2879-A3CB-3542-49F0-10AB63CDE34A}"/>
          </ac:spMkLst>
        </pc:spChg>
        <pc:spChg chg="add mod">
          <ac:chgData name="Jonathan Mah" userId="5261b2f2f3e51194" providerId="LiveId" clId="{D0E1D0F2-3E04-4D0A-847D-0FECA4BDAAD3}" dt="2025-07-28T19:57:09.511" v="218" actId="1037"/>
          <ac:spMkLst>
            <pc:docMk/>
            <pc:sldMk cId="2126933953" sldId="423"/>
            <ac:spMk id="33" creationId="{ED20DA58-FF88-86A7-448E-F35C4EC4C144}"/>
          </ac:spMkLst>
        </pc:spChg>
        <pc:spChg chg="add mod">
          <ac:chgData name="Jonathan Mah" userId="5261b2f2f3e51194" providerId="LiveId" clId="{D0E1D0F2-3E04-4D0A-847D-0FECA4BDAAD3}" dt="2025-07-28T21:06:16.371" v="400" actId="1076"/>
          <ac:spMkLst>
            <pc:docMk/>
            <pc:sldMk cId="2126933953" sldId="423"/>
            <ac:spMk id="35" creationId="{07B205D6-34CB-BB0F-9EF1-350A345C2080}"/>
          </ac:spMkLst>
        </pc:spChg>
        <pc:spChg chg="add mod">
          <ac:chgData name="Jonathan Mah" userId="5261b2f2f3e51194" providerId="LiveId" clId="{D0E1D0F2-3E04-4D0A-847D-0FECA4BDAAD3}" dt="2025-07-28T21:06:16.371" v="400" actId="1076"/>
          <ac:spMkLst>
            <pc:docMk/>
            <pc:sldMk cId="2126933953" sldId="423"/>
            <ac:spMk id="36" creationId="{6FA518AA-29E2-F719-CB42-62AC6A0C1E3D}"/>
          </ac:spMkLst>
        </pc:spChg>
        <pc:spChg chg="add mod">
          <ac:chgData name="Jonathan Mah" userId="5261b2f2f3e51194" providerId="LiveId" clId="{D0E1D0F2-3E04-4D0A-847D-0FECA4BDAAD3}" dt="2025-07-28T19:58:02.172" v="248" actId="1076"/>
          <ac:spMkLst>
            <pc:docMk/>
            <pc:sldMk cId="2126933953" sldId="423"/>
            <ac:spMk id="37" creationId="{0398B865-D378-B0C9-1ABA-5A09D85E46A1}"/>
          </ac:spMkLst>
        </pc:spChg>
        <pc:spChg chg="add mod">
          <ac:chgData name="Jonathan Mah" userId="5261b2f2f3e51194" providerId="LiveId" clId="{D0E1D0F2-3E04-4D0A-847D-0FECA4BDAAD3}" dt="2025-07-28T19:59:23.585" v="252" actId="1076"/>
          <ac:spMkLst>
            <pc:docMk/>
            <pc:sldMk cId="2126933953" sldId="423"/>
            <ac:spMk id="38" creationId="{6CABFD97-21D1-3540-BB20-28E0252FD00D}"/>
          </ac:spMkLst>
        </pc:spChg>
        <pc:spChg chg="add mod">
          <ac:chgData name="Jonathan Mah" userId="5261b2f2f3e51194" providerId="LiveId" clId="{D0E1D0F2-3E04-4D0A-847D-0FECA4BDAAD3}" dt="2025-07-28T21:06:16.371" v="400" actId="1076"/>
          <ac:spMkLst>
            <pc:docMk/>
            <pc:sldMk cId="2126933953" sldId="423"/>
            <ac:spMk id="39" creationId="{1DDE22A2-11C9-B369-63B9-177ACABD96D2}"/>
          </ac:spMkLst>
        </pc:spChg>
        <pc:spChg chg="add mod">
          <ac:chgData name="Jonathan Mah" userId="5261b2f2f3e51194" providerId="LiveId" clId="{D0E1D0F2-3E04-4D0A-847D-0FECA4BDAAD3}" dt="2025-07-28T20:00:11.106" v="259" actId="207"/>
          <ac:spMkLst>
            <pc:docMk/>
            <pc:sldMk cId="2126933953" sldId="423"/>
            <ac:spMk id="40" creationId="{6F338A14-0521-FB0D-0107-2C0AF7AC64C8}"/>
          </ac:spMkLst>
        </pc:spChg>
        <pc:spChg chg="add mod">
          <ac:chgData name="Jonathan Mah" userId="5261b2f2f3e51194" providerId="LiveId" clId="{D0E1D0F2-3E04-4D0A-847D-0FECA4BDAAD3}" dt="2025-07-28T21:07:52.079" v="452" actId="1076"/>
          <ac:spMkLst>
            <pc:docMk/>
            <pc:sldMk cId="2126933953" sldId="423"/>
            <ac:spMk id="56" creationId="{A9300C9A-DB03-2EA8-B8F6-A874D298B821}"/>
          </ac:spMkLst>
        </pc:spChg>
        <pc:cxnChg chg="mod">
          <ac:chgData name="Jonathan Mah" userId="5261b2f2f3e51194" providerId="LiveId" clId="{D0E1D0F2-3E04-4D0A-847D-0FECA4BDAAD3}" dt="2025-07-28T19:57:54.678" v="246" actId="1076"/>
          <ac:cxnSpMkLst>
            <pc:docMk/>
            <pc:sldMk cId="2126933953" sldId="423"/>
            <ac:cxnSpMk id="27" creationId="{EE434D0C-00F8-6B98-67EE-E4BBD25DD68F}"/>
          </ac:cxnSpMkLst>
        </pc:cxnChg>
        <pc:cxnChg chg="add mod">
          <ac:chgData name="Jonathan Mah" userId="5261b2f2f3e51194" providerId="LiveId" clId="{D0E1D0F2-3E04-4D0A-847D-0FECA4BDAAD3}" dt="2025-07-28T19:58:02.172" v="248" actId="1076"/>
          <ac:cxnSpMkLst>
            <pc:docMk/>
            <pc:sldMk cId="2126933953" sldId="423"/>
            <ac:cxnSpMk id="34" creationId="{E40D1039-6D84-ACBB-2BDF-B10D95FF53F3}"/>
          </ac:cxnSpMkLst>
        </pc:cxnChg>
        <pc:cxnChg chg="add mod">
          <ac:chgData name="Jonathan Mah" userId="5261b2f2f3e51194" providerId="LiveId" clId="{D0E1D0F2-3E04-4D0A-847D-0FECA4BDAAD3}" dt="2025-07-28T20:00:33.517" v="261" actId="13822"/>
          <ac:cxnSpMkLst>
            <pc:docMk/>
            <pc:sldMk cId="2126933953" sldId="423"/>
            <ac:cxnSpMk id="42" creationId="{622FAC87-0BD0-5735-4101-ABDDEFB840FD}"/>
          </ac:cxnSpMkLst>
        </pc:cxnChg>
        <pc:cxnChg chg="add mod">
          <ac:chgData name="Jonathan Mah" userId="5261b2f2f3e51194" providerId="LiveId" clId="{D0E1D0F2-3E04-4D0A-847D-0FECA4BDAAD3}" dt="2025-07-28T21:07:15.521" v="441" actId="1036"/>
          <ac:cxnSpMkLst>
            <pc:docMk/>
            <pc:sldMk cId="2126933953" sldId="423"/>
            <ac:cxnSpMk id="43" creationId="{089AA565-5602-C266-7478-CB825AD375E0}"/>
          </ac:cxnSpMkLst>
        </pc:cxnChg>
        <pc:cxnChg chg="add del mod">
          <ac:chgData name="Jonathan Mah" userId="5261b2f2f3e51194" providerId="LiveId" clId="{D0E1D0F2-3E04-4D0A-847D-0FECA4BDAAD3}" dt="2025-07-28T21:07:15.871" v="442" actId="478"/>
          <ac:cxnSpMkLst>
            <pc:docMk/>
            <pc:sldMk cId="2126933953" sldId="423"/>
            <ac:cxnSpMk id="44" creationId="{5E9CB227-78CD-1821-DF36-B14915826C4D}"/>
          </ac:cxnSpMkLst>
        </pc:cxnChg>
        <pc:cxnChg chg="add del mod">
          <ac:chgData name="Jonathan Mah" userId="5261b2f2f3e51194" providerId="LiveId" clId="{D0E1D0F2-3E04-4D0A-847D-0FECA4BDAAD3}" dt="2025-07-28T20:02:53.353" v="344" actId="478"/>
          <ac:cxnSpMkLst>
            <pc:docMk/>
            <pc:sldMk cId="2126933953" sldId="423"/>
            <ac:cxnSpMk id="45" creationId="{88511EF1-5D4E-2601-13BA-1AC9D82C9957}"/>
          </ac:cxnSpMkLst>
        </pc:cxnChg>
        <pc:cxnChg chg="add mod">
          <ac:chgData name="Jonathan Mah" userId="5261b2f2f3e51194" providerId="LiveId" clId="{D0E1D0F2-3E04-4D0A-847D-0FECA4BDAAD3}" dt="2025-07-28T21:07:15.195" v="440" actId="1035"/>
          <ac:cxnSpMkLst>
            <pc:docMk/>
            <pc:sldMk cId="2126933953" sldId="423"/>
            <ac:cxnSpMk id="46" creationId="{12C7B8CA-979F-5553-0839-C36866B002A5}"/>
          </ac:cxnSpMkLst>
        </pc:cxnChg>
        <pc:cxnChg chg="add del mod">
          <ac:chgData name="Jonathan Mah" userId="5261b2f2f3e51194" providerId="LiveId" clId="{D0E1D0F2-3E04-4D0A-847D-0FECA4BDAAD3}" dt="2025-07-28T20:02:51.594" v="343" actId="478"/>
          <ac:cxnSpMkLst>
            <pc:docMk/>
            <pc:sldMk cId="2126933953" sldId="423"/>
            <ac:cxnSpMk id="47" creationId="{919BDC24-C18A-C433-FA6F-EE53525E7996}"/>
          </ac:cxnSpMkLst>
        </pc:cxnChg>
        <pc:cxnChg chg="add del mod">
          <ac:chgData name="Jonathan Mah" userId="5261b2f2f3e51194" providerId="LiveId" clId="{D0E1D0F2-3E04-4D0A-847D-0FECA4BDAAD3}" dt="2025-07-28T20:02:50.634" v="342" actId="478"/>
          <ac:cxnSpMkLst>
            <pc:docMk/>
            <pc:sldMk cId="2126933953" sldId="423"/>
            <ac:cxnSpMk id="48" creationId="{FC2DD2B2-1158-6147-4548-961B04D1F1D6}"/>
          </ac:cxnSpMkLst>
        </pc:cxnChg>
        <pc:cxnChg chg="add del mod">
          <ac:chgData name="Jonathan Mah" userId="5261b2f2f3e51194" providerId="LiveId" clId="{D0E1D0F2-3E04-4D0A-847D-0FECA4BDAAD3}" dt="2025-07-28T20:02:49.842" v="341" actId="478"/>
          <ac:cxnSpMkLst>
            <pc:docMk/>
            <pc:sldMk cId="2126933953" sldId="423"/>
            <ac:cxnSpMk id="49" creationId="{7ACB8DC7-421B-1F27-E041-40EFC406522C}"/>
          </ac:cxnSpMkLst>
        </pc:cxnChg>
        <pc:cxnChg chg="add del mod">
          <ac:chgData name="Jonathan Mah" userId="5261b2f2f3e51194" providerId="LiveId" clId="{D0E1D0F2-3E04-4D0A-847D-0FECA4BDAAD3}" dt="2025-07-28T20:02:49.066" v="340" actId="478"/>
          <ac:cxnSpMkLst>
            <pc:docMk/>
            <pc:sldMk cId="2126933953" sldId="423"/>
            <ac:cxnSpMk id="50" creationId="{9B034D6C-0D42-65A8-CB72-29A180D24638}"/>
          </ac:cxnSpMkLst>
        </pc:cxnChg>
        <pc:cxnChg chg="add del mod">
          <ac:chgData name="Jonathan Mah" userId="5261b2f2f3e51194" providerId="LiveId" clId="{D0E1D0F2-3E04-4D0A-847D-0FECA4BDAAD3}" dt="2025-07-28T21:07:16.226" v="443" actId="478"/>
          <ac:cxnSpMkLst>
            <pc:docMk/>
            <pc:sldMk cId="2126933953" sldId="423"/>
            <ac:cxnSpMk id="51" creationId="{47693939-031A-6F2A-1224-A9A81A40D1A8}"/>
          </ac:cxnSpMkLst>
        </pc:cxnChg>
        <pc:cxnChg chg="add del mod">
          <ac:chgData name="Jonathan Mah" userId="5261b2f2f3e51194" providerId="LiveId" clId="{D0E1D0F2-3E04-4D0A-847D-0FECA4BDAAD3}" dt="2025-07-28T20:02:46.854" v="339" actId="478"/>
          <ac:cxnSpMkLst>
            <pc:docMk/>
            <pc:sldMk cId="2126933953" sldId="423"/>
            <ac:cxnSpMk id="52" creationId="{ABCCA4AD-CC67-B3B6-41B9-9968E503DC78}"/>
          </ac:cxnSpMkLst>
        </pc:cxnChg>
        <pc:cxnChg chg="add del mod">
          <ac:chgData name="Jonathan Mah" userId="5261b2f2f3e51194" providerId="LiveId" clId="{D0E1D0F2-3E04-4D0A-847D-0FECA4BDAAD3}" dt="2025-07-28T20:02:46.260" v="338" actId="478"/>
          <ac:cxnSpMkLst>
            <pc:docMk/>
            <pc:sldMk cId="2126933953" sldId="423"/>
            <ac:cxnSpMk id="53" creationId="{728226B0-5361-177C-FBA1-B45DF21FEDE5}"/>
          </ac:cxnSpMkLst>
        </pc:cxnChg>
        <pc:cxnChg chg="add del mod">
          <ac:chgData name="Jonathan Mah" userId="5261b2f2f3e51194" providerId="LiveId" clId="{D0E1D0F2-3E04-4D0A-847D-0FECA4BDAAD3}" dt="2025-07-28T20:02:45.306" v="337" actId="478"/>
          <ac:cxnSpMkLst>
            <pc:docMk/>
            <pc:sldMk cId="2126933953" sldId="423"/>
            <ac:cxnSpMk id="54" creationId="{EBC07D0B-20BF-006D-5F22-787A502D7B04}"/>
          </ac:cxnSpMkLst>
        </pc:cxnChg>
        <pc:cxnChg chg="add del mod">
          <ac:chgData name="Jonathan Mah" userId="5261b2f2f3e51194" providerId="LiveId" clId="{D0E1D0F2-3E04-4D0A-847D-0FECA4BDAAD3}" dt="2025-07-28T20:02:44.019" v="336" actId="478"/>
          <ac:cxnSpMkLst>
            <pc:docMk/>
            <pc:sldMk cId="2126933953" sldId="423"/>
            <ac:cxnSpMk id="55" creationId="{AD2CA617-EFCE-1009-E262-0A5455467AB3}"/>
          </ac:cxnSpMkLst>
        </pc:cxnChg>
        <pc:cxnChg chg="add mod">
          <ac:chgData name="Jonathan Mah" userId="5261b2f2f3e51194" providerId="LiveId" clId="{D0E1D0F2-3E04-4D0A-847D-0FECA4BDAAD3}" dt="2025-07-28T21:07:52.079" v="452" actId="1076"/>
          <ac:cxnSpMkLst>
            <pc:docMk/>
            <pc:sldMk cId="2126933953" sldId="423"/>
            <ac:cxnSpMk id="57" creationId="{7CC6AACF-84FE-3C11-2379-01DAC0BFFCA1}"/>
          </ac:cxnSpMkLst>
        </pc:cxnChg>
        <pc:cxnChg chg="add mod">
          <ac:chgData name="Jonathan Mah" userId="5261b2f2f3e51194" providerId="LiveId" clId="{D0E1D0F2-3E04-4D0A-847D-0FECA4BDAAD3}" dt="2025-07-28T21:07:52.079" v="452" actId="1076"/>
          <ac:cxnSpMkLst>
            <pc:docMk/>
            <pc:sldMk cId="2126933953" sldId="423"/>
            <ac:cxnSpMk id="58" creationId="{9AA012A9-070B-A453-4E26-7C0C0FC1C82E}"/>
          </ac:cxnSpMkLst>
        </pc:cxnChg>
        <pc:cxnChg chg="add mod">
          <ac:chgData name="Jonathan Mah" userId="5261b2f2f3e51194" providerId="LiveId" clId="{D0E1D0F2-3E04-4D0A-847D-0FECA4BDAAD3}" dt="2025-07-28T21:07:52.079" v="452" actId="1076"/>
          <ac:cxnSpMkLst>
            <pc:docMk/>
            <pc:sldMk cId="2126933953" sldId="423"/>
            <ac:cxnSpMk id="60" creationId="{0ECB0001-7B5E-74E9-079D-BBAE9A435CF1}"/>
          </ac:cxnSpMkLst>
        </pc:cxnChg>
        <pc:cxnChg chg="add mod">
          <ac:chgData name="Jonathan Mah" userId="5261b2f2f3e51194" providerId="LiveId" clId="{D0E1D0F2-3E04-4D0A-847D-0FECA4BDAAD3}" dt="2025-07-28T21:07:52.079" v="452" actId="1076"/>
          <ac:cxnSpMkLst>
            <pc:docMk/>
            <pc:sldMk cId="2126933953" sldId="423"/>
            <ac:cxnSpMk id="61" creationId="{EFC977ED-3172-59E3-FB02-3070649AC55D}"/>
          </ac:cxnSpMkLst>
        </pc:cxnChg>
        <pc:cxnChg chg="add mod">
          <ac:chgData name="Jonathan Mah" userId="5261b2f2f3e51194" providerId="LiveId" clId="{D0E1D0F2-3E04-4D0A-847D-0FECA4BDAAD3}" dt="2025-07-28T21:07:52.079" v="452" actId="1076"/>
          <ac:cxnSpMkLst>
            <pc:docMk/>
            <pc:sldMk cId="2126933953" sldId="423"/>
            <ac:cxnSpMk id="62" creationId="{AE644FA0-90EE-8EB7-1BA4-C790C078FE6A}"/>
          </ac:cxnSpMkLst>
        </pc:cxnChg>
        <pc:cxnChg chg="add mod">
          <ac:chgData name="Jonathan Mah" userId="5261b2f2f3e51194" providerId="LiveId" clId="{D0E1D0F2-3E04-4D0A-847D-0FECA4BDAAD3}" dt="2025-07-28T21:07:52.079" v="452" actId="1076"/>
          <ac:cxnSpMkLst>
            <pc:docMk/>
            <pc:sldMk cId="2126933953" sldId="423"/>
            <ac:cxnSpMk id="64" creationId="{BEA43D34-01C2-B69F-097B-6C9B996E4213}"/>
          </ac:cxnSpMkLst>
        </pc:cxnChg>
        <pc:cxnChg chg="add mod">
          <ac:chgData name="Jonathan Mah" userId="5261b2f2f3e51194" providerId="LiveId" clId="{D0E1D0F2-3E04-4D0A-847D-0FECA4BDAAD3}" dt="2025-07-28T21:07:52.079" v="452" actId="1076"/>
          <ac:cxnSpMkLst>
            <pc:docMk/>
            <pc:sldMk cId="2126933953" sldId="423"/>
            <ac:cxnSpMk id="65" creationId="{F59FE7AE-8CC2-D654-9900-7237D98F2A4F}"/>
          </ac:cxnSpMkLst>
        </pc:cxnChg>
        <pc:cxnChg chg="add mod">
          <ac:chgData name="Jonathan Mah" userId="5261b2f2f3e51194" providerId="LiveId" clId="{D0E1D0F2-3E04-4D0A-847D-0FECA4BDAAD3}" dt="2025-07-28T21:07:52.079" v="452" actId="1076"/>
          <ac:cxnSpMkLst>
            <pc:docMk/>
            <pc:sldMk cId="2126933953" sldId="423"/>
            <ac:cxnSpMk id="67" creationId="{6CAE23A1-4620-5BF5-30C4-FA3A303F865C}"/>
          </ac:cxnSpMkLst>
        </pc:cxnChg>
        <pc:cxnChg chg="mod">
          <ac:chgData name="Jonathan Mah" userId="5261b2f2f3e51194" providerId="LiveId" clId="{D0E1D0F2-3E04-4D0A-847D-0FECA4BDAAD3}" dt="2025-07-28T21:07:20.022" v="446" actId="1038"/>
          <ac:cxnSpMkLst>
            <pc:docMk/>
            <pc:sldMk cId="2126933953" sldId="423"/>
            <ac:cxnSpMk id="68" creationId="{878B5FE7-86D4-A2C0-D367-BC50899620DC}"/>
          </ac:cxnSpMkLst>
        </pc:cxnChg>
        <pc:cxnChg chg="add mod">
          <ac:chgData name="Jonathan Mah" userId="5261b2f2f3e51194" providerId="LiveId" clId="{D0E1D0F2-3E04-4D0A-847D-0FECA4BDAAD3}" dt="2025-07-28T21:07:52.079" v="452" actId="1076"/>
          <ac:cxnSpMkLst>
            <pc:docMk/>
            <pc:sldMk cId="2126933953" sldId="423"/>
            <ac:cxnSpMk id="70" creationId="{8FB52A12-5E7E-6A2C-C7ED-25F2585EEC1D}"/>
          </ac:cxnSpMkLst>
        </pc:cxnChg>
      </pc:sldChg>
      <pc:sldChg chg="del">
        <pc:chgData name="Jonathan Mah" userId="5261b2f2f3e51194" providerId="LiveId" clId="{D0E1D0F2-3E04-4D0A-847D-0FECA4BDAAD3}" dt="2025-07-28T19:52:18.375" v="1" actId="47"/>
        <pc:sldMkLst>
          <pc:docMk/>
          <pc:sldMk cId="3690159507" sldId="425"/>
        </pc:sldMkLst>
      </pc:sldChg>
      <pc:sldChg chg="del">
        <pc:chgData name="Jonathan Mah" userId="5261b2f2f3e51194" providerId="LiveId" clId="{D0E1D0F2-3E04-4D0A-847D-0FECA4BDAAD3}" dt="2025-07-28T19:52:18.375" v="1" actId="47"/>
        <pc:sldMkLst>
          <pc:docMk/>
          <pc:sldMk cId="3701550022" sldId="427"/>
        </pc:sldMkLst>
      </pc:sldChg>
      <pc:sldChg chg="del">
        <pc:chgData name="Jonathan Mah" userId="5261b2f2f3e51194" providerId="LiveId" clId="{D0E1D0F2-3E04-4D0A-847D-0FECA4BDAAD3}" dt="2025-07-28T19:52:22.386" v="4" actId="47"/>
        <pc:sldMkLst>
          <pc:docMk/>
          <pc:sldMk cId="2775238939" sldId="430"/>
        </pc:sldMkLst>
      </pc:sldChg>
      <pc:sldChg chg="del">
        <pc:chgData name="Jonathan Mah" userId="5261b2f2f3e51194" providerId="LiveId" clId="{D0E1D0F2-3E04-4D0A-847D-0FECA4BDAAD3}" dt="2025-07-28T19:52:26.472" v="5" actId="47"/>
        <pc:sldMkLst>
          <pc:docMk/>
          <pc:sldMk cId="1679589188" sldId="432"/>
        </pc:sldMkLst>
      </pc:sldChg>
      <pc:sldChg chg="del">
        <pc:chgData name="Jonathan Mah" userId="5261b2f2f3e51194" providerId="LiveId" clId="{D0E1D0F2-3E04-4D0A-847D-0FECA4BDAAD3}" dt="2025-07-28T19:52:26.472" v="5" actId="47"/>
        <pc:sldMkLst>
          <pc:docMk/>
          <pc:sldMk cId="1330139619" sldId="433"/>
        </pc:sldMkLst>
      </pc:sldChg>
      <pc:sldChg chg="del">
        <pc:chgData name="Jonathan Mah" userId="5261b2f2f3e51194" providerId="LiveId" clId="{D0E1D0F2-3E04-4D0A-847D-0FECA4BDAAD3}" dt="2025-07-28T19:52:26.472" v="5" actId="47"/>
        <pc:sldMkLst>
          <pc:docMk/>
          <pc:sldMk cId="777357300" sldId="434"/>
        </pc:sldMkLst>
      </pc:sldChg>
      <pc:sldChg chg="del">
        <pc:chgData name="Jonathan Mah" userId="5261b2f2f3e51194" providerId="LiveId" clId="{D0E1D0F2-3E04-4D0A-847D-0FECA4BDAAD3}" dt="2025-07-28T19:52:26.472" v="5" actId="47"/>
        <pc:sldMkLst>
          <pc:docMk/>
          <pc:sldMk cId="2611612387" sldId="435"/>
        </pc:sldMkLst>
      </pc:sldChg>
      <pc:sldChg chg="del">
        <pc:chgData name="Jonathan Mah" userId="5261b2f2f3e51194" providerId="LiveId" clId="{D0E1D0F2-3E04-4D0A-847D-0FECA4BDAAD3}" dt="2025-07-28T19:52:30.301" v="6" actId="47"/>
        <pc:sldMkLst>
          <pc:docMk/>
          <pc:sldMk cId="1025585485" sldId="438"/>
        </pc:sldMkLst>
      </pc:sldChg>
      <pc:sldChg chg="del">
        <pc:chgData name="Jonathan Mah" userId="5261b2f2f3e51194" providerId="LiveId" clId="{D0E1D0F2-3E04-4D0A-847D-0FECA4BDAAD3}" dt="2025-07-28T19:52:30.967" v="7" actId="47"/>
        <pc:sldMkLst>
          <pc:docMk/>
          <pc:sldMk cId="946828120" sldId="439"/>
        </pc:sldMkLst>
      </pc:sldChg>
      <pc:sldChg chg="del">
        <pc:chgData name="Jonathan Mah" userId="5261b2f2f3e51194" providerId="LiveId" clId="{D0E1D0F2-3E04-4D0A-847D-0FECA4BDAAD3}" dt="2025-07-28T19:52:26.472" v="5" actId="47"/>
        <pc:sldMkLst>
          <pc:docMk/>
          <pc:sldMk cId="2893417591" sldId="442"/>
        </pc:sldMkLst>
      </pc:sldChg>
      <pc:sldChg chg="del">
        <pc:chgData name="Jonathan Mah" userId="5261b2f2f3e51194" providerId="LiveId" clId="{D0E1D0F2-3E04-4D0A-847D-0FECA4BDAAD3}" dt="2025-07-28T19:52:31.924" v="8" actId="47"/>
        <pc:sldMkLst>
          <pc:docMk/>
          <pc:sldMk cId="1308277891" sldId="446"/>
        </pc:sldMkLst>
      </pc:sldChg>
      <pc:sldChg chg="del">
        <pc:chgData name="Jonathan Mah" userId="5261b2f2f3e51194" providerId="LiveId" clId="{D0E1D0F2-3E04-4D0A-847D-0FECA4BDAAD3}" dt="2025-07-28T19:52:26.472" v="5" actId="47"/>
        <pc:sldMkLst>
          <pc:docMk/>
          <pc:sldMk cId="3124893641" sldId="448"/>
        </pc:sldMkLst>
      </pc:sldChg>
      <pc:sldChg chg="del">
        <pc:chgData name="Jonathan Mah" userId="5261b2f2f3e51194" providerId="LiveId" clId="{D0E1D0F2-3E04-4D0A-847D-0FECA4BDAAD3}" dt="2025-07-28T19:52:32.530" v="9" actId="47"/>
        <pc:sldMkLst>
          <pc:docMk/>
          <pc:sldMk cId="3271002948" sldId="449"/>
        </pc:sldMkLst>
      </pc:sldChg>
      <pc:sldChg chg="del">
        <pc:chgData name="Jonathan Mah" userId="5261b2f2f3e51194" providerId="LiveId" clId="{D0E1D0F2-3E04-4D0A-847D-0FECA4BDAAD3}" dt="2025-07-28T19:52:32.744" v="10" actId="47"/>
        <pc:sldMkLst>
          <pc:docMk/>
          <pc:sldMk cId="454695809" sldId="450"/>
        </pc:sldMkLst>
      </pc:sldChg>
      <pc:sldChg chg="del">
        <pc:chgData name="Jonathan Mah" userId="5261b2f2f3e51194" providerId="LiveId" clId="{D0E1D0F2-3E04-4D0A-847D-0FECA4BDAAD3}" dt="2025-07-28T19:52:34.242" v="12" actId="47"/>
        <pc:sldMkLst>
          <pc:docMk/>
          <pc:sldMk cId="2356087699" sldId="451"/>
        </pc:sldMkLst>
      </pc:sldChg>
      <pc:sldChg chg="del">
        <pc:chgData name="Jonathan Mah" userId="5261b2f2f3e51194" providerId="LiveId" clId="{D0E1D0F2-3E04-4D0A-847D-0FECA4BDAAD3}" dt="2025-07-28T19:52:35.503" v="13" actId="47"/>
        <pc:sldMkLst>
          <pc:docMk/>
          <pc:sldMk cId="1287624721" sldId="452"/>
        </pc:sldMkLst>
      </pc:sldChg>
      <pc:sldChg chg="del">
        <pc:chgData name="Jonathan Mah" userId="5261b2f2f3e51194" providerId="LiveId" clId="{D0E1D0F2-3E04-4D0A-847D-0FECA4BDAAD3}" dt="2025-07-28T19:52:44.501" v="14" actId="47"/>
        <pc:sldMkLst>
          <pc:docMk/>
          <pc:sldMk cId="3734765804" sldId="453"/>
        </pc:sldMkLst>
      </pc:sldChg>
      <pc:sldChg chg="del">
        <pc:chgData name="Jonathan Mah" userId="5261b2f2f3e51194" providerId="LiveId" clId="{D0E1D0F2-3E04-4D0A-847D-0FECA4BDAAD3}" dt="2025-07-28T19:52:10.761" v="0" actId="47"/>
        <pc:sldMkLst>
          <pc:docMk/>
          <pc:sldMk cId="1313585543" sldId="454"/>
        </pc:sldMkLst>
      </pc:sldChg>
      <pc:sldChg chg="del">
        <pc:chgData name="Jonathan Mah" userId="5261b2f2f3e51194" providerId="LiveId" clId="{D0E1D0F2-3E04-4D0A-847D-0FECA4BDAAD3}" dt="2025-07-28T19:52:18.375" v="1" actId="47"/>
        <pc:sldMkLst>
          <pc:docMk/>
          <pc:sldMk cId="1767038063" sldId="455"/>
        </pc:sldMkLst>
      </pc:sldChg>
      <pc:sldChg chg="del">
        <pc:chgData name="Jonathan Mah" userId="5261b2f2f3e51194" providerId="LiveId" clId="{D0E1D0F2-3E04-4D0A-847D-0FECA4BDAAD3}" dt="2025-07-28T19:52:44.501" v="14" actId="47"/>
        <pc:sldMkLst>
          <pc:docMk/>
          <pc:sldMk cId="2098746185" sldId="456"/>
        </pc:sldMkLst>
      </pc:sldChg>
      <pc:sldChg chg="del">
        <pc:chgData name="Jonathan Mah" userId="5261b2f2f3e51194" providerId="LiveId" clId="{D0E1D0F2-3E04-4D0A-847D-0FECA4BDAAD3}" dt="2025-07-28T19:52:44.501" v="14" actId="47"/>
        <pc:sldMkLst>
          <pc:docMk/>
          <pc:sldMk cId="3606136103" sldId="457"/>
        </pc:sldMkLst>
      </pc:sldChg>
      <pc:sldChg chg="del">
        <pc:chgData name="Jonathan Mah" userId="5261b2f2f3e51194" providerId="LiveId" clId="{D0E1D0F2-3E04-4D0A-847D-0FECA4BDAAD3}" dt="2025-07-28T19:52:44.501" v="14" actId="47"/>
        <pc:sldMkLst>
          <pc:docMk/>
          <pc:sldMk cId="2839755505" sldId="458"/>
        </pc:sldMkLst>
      </pc:sldChg>
      <pc:sldChg chg="del">
        <pc:chgData name="Jonathan Mah" userId="5261b2f2f3e51194" providerId="LiveId" clId="{D0E1D0F2-3E04-4D0A-847D-0FECA4BDAAD3}" dt="2025-07-28T19:52:44.501" v="14" actId="47"/>
        <pc:sldMkLst>
          <pc:docMk/>
          <pc:sldMk cId="3270000141" sldId="459"/>
        </pc:sldMkLst>
      </pc:sldChg>
      <pc:sldChg chg="del">
        <pc:chgData name="Jonathan Mah" userId="5261b2f2f3e51194" providerId="LiveId" clId="{D0E1D0F2-3E04-4D0A-847D-0FECA4BDAAD3}" dt="2025-07-28T19:52:44.501" v="14" actId="47"/>
        <pc:sldMkLst>
          <pc:docMk/>
          <pc:sldMk cId="1334374382" sldId="460"/>
        </pc:sldMkLst>
      </pc:sldChg>
      <pc:sldChg chg="del">
        <pc:chgData name="Jonathan Mah" userId="5261b2f2f3e51194" providerId="LiveId" clId="{D0E1D0F2-3E04-4D0A-847D-0FECA4BDAAD3}" dt="2025-07-28T19:52:44.501" v="14" actId="47"/>
        <pc:sldMkLst>
          <pc:docMk/>
          <pc:sldMk cId="603531214" sldId="461"/>
        </pc:sldMkLst>
      </pc:sldChg>
      <pc:sldChg chg="del">
        <pc:chgData name="Jonathan Mah" userId="5261b2f2f3e51194" providerId="LiveId" clId="{D0E1D0F2-3E04-4D0A-847D-0FECA4BDAAD3}" dt="2025-07-28T19:54:04.629" v="27" actId="47"/>
        <pc:sldMkLst>
          <pc:docMk/>
          <pc:sldMk cId="3536469938" sldId="462"/>
        </pc:sldMkLst>
      </pc:sldChg>
      <pc:sldChg chg="del">
        <pc:chgData name="Jonathan Mah" userId="5261b2f2f3e51194" providerId="LiveId" clId="{D0E1D0F2-3E04-4D0A-847D-0FECA4BDAAD3}" dt="2025-07-28T19:54:05.435" v="28" actId="47"/>
        <pc:sldMkLst>
          <pc:docMk/>
          <pc:sldMk cId="4170773521" sldId="463"/>
        </pc:sldMkLst>
      </pc:sldChg>
      <pc:sldChg chg="del">
        <pc:chgData name="Jonathan Mah" userId="5261b2f2f3e51194" providerId="LiveId" clId="{D0E1D0F2-3E04-4D0A-847D-0FECA4BDAAD3}" dt="2025-07-28T19:52:18.375" v="1" actId="47"/>
        <pc:sldMkLst>
          <pc:docMk/>
          <pc:sldMk cId="1525011850" sldId="464"/>
        </pc:sldMkLst>
      </pc:sldChg>
      <pc:sldChg chg="del">
        <pc:chgData name="Jonathan Mah" userId="5261b2f2f3e51194" providerId="LiveId" clId="{D0E1D0F2-3E04-4D0A-847D-0FECA4BDAAD3}" dt="2025-07-28T19:52:18.375" v="1" actId="47"/>
        <pc:sldMkLst>
          <pc:docMk/>
          <pc:sldMk cId="1236432807" sldId="465"/>
        </pc:sldMkLst>
      </pc:sldChg>
      <pc:sldChg chg="del">
        <pc:chgData name="Jonathan Mah" userId="5261b2f2f3e51194" providerId="LiveId" clId="{D0E1D0F2-3E04-4D0A-847D-0FECA4BDAAD3}" dt="2025-07-28T19:52:18.375" v="1" actId="47"/>
        <pc:sldMkLst>
          <pc:docMk/>
          <pc:sldMk cId="1864094813" sldId="466"/>
        </pc:sldMkLst>
      </pc:sldChg>
      <pc:sldChg chg="del">
        <pc:chgData name="Jonathan Mah" userId="5261b2f2f3e51194" providerId="LiveId" clId="{D0E1D0F2-3E04-4D0A-847D-0FECA4BDAAD3}" dt="2025-07-28T19:52:44.501" v="14" actId="47"/>
        <pc:sldMkLst>
          <pc:docMk/>
          <pc:sldMk cId="129739385" sldId="467"/>
        </pc:sldMkLst>
      </pc:sldChg>
      <pc:sldChg chg="del">
        <pc:chgData name="Jonathan Mah" userId="5261b2f2f3e51194" providerId="LiveId" clId="{D0E1D0F2-3E04-4D0A-847D-0FECA4BDAAD3}" dt="2025-07-28T19:53:40.874" v="23" actId="47"/>
        <pc:sldMkLst>
          <pc:docMk/>
          <pc:sldMk cId="2739727224" sldId="468"/>
        </pc:sldMkLst>
      </pc:sldChg>
      <pc:sldChg chg="del">
        <pc:chgData name="Jonathan Mah" userId="5261b2f2f3e51194" providerId="LiveId" clId="{D0E1D0F2-3E04-4D0A-847D-0FECA4BDAAD3}" dt="2025-07-28T19:52:33.190" v="11" actId="47"/>
        <pc:sldMkLst>
          <pc:docMk/>
          <pc:sldMk cId="413548980" sldId="469"/>
        </pc:sldMkLst>
      </pc:sldChg>
      <pc:sldChg chg="del">
        <pc:chgData name="Jonathan Mah" userId="5261b2f2f3e51194" providerId="LiveId" clId="{D0E1D0F2-3E04-4D0A-847D-0FECA4BDAAD3}" dt="2025-07-28T19:53:12.745" v="15" actId="47"/>
        <pc:sldMkLst>
          <pc:docMk/>
          <pc:sldMk cId="2483485070" sldId="470"/>
        </pc:sldMkLst>
      </pc:sldChg>
      <pc:sldChg chg="del">
        <pc:chgData name="Jonathan Mah" userId="5261b2f2f3e51194" providerId="LiveId" clId="{D0E1D0F2-3E04-4D0A-847D-0FECA4BDAAD3}" dt="2025-07-28T19:53:12.745" v="15" actId="47"/>
        <pc:sldMkLst>
          <pc:docMk/>
          <pc:sldMk cId="1287424033" sldId="471"/>
        </pc:sldMkLst>
      </pc:sldChg>
      <pc:sldChg chg="del">
        <pc:chgData name="Jonathan Mah" userId="5261b2f2f3e51194" providerId="LiveId" clId="{D0E1D0F2-3E04-4D0A-847D-0FECA4BDAAD3}" dt="2025-07-28T19:53:12.745" v="15" actId="47"/>
        <pc:sldMkLst>
          <pc:docMk/>
          <pc:sldMk cId="1475529617" sldId="472"/>
        </pc:sldMkLst>
      </pc:sldChg>
      <pc:sldChg chg="del">
        <pc:chgData name="Jonathan Mah" userId="5261b2f2f3e51194" providerId="LiveId" clId="{D0E1D0F2-3E04-4D0A-847D-0FECA4BDAAD3}" dt="2025-07-28T19:53:12.745" v="15" actId="47"/>
        <pc:sldMkLst>
          <pc:docMk/>
          <pc:sldMk cId="2872192705" sldId="474"/>
        </pc:sldMkLst>
      </pc:sldChg>
      <pc:sldChg chg="del">
        <pc:chgData name="Jonathan Mah" userId="5261b2f2f3e51194" providerId="LiveId" clId="{D0E1D0F2-3E04-4D0A-847D-0FECA4BDAAD3}" dt="2025-07-28T19:52:26.472" v="5" actId="47"/>
        <pc:sldMkLst>
          <pc:docMk/>
          <pc:sldMk cId="3265863745" sldId="475"/>
        </pc:sldMkLst>
      </pc:sldChg>
      <pc:sldChg chg="del">
        <pc:chgData name="Jonathan Mah" userId="5261b2f2f3e51194" providerId="LiveId" clId="{D0E1D0F2-3E04-4D0A-847D-0FECA4BDAAD3}" dt="2025-07-28T19:53:12.745" v="15" actId="47"/>
        <pc:sldMkLst>
          <pc:docMk/>
          <pc:sldMk cId="1021430039" sldId="476"/>
        </pc:sldMkLst>
      </pc:sldChg>
      <pc:sldChg chg="del">
        <pc:chgData name="Jonathan Mah" userId="5261b2f2f3e51194" providerId="LiveId" clId="{D0E1D0F2-3E04-4D0A-847D-0FECA4BDAAD3}" dt="2025-07-28T19:53:12.745" v="15" actId="47"/>
        <pc:sldMkLst>
          <pc:docMk/>
          <pc:sldMk cId="697229030" sldId="477"/>
        </pc:sldMkLst>
      </pc:sldChg>
      <pc:sldChg chg="del">
        <pc:chgData name="Jonathan Mah" userId="5261b2f2f3e51194" providerId="LiveId" clId="{D0E1D0F2-3E04-4D0A-847D-0FECA4BDAAD3}" dt="2025-07-28T19:53:40.874" v="23" actId="47"/>
        <pc:sldMkLst>
          <pc:docMk/>
          <pc:sldMk cId="2979009684" sldId="488"/>
        </pc:sldMkLst>
      </pc:sldChg>
      <pc:sldChg chg="del">
        <pc:chgData name="Jonathan Mah" userId="5261b2f2f3e51194" providerId="LiveId" clId="{D0E1D0F2-3E04-4D0A-847D-0FECA4BDAAD3}" dt="2025-07-28T19:53:40.874" v="23" actId="47"/>
        <pc:sldMkLst>
          <pc:docMk/>
          <pc:sldMk cId="1669289526" sldId="489"/>
        </pc:sldMkLst>
      </pc:sldChg>
      <pc:sldChg chg="del">
        <pc:chgData name="Jonathan Mah" userId="5261b2f2f3e51194" providerId="LiveId" clId="{D0E1D0F2-3E04-4D0A-847D-0FECA4BDAAD3}" dt="2025-07-28T19:53:40.874" v="23" actId="47"/>
        <pc:sldMkLst>
          <pc:docMk/>
          <pc:sldMk cId="1653053635" sldId="490"/>
        </pc:sldMkLst>
      </pc:sldChg>
      <pc:sldChg chg="del">
        <pc:chgData name="Jonathan Mah" userId="5261b2f2f3e51194" providerId="LiveId" clId="{D0E1D0F2-3E04-4D0A-847D-0FECA4BDAAD3}" dt="2025-07-28T19:53:40.874" v="23" actId="47"/>
        <pc:sldMkLst>
          <pc:docMk/>
          <pc:sldMk cId="2443938735" sldId="491"/>
        </pc:sldMkLst>
      </pc:sldChg>
      <pc:sldChg chg="del">
        <pc:chgData name="Jonathan Mah" userId="5261b2f2f3e51194" providerId="LiveId" clId="{D0E1D0F2-3E04-4D0A-847D-0FECA4BDAAD3}" dt="2025-07-28T19:53:40.874" v="23" actId="47"/>
        <pc:sldMkLst>
          <pc:docMk/>
          <pc:sldMk cId="1428109623" sldId="492"/>
        </pc:sldMkLst>
      </pc:sldChg>
      <pc:sldChg chg="del">
        <pc:chgData name="Jonathan Mah" userId="5261b2f2f3e51194" providerId="LiveId" clId="{D0E1D0F2-3E04-4D0A-847D-0FECA4BDAAD3}" dt="2025-07-28T19:53:34.683" v="22" actId="47"/>
        <pc:sldMkLst>
          <pc:docMk/>
          <pc:sldMk cId="3248953249" sldId="493"/>
        </pc:sldMkLst>
      </pc:sldChg>
      <pc:sldChg chg="del">
        <pc:chgData name="Jonathan Mah" userId="5261b2f2f3e51194" providerId="LiveId" clId="{D0E1D0F2-3E04-4D0A-847D-0FECA4BDAAD3}" dt="2025-07-28T19:53:34.683" v="22" actId="47"/>
        <pc:sldMkLst>
          <pc:docMk/>
          <pc:sldMk cId="2773307599" sldId="494"/>
        </pc:sldMkLst>
      </pc:sldChg>
      <pc:sldChg chg="del">
        <pc:chgData name="Jonathan Mah" userId="5261b2f2f3e51194" providerId="LiveId" clId="{D0E1D0F2-3E04-4D0A-847D-0FECA4BDAAD3}" dt="2025-07-28T19:53:34.683" v="22" actId="47"/>
        <pc:sldMkLst>
          <pc:docMk/>
          <pc:sldMk cId="3784933868" sldId="495"/>
        </pc:sldMkLst>
      </pc:sldChg>
      <pc:sldChg chg="del">
        <pc:chgData name="Jonathan Mah" userId="5261b2f2f3e51194" providerId="LiveId" clId="{D0E1D0F2-3E04-4D0A-847D-0FECA4BDAAD3}" dt="2025-07-28T19:53:34.683" v="22" actId="47"/>
        <pc:sldMkLst>
          <pc:docMk/>
          <pc:sldMk cId="1237087859" sldId="496"/>
        </pc:sldMkLst>
      </pc:sldChg>
      <pc:sldChg chg="del">
        <pc:chgData name="Jonathan Mah" userId="5261b2f2f3e51194" providerId="LiveId" clId="{D0E1D0F2-3E04-4D0A-847D-0FECA4BDAAD3}" dt="2025-07-28T19:53:30.124" v="21" actId="47"/>
        <pc:sldMkLst>
          <pc:docMk/>
          <pc:sldMk cId="127886192" sldId="497"/>
        </pc:sldMkLst>
      </pc:sldChg>
      <pc:sldChg chg="del">
        <pc:chgData name="Jonathan Mah" userId="5261b2f2f3e51194" providerId="LiveId" clId="{D0E1D0F2-3E04-4D0A-847D-0FECA4BDAAD3}" dt="2025-07-28T19:53:30.124" v="21" actId="47"/>
        <pc:sldMkLst>
          <pc:docMk/>
          <pc:sldMk cId="3405342697" sldId="499"/>
        </pc:sldMkLst>
      </pc:sldChg>
      <pc:sldChg chg="del">
        <pc:chgData name="Jonathan Mah" userId="5261b2f2f3e51194" providerId="LiveId" clId="{D0E1D0F2-3E04-4D0A-847D-0FECA4BDAAD3}" dt="2025-07-28T19:53:30.124" v="21" actId="47"/>
        <pc:sldMkLst>
          <pc:docMk/>
          <pc:sldMk cId="2678952578" sldId="500"/>
        </pc:sldMkLst>
      </pc:sldChg>
      <pc:sldChg chg="del">
        <pc:chgData name="Jonathan Mah" userId="5261b2f2f3e51194" providerId="LiveId" clId="{D0E1D0F2-3E04-4D0A-847D-0FECA4BDAAD3}" dt="2025-07-28T19:53:30.124" v="21" actId="47"/>
        <pc:sldMkLst>
          <pc:docMk/>
          <pc:sldMk cId="65601317" sldId="501"/>
        </pc:sldMkLst>
      </pc:sldChg>
      <pc:sldChg chg="del">
        <pc:chgData name="Jonathan Mah" userId="5261b2f2f3e51194" providerId="LiveId" clId="{D0E1D0F2-3E04-4D0A-847D-0FECA4BDAAD3}" dt="2025-07-28T19:53:25.485" v="20" actId="47"/>
        <pc:sldMkLst>
          <pc:docMk/>
          <pc:sldMk cId="1954560384" sldId="502"/>
        </pc:sldMkLst>
      </pc:sldChg>
      <pc:sldChg chg="del">
        <pc:chgData name="Jonathan Mah" userId="5261b2f2f3e51194" providerId="LiveId" clId="{D0E1D0F2-3E04-4D0A-847D-0FECA4BDAAD3}" dt="2025-07-28T19:53:30.124" v="21" actId="47"/>
        <pc:sldMkLst>
          <pc:docMk/>
          <pc:sldMk cId="3144218365" sldId="503"/>
        </pc:sldMkLst>
      </pc:sldChg>
      <pc:sldChg chg="del">
        <pc:chgData name="Jonathan Mah" userId="5261b2f2f3e51194" providerId="LiveId" clId="{D0E1D0F2-3E04-4D0A-847D-0FECA4BDAAD3}" dt="2025-07-28T19:53:30.124" v="21" actId="47"/>
        <pc:sldMkLst>
          <pc:docMk/>
          <pc:sldMk cId="621514271" sldId="504"/>
        </pc:sldMkLst>
      </pc:sldChg>
      <pc:sldChg chg="del">
        <pc:chgData name="Jonathan Mah" userId="5261b2f2f3e51194" providerId="LiveId" clId="{D0E1D0F2-3E04-4D0A-847D-0FECA4BDAAD3}" dt="2025-07-28T19:53:30.124" v="21" actId="47"/>
        <pc:sldMkLst>
          <pc:docMk/>
          <pc:sldMk cId="1653732264" sldId="505"/>
        </pc:sldMkLst>
      </pc:sldChg>
      <pc:sldChg chg="del">
        <pc:chgData name="Jonathan Mah" userId="5261b2f2f3e51194" providerId="LiveId" clId="{D0E1D0F2-3E04-4D0A-847D-0FECA4BDAAD3}" dt="2025-07-28T19:53:34.683" v="22" actId="47"/>
        <pc:sldMkLst>
          <pc:docMk/>
          <pc:sldMk cId="198185164" sldId="506"/>
        </pc:sldMkLst>
      </pc:sldChg>
      <pc:sldChg chg="del">
        <pc:chgData name="Jonathan Mah" userId="5261b2f2f3e51194" providerId="LiveId" clId="{D0E1D0F2-3E04-4D0A-847D-0FECA4BDAAD3}" dt="2025-07-28T19:53:34.683" v="22" actId="47"/>
        <pc:sldMkLst>
          <pc:docMk/>
          <pc:sldMk cId="415997708" sldId="508"/>
        </pc:sldMkLst>
      </pc:sldChg>
      <pc:sldChg chg="del">
        <pc:chgData name="Jonathan Mah" userId="5261b2f2f3e51194" providerId="LiveId" clId="{D0E1D0F2-3E04-4D0A-847D-0FECA4BDAAD3}" dt="2025-07-28T19:53:30.124" v="21" actId="47"/>
        <pc:sldMkLst>
          <pc:docMk/>
          <pc:sldMk cId="845728079" sldId="509"/>
        </pc:sldMkLst>
      </pc:sldChg>
      <pc:sldChg chg="del">
        <pc:chgData name="Jonathan Mah" userId="5261b2f2f3e51194" providerId="LiveId" clId="{D0E1D0F2-3E04-4D0A-847D-0FECA4BDAAD3}" dt="2025-07-28T19:53:24.171" v="19" actId="47"/>
        <pc:sldMkLst>
          <pc:docMk/>
          <pc:sldMk cId="481508947" sldId="510"/>
        </pc:sldMkLst>
      </pc:sldChg>
      <pc:sldChg chg="del">
        <pc:chgData name="Jonathan Mah" userId="5261b2f2f3e51194" providerId="LiveId" clId="{D0E1D0F2-3E04-4D0A-847D-0FECA4BDAAD3}" dt="2025-07-28T19:53:22.572" v="18" actId="47"/>
        <pc:sldMkLst>
          <pc:docMk/>
          <pc:sldMk cId="848009671" sldId="513"/>
        </pc:sldMkLst>
      </pc:sldChg>
      <pc:sldChg chg="addSp delSp modSp add mod">
        <pc:chgData name="Jonathan Mah" userId="5261b2f2f3e51194" providerId="LiveId" clId="{D0E1D0F2-3E04-4D0A-847D-0FECA4BDAAD3}" dt="2025-07-28T22:06:25.700" v="2206" actId="1038"/>
        <pc:sldMkLst>
          <pc:docMk/>
          <pc:sldMk cId="1663706368" sldId="513"/>
        </pc:sldMkLst>
        <pc:spChg chg="add del mod">
          <ac:chgData name="Jonathan Mah" userId="5261b2f2f3e51194" providerId="LiveId" clId="{D0E1D0F2-3E04-4D0A-847D-0FECA4BDAAD3}" dt="2025-07-28T22:05:24.192" v="2128" actId="21"/>
          <ac:spMkLst>
            <pc:docMk/>
            <pc:sldMk cId="1663706368" sldId="513"/>
            <ac:spMk id="2" creationId="{C11E6C42-96FD-12BA-6421-2DA0BF9EF21A}"/>
          </ac:spMkLst>
        </pc:spChg>
        <pc:spChg chg="add del mod">
          <ac:chgData name="Jonathan Mah" userId="5261b2f2f3e51194" providerId="LiveId" clId="{D0E1D0F2-3E04-4D0A-847D-0FECA4BDAAD3}" dt="2025-07-28T22:05:24.192" v="2128" actId="21"/>
          <ac:spMkLst>
            <pc:docMk/>
            <pc:sldMk cId="1663706368" sldId="513"/>
            <ac:spMk id="3" creationId="{11865559-E351-B484-FB2D-0405E5E1652C}"/>
          </ac:spMkLst>
        </pc:spChg>
        <pc:spChg chg="del mod">
          <ac:chgData name="Jonathan Mah" userId="5261b2f2f3e51194" providerId="LiveId" clId="{D0E1D0F2-3E04-4D0A-847D-0FECA4BDAAD3}" dt="2025-07-28T22:05:24.192" v="2128" actId="21"/>
          <ac:spMkLst>
            <pc:docMk/>
            <pc:sldMk cId="1663706368" sldId="513"/>
            <ac:spMk id="4" creationId="{845BCD1A-0AE7-CA83-5C96-5186D0CE7F60}"/>
          </ac:spMkLst>
        </pc:spChg>
        <pc:spChg chg="mod">
          <ac:chgData name="Jonathan Mah" userId="5261b2f2f3e51194" providerId="LiveId" clId="{D0E1D0F2-3E04-4D0A-847D-0FECA4BDAAD3}" dt="2025-07-28T22:05:35.521" v="2166" actId="1038"/>
          <ac:spMkLst>
            <pc:docMk/>
            <pc:sldMk cId="1663706368" sldId="513"/>
            <ac:spMk id="5" creationId="{4E1540C7-14CA-40F0-5CA8-92853EDA5393}"/>
          </ac:spMkLst>
        </pc:spChg>
        <pc:spChg chg="mod">
          <ac:chgData name="Jonathan Mah" userId="5261b2f2f3e51194" providerId="LiveId" clId="{D0E1D0F2-3E04-4D0A-847D-0FECA4BDAAD3}" dt="2025-07-28T22:05:35.521" v="2166" actId="1038"/>
          <ac:spMkLst>
            <pc:docMk/>
            <pc:sldMk cId="1663706368" sldId="513"/>
            <ac:spMk id="6" creationId="{9160EB17-883E-0B7B-2B81-484C6D598F42}"/>
          </ac:spMkLst>
        </pc:spChg>
        <pc:spChg chg="del mod">
          <ac:chgData name="Jonathan Mah" userId="5261b2f2f3e51194" providerId="LiveId" clId="{D0E1D0F2-3E04-4D0A-847D-0FECA4BDAAD3}" dt="2025-07-28T22:05:24.192" v="2128" actId="21"/>
          <ac:spMkLst>
            <pc:docMk/>
            <pc:sldMk cId="1663706368" sldId="513"/>
            <ac:spMk id="7" creationId="{44AD9D2E-DB42-58B3-E088-DD447AB0C8D1}"/>
          </ac:spMkLst>
        </pc:spChg>
        <pc:spChg chg="add mod">
          <ac:chgData name="Jonathan Mah" userId="5261b2f2f3e51194" providerId="LiveId" clId="{D0E1D0F2-3E04-4D0A-847D-0FECA4BDAAD3}" dt="2025-07-28T22:06:25.700" v="2206" actId="1038"/>
          <ac:spMkLst>
            <pc:docMk/>
            <pc:sldMk cId="1663706368" sldId="513"/>
            <ac:spMk id="8" creationId="{E4C19948-9DC0-5FD6-37A1-A17971347241}"/>
          </ac:spMkLst>
        </pc:spChg>
        <pc:spChg chg="add del mod">
          <ac:chgData name="Jonathan Mah" userId="5261b2f2f3e51194" providerId="LiveId" clId="{D0E1D0F2-3E04-4D0A-847D-0FECA4BDAAD3}" dt="2025-07-28T22:05:24.192" v="2128" actId="21"/>
          <ac:spMkLst>
            <pc:docMk/>
            <pc:sldMk cId="1663706368" sldId="513"/>
            <ac:spMk id="11" creationId="{699ADAEC-A47E-DBDF-C35F-1E56C289782A}"/>
          </ac:spMkLst>
        </pc:spChg>
        <pc:spChg chg="add del mod">
          <ac:chgData name="Jonathan Mah" userId="5261b2f2f3e51194" providerId="LiveId" clId="{D0E1D0F2-3E04-4D0A-847D-0FECA4BDAAD3}" dt="2025-07-28T22:05:24.192" v="2128" actId="21"/>
          <ac:spMkLst>
            <pc:docMk/>
            <pc:sldMk cId="1663706368" sldId="513"/>
            <ac:spMk id="12" creationId="{54E1AFF0-1B4E-9352-2401-CCA98F2E5134}"/>
          </ac:spMkLst>
        </pc:spChg>
        <pc:spChg chg="mod">
          <ac:chgData name="Jonathan Mah" userId="5261b2f2f3e51194" providerId="LiveId" clId="{D0E1D0F2-3E04-4D0A-847D-0FECA4BDAAD3}" dt="2025-07-28T22:06:09.314" v="2174" actId="1036"/>
          <ac:spMkLst>
            <pc:docMk/>
            <pc:sldMk cId="1663706368" sldId="513"/>
            <ac:spMk id="24" creationId="{84993CD9-337D-ADA4-91F3-2DFE8B8865A9}"/>
          </ac:spMkLst>
        </pc:spChg>
        <pc:spChg chg="mod">
          <ac:chgData name="Jonathan Mah" userId="5261b2f2f3e51194" providerId="LiveId" clId="{D0E1D0F2-3E04-4D0A-847D-0FECA4BDAAD3}" dt="2025-07-28T22:06:09.314" v="2174" actId="1036"/>
          <ac:spMkLst>
            <pc:docMk/>
            <pc:sldMk cId="1663706368" sldId="513"/>
            <ac:spMk id="25" creationId="{F465BAA8-681A-D5C6-C32D-4E34EFC3096B}"/>
          </ac:spMkLst>
        </pc:spChg>
        <pc:spChg chg="mod">
          <ac:chgData name="Jonathan Mah" userId="5261b2f2f3e51194" providerId="LiveId" clId="{D0E1D0F2-3E04-4D0A-847D-0FECA4BDAAD3}" dt="2025-07-28T22:06:09.314" v="2174" actId="1036"/>
          <ac:spMkLst>
            <pc:docMk/>
            <pc:sldMk cId="1663706368" sldId="513"/>
            <ac:spMk id="26" creationId="{F7AE871F-00DB-AAEE-90F9-99616EEAE020}"/>
          </ac:spMkLst>
        </pc:spChg>
        <pc:spChg chg="del mod">
          <ac:chgData name="Jonathan Mah" userId="5261b2f2f3e51194" providerId="LiveId" clId="{D0E1D0F2-3E04-4D0A-847D-0FECA4BDAAD3}" dt="2025-07-28T21:52:42.768" v="1672" actId="478"/>
          <ac:spMkLst>
            <pc:docMk/>
            <pc:sldMk cId="1663706368" sldId="513"/>
            <ac:spMk id="28" creationId="{D3E9323E-DEE8-0EFF-767C-2618144FB16F}"/>
          </ac:spMkLst>
        </pc:spChg>
        <pc:spChg chg="del mod">
          <ac:chgData name="Jonathan Mah" userId="5261b2f2f3e51194" providerId="LiveId" clId="{D0E1D0F2-3E04-4D0A-847D-0FECA4BDAAD3}" dt="2025-07-28T21:52:42.768" v="1672" actId="478"/>
          <ac:spMkLst>
            <pc:docMk/>
            <pc:sldMk cId="1663706368" sldId="513"/>
            <ac:spMk id="29" creationId="{D642C4DB-E32D-E711-5B6B-D4EF9820F4E9}"/>
          </ac:spMkLst>
        </pc:spChg>
        <pc:spChg chg="del mod">
          <ac:chgData name="Jonathan Mah" userId="5261b2f2f3e51194" providerId="LiveId" clId="{D0E1D0F2-3E04-4D0A-847D-0FECA4BDAAD3}" dt="2025-07-28T21:52:42.768" v="1672" actId="478"/>
          <ac:spMkLst>
            <pc:docMk/>
            <pc:sldMk cId="1663706368" sldId="513"/>
            <ac:spMk id="30" creationId="{5731F184-FD05-2F12-ABAE-A6FD43186658}"/>
          </ac:spMkLst>
        </pc:spChg>
        <pc:spChg chg="del">
          <ac:chgData name="Jonathan Mah" userId="5261b2f2f3e51194" providerId="LiveId" clId="{D0E1D0F2-3E04-4D0A-847D-0FECA4BDAAD3}" dt="2025-07-28T21:48:09.739" v="1533" actId="478"/>
          <ac:spMkLst>
            <pc:docMk/>
            <pc:sldMk cId="1663706368" sldId="513"/>
            <ac:spMk id="31" creationId="{8AFC19CE-FD87-9C9C-79F5-5F6BB7A5FB4A}"/>
          </ac:spMkLst>
        </pc:spChg>
        <pc:spChg chg="del">
          <ac:chgData name="Jonathan Mah" userId="5261b2f2f3e51194" providerId="LiveId" clId="{D0E1D0F2-3E04-4D0A-847D-0FECA4BDAAD3}" dt="2025-07-28T21:48:09.739" v="1533" actId="478"/>
          <ac:spMkLst>
            <pc:docMk/>
            <pc:sldMk cId="1663706368" sldId="513"/>
            <ac:spMk id="32" creationId="{E046DDFA-06A3-401C-A7CF-063A658CD60E}"/>
          </ac:spMkLst>
        </pc:spChg>
        <pc:spChg chg="del">
          <ac:chgData name="Jonathan Mah" userId="5261b2f2f3e51194" providerId="LiveId" clId="{D0E1D0F2-3E04-4D0A-847D-0FECA4BDAAD3}" dt="2025-07-28T21:48:09.739" v="1533" actId="478"/>
          <ac:spMkLst>
            <pc:docMk/>
            <pc:sldMk cId="1663706368" sldId="513"/>
            <ac:spMk id="33" creationId="{7CC0F803-CF80-ADE9-B863-9D3820B37620}"/>
          </ac:spMkLst>
        </pc:spChg>
        <pc:spChg chg="mod">
          <ac:chgData name="Jonathan Mah" userId="5261b2f2f3e51194" providerId="LiveId" clId="{D0E1D0F2-3E04-4D0A-847D-0FECA4BDAAD3}" dt="2025-07-28T22:06:09.314" v="2174" actId="1036"/>
          <ac:spMkLst>
            <pc:docMk/>
            <pc:sldMk cId="1663706368" sldId="513"/>
            <ac:spMk id="35" creationId="{8DED98B2-9791-8335-20DF-EACF4A4DFD3B}"/>
          </ac:spMkLst>
        </pc:spChg>
        <pc:spChg chg="mod">
          <ac:chgData name="Jonathan Mah" userId="5261b2f2f3e51194" providerId="LiveId" clId="{D0E1D0F2-3E04-4D0A-847D-0FECA4BDAAD3}" dt="2025-07-28T22:06:09.314" v="2174" actId="1036"/>
          <ac:spMkLst>
            <pc:docMk/>
            <pc:sldMk cId="1663706368" sldId="513"/>
            <ac:spMk id="36" creationId="{7B45B846-7AB3-9C79-E068-227AD53D4FD6}"/>
          </ac:spMkLst>
        </pc:spChg>
        <pc:spChg chg="mod">
          <ac:chgData name="Jonathan Mah" userId="5261b2f2f3e51194" providerId="LiveId" clId="{D0E1D0F2-3E04-4D0A-847D-0FECA4BDAAD3}" dt="2025-07-28T22:06:09.314" v="2174" actId="1036"/>
          <ac:spMkLst>
            <pc:docMk/>
            <pc:sldMk cId="1663706368" sldId="513"/>
            <ac:spMk id="37" creationId="{637402CA-94A2-7A6D-AC4F-433FB2DD8C14}"/>
          </ac:spMkLst>
        </pc:spChg>
        <pc:spChg chg="mod">
          <ac:chgData name="Jonathan Mah" userId="5261b2f2f3e51194" providerId="LiveId" clId="{D0E1D0F2-3E04-4D0A-847D-0FECA4BDAAD3}" dt="2025-07-28T22:06:25.700" v="2206" actId="1038"/>
          <ac:spMkLst>
            <pc:docMk/>
            <pc:sldMk cId="1663706368" sldId="513"/>
            <ac:spMk id="38" creationId="{F8A67FEB-D131-C70E-38AC-81199569CBCB}"/>
          </ac:spMkLst>
        </pc:spChg>
        <pc:spChg chg="mod">
          <ac:chgData name="Jonathan Mah" userId="5261b2f2f3e51194" providerId="LiveId" clId="{D0E1D0F2-3E04-4D0A-847D-0FECA4BDAAD3}" dt="2025-07-28T22:06:25.700" v="2206" actId="1038"/>
          <ac:spMkLst>
            <pc:docMk/>
            <pc:sldMk cId="1663706368" sldId="513"/>
            <ac:spMk id="39" creationId="{75181FFF-4A0B-C576-74C0-3EC0FC1BBCF3}"/>
          </ac:spMkLst>
        </pc:spChg>
        <pc:spChg chg="mod">
          <ac:chgData name="Jonathan Mah" userId="5261b2f2f3e51194" providerId="LiveId" clId="{D0E1D0F2-3E04-4D0A-847D-0FECA4BDAAD3}" dt="2025-07-28T22:06:25.700" v="2206" actId="1038"/>
          <ac:spMkLst>
            <pc:docMk/>
            <pc:sldMk cId="1663706368" sldId="513"/>
            <ac:spMk id="40" creationId="{4BADBDCF-86B6-D17F-1D38-3D1292745407}"/>
          </ac:spMkLst>
        </pc:spChg>
        <pc:spChg chg="del">
          <ac:chgData name="Jonathan Mah" userId="5261b2f2f3e51194" providerId="LiveId" clId="{D0E1D0F2-3E04-4D0A-847D-0FECA4BDAAD3}" dt="2025-07-28T21:06:29.090" v="402" actId="478"/>
          <ac:spMkLst>
            <pc:docMk/>
            <pc:sldMk cId="1663706368" sldId="513"/>
            <ac:spMk id="56" creationId="{D3B430F0-D9B2-F151-32C6-4ECF72D12A1F}"/>
          </ac:spMkLst>
        </pc:spChg>
        <pc:spChg chg="add mod">
          <ac:chgData name="Jonathan Mah" userId="5261b2f2f3e51194" providerId="LiveId" clId="{D0E1D0F2-3E04-4D0A-847D-0FECA4BDAAD3}" dt="2025-07-28T22:06:25.700" v="2206" actId="1038"/>
          <ac:spMkLst>
            <pc:docMk/>
            <pc:sldMk cId="1663706368" sldId="513"/>
            <ac:spMk id="538" creationId="{6330B629-D011-F42B-B0E3-A53B714D3870}"/>
          </ac:spMkLst>
        </pc:spChg>
        <pc:spChg chg="add mod">
          <ac:chgData name="Jonathan Mah" userId="5261b2f2f3e51194" providerId="LiveId" clId="{D0E1D0F2-3E04-4D0A-847D-0FECA4BDAAD3}" dt="2025-07-28T22:06:25.700" v="2206" actId="1038"/>
          <ac:spMkLst>
            <pc:docMk/>
            <pc:sldMk cId="1663706368" sldId="513"/>
            <ac:spMk id="539" creationId="{288CF384-909F-D4CB-763F-B61C4A338A8B}"/>
          </ac:spMkLst>
        </pc:spChg>
        <pc:spChg chg="add mod">
          <ac:chgData name="Jonathan Mah" userId="5261b2f2f3e51194" providerId="LiveId" clId="{D0E1D0F2-3E04-4D0A-847D-0FECA4BDAAD3}" dt="2025-07-28T22:06:25.700" v="2206" actId="1038"/>
          <ac:spMkLst>
            <pc:docMk/>
            <pc:sldMk cId="1663706368" sldId="513"/>
            <ac:spMk id="540" creationId="{44ED7668-2965-3F3C-8515-93D74C3EEF98}"/>
          </ac:spMkLst>
        </pc:spChg>
        <pc:spChg chg="add mod">
          <ac:chgData name="Jonathan Mah" userId="5261b2f2f3e51194" providerId="LiveId" clId="{D0E1D0F2-3E04-4D0A-847D-0FECA4BDAAD3}" dt="2025-07-28T22:06:22.553" v="2193" actId="1037"/>
          <ac:spMkLst>
            <pc:docMk/>
            <pc:sldMk cId="1663706368" sldId="513"/>
            <ac:spMk id="541" creationId="{8FFC02D5-F71E-13F4-1E75-32C44BB7F7D2}"/>
          </ac:spMkLst>
        </pc:spChg>
        <pc:spChg chg="add mod">
          <ac:chgData name="Jonathan Mah" userId="5261b2f2f3e51194" providerId="LiveId" clId="{D0E1D0F2-3E04-4D0A-847D-0FECA4BDAAD3}" dt="2025-07-28T22:06:25.700" v="2206" actId="1038"/>
          <ac:spMkLst>
            <pc:docMk/>
            <pc:sldMk cId="1663706368" sldId="513"/>
            <ac:spMk id="542" creationId="{5C4849F4-CE36-7363-C00B-F53250F6ACEC}"/>
          </ac:spMkLst>
        </pc:spChg>
        <pc:spChg chg="add mod">
          <ac:chgData name="Jonathan Mah" userId="5261b2f2f3e51194" providerId="LiveId" clId="{D0E1D0F2-3E04-4D0A-847D-0FECA4BDAAD3}" dt="2025-07-28T21:54:09.583" v="1720" actId="255"/>
          <ac:spMkLst>
            <pc:docMk/>
            <pc:sldMk cId="1663706368" sldId="513"/>
            <ac:spMk id="543" creationId="{14780343-7233-C5D1-07FC-2B477302258F}"/>
          </ac:spMkLst>
        </pc:spChg>
        <pc:spChg chg="add mod">
          <ac:chgData name="Jonathan Mah" userId="5261b2f2f3e51194" providerId="LiveId" clId="{D0E1D0F2-3E04-4D0A-847D-0FECA4BDAAD3}" dt="2025-07-28T21:54:09.583" v="1720" actId="255"/>
          <ac:spMkLst>
            <pc:docMk/>
            <pc:sldMk cId="1663706368" sldId="513"/>
            <ac:spMk id="544" creationId="{36EDF656-7D13-ADFC-D4C9-2E881468601A}"/>
          </ac:spMkLst>
        </pc:spChg>
        <pc:spChg chg="add mod">
          <ac:chgData name="Jonathan Mah" userId="5261b2f2f3e51194" providerId="LiveId" clId="{D0E1D0F2-3E04-4D0A-847D-0FECA4BDAAD3}" dt="2025-07-28T22:06:25.700" v="2206" actId="1038"/>
          <ac:spMkLst>
            <pc:docMk/>
            <pc:sldMk cId="1663706368" sldId="513"/>
            <ac:spMk id="545" creationId="{7D232405-6066-6177-5FC8-3FA331A2172B}"/>
          </ac:spMkLst>
        </pc:spChg>
        <pc:spChg chg="add mod">
          <ac:chgData name="Jonathan Mah" userId="5261b2f2f3e51194" providerId="LiveId" clId="{D0E1D0F2-3E04-4D0A-847D-0FECA4BDAAD3}" dt="2025-07-28T22:06:22.553" v="2193" actId="1037"/>
          <ac:spMkLst>
            <pc:docMk/>
            <pc:sldMk cId="1663706368" sldId="513"/>
            <ac:spMk id="546" creationId="{EC3C7F2D-A40A-9398-EFFD-E9FBF720EAE9}"/>
          </ac:spMkLst>
        </pc:spChg>
        <pc:spChg chg="add mod">
          <ac:chgData name="Jonathan Mah" userId="5261b2f2f3e51194" providerId="LiveId" clId="{D0E1D0F2-3E04-4D0A-847D-0FECA4BDAAD3}" dt="2025-07-28T22:06:25.700" v="2206" actId="1038"/>
          <ac:spMkLst>
            <pc:docMk/>
            <pc:sldMk cId="1663706368" sldId="513"/>
            <ac:spMk id="547" creationId="{2C4AE86C-9595-E99B-F26D-B14308D5F3F4}"/>
          </ac:spMkLst>
        </pc:spChg>
        <pc:spChg chg="add mod">
          <ac:chgData name="Jonathan Mah" userId="5261b2f2f3e51194" providerId="LiveId" clId="{D0E1D0F2-3E04-4D0A-847D-0FECA4BDAAD3}" dt="2025-07-28T22:05:35.521" v="2166" actId="1038"/>
          <ac:spMkLst>
            <pc:docMk/>
            <pc:sldMk cId="1663706368" sldId="513"/>
            <ac:spMk id="548" creationId="{E0CEC3CF-CFEC-4C06-35AB-C8137FF4567C}"/>
          </ac:spMkLst>
        </pc:spChg>
        <pc:spChg chg="add mod">
          <ac:chgData name="Jonathan Mah" userId="5261b2f2f3e51194" providerId="LiveId" clId="{D0E1D0F2-3E04-4D0A-847D-0FECA4BDAAD3}" dt="2025-07-28T22:05:35.521" v="2166" actId="1038"/>
          <ac:spMkLst>
            <pc:docMk/>
            <pc:sldMk cId="1663706368" sldId="513"/>
            <ac:spMk id="549" creationId="{0D0F3972-67EB-D5F8-FB48-ABE1642E691D}"/>
          </ac:spMkLst>
        </pc:spChg>
        <pc:spChg chg="add mod">
          <ac:chgData name="Jonathan Mah" userId="5261b2f2f3e51194" providerId="LiveId" clId="{D0E1D0F2-3E04-4D0A-847D-0FECA4BDAAD3}" dt="2025-07-28T22:05:35.521" v="2166" actId="1038"/>
          <ac:spMkLst>
            <pc:docMk/>
            <pc:sldMk cId="1663706368" sldId="513"/>
            <ac:spMk id="550" creationId="{AA2181C5-EFDD-C2F3-7168-C6356D1B66DF}"/>
          </ac:spMkLst>
        </pc:spChg>
        <pc:spChg chg="add mod">
          <ac:chgData name="Jonathan Mah" userId="5261b2f2f3e51194" providerId="LiveId" clId="{D0E1D0F2-3E04-4D0A-847D-0FECA4BDAAD3}" dt="2025-07-28T21:55:37.629" v="1801" actId="1038"/>
          <ac:spMkLst>
            <pc:docMk/>
            <pc:sldMk cId="1663706368" sldId="513"/>
            <ac:spMk id="553" creationId="{68CF7246-BBE2-E326-411D-4267B73A82B3}"/>
          </ac:spMkLst>
        </pc:spChg>
        <pc:spChg chg="add mod">
          <ac:chgData name="Jonathan Mah" userId="5261b2f2f3e51194" providerId="LiveId" clId="{D0E1D0F2-3E04-4D0A-847D-0FECA4BDAAD3}" dt="2025-07-28T21:55:08.943" v="1773" actId="1036"/>
          <ac:spMkLst>
            <pc:docMk/>
            <pc:sldMk cId="1663706368" sldId="513"/>
            <ac:spMk id="554" creationId="{3C3EC8A2-6780-01EC-11DC-2639F99B7407}"/>
          </ac:spMkLst>
        </pc:spChg>
        <pc:spChg chg="add mod">
          <ac:chgData name="Jonathan Mah" userId="5261b2f2f3e51194" providerId="LiveId" clId="{D0E1D0F2-3E04-4D0A-847D-0FECA4BDAAD3}" dt="2025-07-28T21:55:08.943" v="1773" actId="1036"/>
          <ac:spMkLst>
            <pc:docMk/>
            <pc:sldMk cId="1663706368" sldId="513"/>
            <ac:spMk id="555" creationId="{20DFA889-14F4-AE23-80BC-7C6C7AF62347}"/>
          </ac:spMkLst>
        </pc:spChg>
        <pc:spChg chg="add mod">
          <ac:chgData name="Jonathan Mah" userId="5261b2f2f3e51194" providerId="LiveId" clId="{D0E1D0F2-3E04-4D0A-847D-0FECA4BDAAD3}" dt="2025-07-28T22:05:53.009" v="2169" actId="14100"/>
          <ac:spMkLst>
            <pc:docMk/>
            <pc:sldMk cId="1663706368" sldId="513"/>
            <ac:spMk id="605" creationId="{845BCD1A-0AE7-CA83-5C96-5186D0CE7F60}"/>
          </ac:spMkLst>
        </pc:spChg>
        <pc:spChg chg="add mod">
          <ac:chgData name="Jonathan Mah" userId="5261b2f2f3e51194" providerId="LiveId" clId="{D0E1D0F2-3E04-4D0A-847D-0FECA4BDAAD3}" dt="2025-07-28T22:05:48.682" v="2168" actId="1076"/>
          <ac:spMkLst>
            <pc:docMk/>
            <pc:sldMk cId="1663706368" sldId="513"/>
            <ac:spMk id="606" creationId="{44AD9D2E-DB42-58B3-E088-DD447AB0C8D1}"/>
          </ac:spMkLst>
        </pc:spChg>
        <pc:spChg chg="add mod">
          <ac:chgData name="Jonathan Mah" userId="5261b2f2f3e51194" providerId="LiveId" clId="{D0E1D0F2-3E04-4D0A-847D-0FECA4BDAAD3}" dt="2025-07-28T22:06:09.314" v="2174" actId="1036"/>
          <ac:spMkLst>
            <pc:docMk/>
            <pc:sldMk cId="1663706368" sldId="513"/>
            <ac:spMk id="607" creationId="{699ADAEC-A47E-DBDF-C35F-1E56C289782A}"/>
          </ac:spMkLst>
        </pc:spChg>
        <pc:spChg chg="add mod">
          <ac:chgData name="Jonathan Mah" userId="5261b2f2f3e51194" providerId="LiveId" clId="{D0E1D0F2-3E04-4D0A-847D-0FECA4BDAAD3}" dt="2025-07-28T22:06:09.314" v="2174" actId="1036"/>
          <ac:spMkLst>
            <pc:docMk/>
            <pc:sldMk cId="1663706368" sldId="513"/>
            <ac:spMk id="608" creationId="{54E1AFF0-1B4E-9352-2401-CCA98F2E5134}"/>
          </ac:spMkLst>
        </pc:spChg>
        <pc:spChg chg="add mod">
          <ac:chgData name="Jonathan Mah" userId="5261b2f2f3e51194" providerId="LiveId" clId="{D0E1D0F2-3E04-4D0A-847D-0FECA4BDAAD3}" dt="2025-07-28T22:05:48.682" v="2168" actId="1076"/>
          <ac:spMkLst>
            <pc:docMk/>
            <pc:sldMk cId="1663706368" sldId="513"/>
            <ac:spMk id="609" creationId="{C11E6C42-96FD-12BA-6421-2DA0BF9EF21A}"/>
          </ac:spMkLst>
        </pc:spChg>
        <pc:spChg chg="add mod">
          <ac:chgData name="Jonathan Mah" userId="5261b2f2f3e51194" providerId="LiveId" clId="{D0E1D0F2-3E04-4D0A-847D-0FECA4BDAAD3}" dt="2025-07-28T22:05:48.682" v="2168" actId="1076"/>
          <ac:spMkLst>
            <pc:docMk/>
            <pc:sldMk cId="1663706368" sldId="513"/>
            <ac:spMk id="610" creationId="{11865559-E351-B484-FB2D-0405E5E1652C}"/>
          </ac:spMkLst>
        </pc:spChg>
        <pc:cxnChg chg="add mod">
          <ac:chgData name="Jonathan Mah" userId="5261b2f2f3e51194" providerId="LiveId" clId="{D0E1D0F2-3E04-4D0A-847D-0FECA4BDAAD3}" dt="2025-07-28T21:07:20.468" v="447" actId="1037"/>
          <ac:cxnSpMkLst>
            <pc:docMk/>
            <pc:sldMk cId="1663706368" sldId="513"/>
            <ac:cxnSpMk id="9" creationId="{294E77DF-C4EE-31C1-85F5-E12AE9F549E2}"/>
          </ac:cxnSpMkLst>
        </pc:cxnChg>
        <pc:cxnChg chg="add mod">
          <ac:chgData name="Jonathan Mah" userId="5261b2f2f3e51194" providerId="LiveId" clId="{D0E1D0F2-3E04-4D0A-847D-0FECA4BDAAD3}" dt="2025-07-28T21:07:20.468" v="447" actId="1037"/>
          <ac:cxnSpMkLst>
            <pc:docMk/>
            <pc:sldMk cId="1663706368" sldId="513"/>
            <ac:cxnSpMk id="10" creationId="{D66FC7D2-07C2-6441-2457-AF1BC3B3B7B4}"/>
          </ac:cxnSpMkLst>
        </pc:cxnChg>
        <pc:cxnChg chg="add mod">
          <ac:chgData name="Jonathan Mah" userId="5261b2f2f3e51194" providerId="LiveId" clId="{D0E1D0F2-3E04-4D0A-847D-0FECA4BDAAD3}" dt="2025-07-28T21:07:20.468" v="447" actId="1037"/>
          <ac:cxnSpMkLst>
            <pc:docMk/>
            <pc:sldMk cId="1663706368" sldId="513"/>
            <ac:cxnSpMk id="13" creationId="{AF03396F-A389-E53A-7188-56EB3ABDF502}"/>
          </ac:cxnSpMkLst>
        </pc:cxnChg>
        <pc:cxnChg chg="add mod">
          <ac:chgData name="Jonathan Mah" userId="5261b2f2f3e51194" providerId="LiveId" clId="{D0E1D0F2-3E04-4D0A-847D-0FECA4BDAAD3}" dt="2025-07-28T21:07:20.468" v="447" actId="1037"/>
          <ac:cxnSpMkLst>
            <pc:docMk/>
            <pc:sldMk cId="1663706368" sldId="513"/>
            <ac:cxnSpMk id="14" creationId="{BF699CDF-6B5A-5006-49BB-77AE2E475670}"/>
          </ac:cxnSpMkLst>
        </pc:cxnChg>
        <pc:cxnChg chg="add mod">
          <ac:chgData name="Jonathan Mah" userId="5261b2f2f3e51194" providerId="LiveId" clId="{D0E1D0F2-3E04-4D0A-847D-0FECA4BDAAD3}" dt="2025-07-28T21:07:20.468" v="447" actId="1037"/>
          <ac:cxnSpMkLst>
            <pc:docMk/>
            <pc:sldMk cId="1663706368" sldId="513"/>
            <ac:cxnSpMk id="15" creationId="{C62369F2-B0CB-FED4-2B90-FF533F506543}"/>
          </ac:cxnSpMkLst>
        </pc:cxnChg>
        <pc:cxnChg chg="add mod">
          <ac:chgData name="Jonathan Mah" userId="5261b2f2f3e51194" providerId="LiveId" clId="{D0E1D0F2-3E04-4D0A-847D-0FECA4BDAAD3}" dt="2025-07-28T22:05:02.688" v="2125" actId="1038"/>
          <ac:cxnSpMkLst>
            <pc:docMk/>
            <pc:sldMk cId="1663706368" sldId="513"/>
            <ac:cxnSpMk id="17" creationId="{AF3CF3DA-12F7-E7E8-D214-AC6EE0B7887F}"/>
          </ac:cxnSpMkLst>
        </pc:cxnChg>
        <pc:cxnChg chg="add mod">
          <ac:chgData name="Jonathan Mah" userId="5261b2f2f3e51194" providerId="LiveId" clId="{D0E1D0F2-3E04-4D0A-847D-0FECA4BDAAD3}" dt="2025-07-28T21:10:47.865" v="527" actId="14100"/>
          <ac:cxnSpMkLst>
            <pc:docMk/>
            <pc:sldMk cId="1663706368" sldId="513"/>
            <ac:cxnSpMk id="18" creationId="{42F8AF2A-7B8F-A175-39B1-888A145D274B}"/>
          </ac:cxnSpMkLst>
        </pc:cxnChg>
        <pc:cxnChg chg="add mod">
          <ac:chgData name="Jonathan Mah" userId="5261b2f2f3e51194" providerId="LiveId" clId="{D0E1D0F2-3E04-4D0A-847D-0FECA4BDAAD3}" dt="2025-07-28T22:00:55.087" v="1880" actId="14100"/>
          <ac:cxnSpMkLst>
            <pc:docMk/>
            <pc:sldMk cId="1663706368" sldId="513"/>
            <ac:cxnSpMk id="21" creationId="{182D8AB6-C14D-E017-B126-EC80F544ED56}"/>
          </ac:cxnSpMkLst>
        </pc:cxnChg>
        <pc:cxnChg chg="add mod">
          <ac:chgData name="Jonathan Mah" userId="5261b2f2f3e51194" providerId="LiveId" clId="{D0E1D0F2-3E04-4D0A-847D-0FECA4BDAAD3}" dt="2025-07-28T21:09:47.099" v="512" actId="1035"/>
          <ac:cxnSpMkLst>
            <pc:docMk/>
            <pc:sldMk cId="1663706368" sldId="513"/>
            <ac:cxnSpMk id="22" creationId="{4714411E-9E15-C044-FD20-FDD95B3CD81F}"/>
          </ac:cxnSpMkLst>
        </pc:cxnChg>
        <pc:cxnChg chg="del mod">
          <ac:chgData name="Jonathan Mah" userId="5261b2f2f3e51194" providerId="LiveId" clId="{D0E1D0F2-3E04-4D0A-847D-0FECA4BDAAD3}" dt="2025-07-28T21:52:42.768" v="1672" actId="478"/>
          <ac:cxnSpMkLst>
            <pc:docMk/>
            <pc:sldMk cId="1663706368" sldId="513"/>
            <ac:cxnSpMk id="27" creationId="{EC8392E3-FF94-5431-03BA-A65A38BCE1A0}"/>
          </ac:cxnSpMkLst>
        </pc:cxnChg>
        <pc:cxnChg chg="mod">
          <ac:chgData name="Jonathan Mah" userId="5261b2f2f3e51194" providerId="LiveId" clId="{D0E1D0F2-3E04-4D0A-847D-0FECA4BDAAD3}" dt="2025-07-28T22:06:09.314" v="2174" actId="1036"/>
          <ac:cxnSpMkLst>
            <pc:docMk/>
            <pc:sldMk cId="1663706368" sldId="513"/>
            <ac:cxnSpMk id="34" creationId="{D0BA5B5F-5DBA-5FBE-5FB7-C51C11AA6505}"/>
          </ac:cxnSpMkLst>
        </pc:cxnChg>
        <pc:cxnChg chg="mod">
          <ac:chgData name="Jonathan Mah" userId="5261b2f2f3e51194" providerId="LiveId" clId="{D0E1D0F2-3E04-4D0A-847D-0FECA4BDAAD3}" dt="2025-07-28T21:08:18.956" v="487" actId="1036"/>
          <ac:cxnSpMkLst>
            <pc:docMk/>
            <pc:sldMk cId="1663706368" sldId="513"/>
            <ac:cxnSpMk id="43" creationId="{0647F9EB-6456-AE24-65DA-EA4757D24CFF}"/>
          </ac:cxnSpMkLst>
        </pc:cxnChg>
        <pc:cxnChg chg="mod">
          <ac:chgData name="Jonathan Mah" userId="5261b2f2f3e51194" providerId="LiveId" clId="{D0E1D0F2-3E04-4D0A-847D-0FECA4BDAAD3}" dt="2025-07-28T21:08:20.598" v="488" actId="1036"/>
          <ac:cxnSpMkLst>
            <pc:docMk/>
            <pc:sldMk cId="1663706368" sldId="513"/>
            <ac:cxnSpMk id="44" creationId="{1AF2C6E5-CBB5-1AB2-C438-02589CA06572}"/>
          </ac:cxnSpMkLst>
        </pc:cxnChg>
        <pc:cxnChg chg="del">
          <ac:chgData name="Jonathan Mah" userId="5261b2f2f3e51194" providerId="LiveId" clId="{D0E1D0F2-3E04-4D0A-847D-0FECA4BDAAD3}" dt="2025-07-28T21:07:59.887" v="454" actId="478"/>
          <ac:cxnSpMkLst>
            <pc:docMk/>
            <pc:sldMk cId="1663706368" sldId="513"/>
            <ac:cxnSpMk id="46" creationId="{F9E807AB-44EA-E5F4-5BE7-ADE6A14CCA07}"/>
          </ac:cxnSpMkLst>
        </pc:cxnChg>
        <pc:cxnChg chg="add mod">
          <ac:chgData name="Jonathan Mah" userId="5261b2f2f3e51194" providerId="LiveId" clId="{D0E1D0F2-3E04-4D0A-847D-0FECA4BDAAD3}" dt="2025-07-28T21:10:28.781" v="524" actId="1076"/>
          <ac:cxnSpMkLst>
            <pc:docMk/>
            <pc:sldMk cId="1663706368" sldId="513"/>
            <ac:cxnSpMk id="48" creationId="{9B6738AE-FF7E-EEDD-EE75-0F62D938570C}"/>
          </ac:cxnSpMkLst>
        </pc:cxnChg>
        <pc:cxnChg chg="add del mod">
          <ac:chgData name="Jonathan Mah" userId="5261b2f2f3e51194" providerId="LiveId" clId="{D0E1D0F2-3E04-4D0A-847D-0FECA4BDAAD3}" dt="2025-07-28T21:59:33.306" v="1835" actId="478"/>
          <ac:cxnSpMkLst>
            <pc:docMk/>
            <pc:sldMk cId="1663706368" sldId="513"/>
            <ac:cxnSpMk id="49" creationId="{C69DFD83-7800-70D3-82BB-262A20BD86BF}"/>
          </ac:cxnSpMkLst>
        </pc:cxnChg>
        <pc:cxnChg chg="del">
          <ac:chgData name="Jonathan Mah" userId="5261b2f2f3e51194" providerId="LiveId" clId="{D0E1D0F2-3E04-4D0A-847D-0FECA4BDAAD3}" dt="2025-07-28T21:07:58.761" v="453" actId="478"/>
          <ac:cxnSpMkLst>
            <pc:docMk/>
            <pc:sldMk cId="1663706368" sldId="513"/>
            <ac:cxnSpMk id="51" creationId="{018E34B4-3124-3517-1B16-7E4B11DCEDB7}"/>
          </ac:cxnSpMkLst>
        </pc:cxnChg>
        <pc:cxnChg chg="add mod">
          <ac:chgData name="Jonathan Mah" userId="5261b2f2f3e51194" providerId="LiveId" clId="{D0E1D0F2-3E04-4D0A-847D-0FECA4BDAAD3}" dt="2025-07-28T21:12:01.515" v="542" actId="14100"/>
          <ac:cxnSpMkLst>
            <pc:docMk/>
            <pc:sldMk cId="1663706368" sldId="513"/>
            <ac:cxnSpMk id="54" creationId="{E5EA91F2-176D-298A-EAFF-7550A8200703}"/>
          </ac:cxnSpMkLst>
        </pc:cxnChg>
        <pc:cxnChg chg="del">
          <ac:chgData name="Jonathan Mah" userId="5261b2f2f3e51194" providerId="LiveId" clId="{D0E1D0F2-3E04-4D0A-847D-0FECA4BDAAD3}" dt="2025-07-28T21:06:29.090" v="402" actId="478"/>
          <ac:cxnSpMkLst>
            <pc:docMk/>
            <pc:sldMk cId="1663706368" sldId="513"/>
            <ac:cxnSpMk id="58" creationId="{A361DDCA-06C5-1430-7003-6B347365FE92}"/>
          </ac:cxnSpMkLst>
        </pc:cxnChg>
        <pc:cxnChg chg="del">
          <ac:chgData name="Jonathan Mah" userId="5261b2f2f3e51194" providerId="LiveId" clId="{D0E1D0F2-3E04-4D0A-847D-0FECA4BDAAD3}" dt="2025-07-28T21:06:29.090" v="402" actId="478"/>
          <ac:cxnSpMkLst>
            <pc:docMk/>
            <pc:sldMk cId="1663706368" sldId="513"/>
            <ac:cxnSpMk id="59" creationId="{E3047699-A97B-D7D3-33C0-8315B9CCF351}"/>
          </ac:cxnSpMkLst>
        </pc:cxnChg>
        <pc:cxnChg chg="del">
          <ac:chgData name="Jonathan Mah" userId="5261b2f2f3e51194" providerId="LiveId" clId="{D0E1D0F2-3E04-4D0A-847D-0FECA4BDAAD3}" dt="2025-07-28T21:06:29.090" v="402" actId="478"/>
          <ac:cxnSpMkLst>
            <pc:docMk/>
            <pc:sldMk cId="1663706368" sldId="513"/>
            <ac:cxnSpMk id="60" creationId="{63F5DDAE-0581-4FD7-6153-6AAA4BDADF94}"/>
          </ac:cxnSpMkLst>
        </pc:cxnChg>
        <pc:cxnChg chg="del">
          <ac:chgData name="Jonathan Mah" userId="5261b2f2f3e51194" providerId="LiveId" clId="{D0E1D0F2-3E04-4D0A-847D-0FECA4BDAAD3}" dt="2025-07-28T21:06:29.090" v="402" actId="478"/>
          <ac:cxnSpMkLst>
            <pc:docMk/>
            <pc:sldMk cId="1663706368" sldId="513"/>
            <ac:cxnSpMk id="61" creationId="{9DF20A55-C714-8B61-AECB-987ED7B911EF}"/>
          </ac:cxnSpMkLst>
        </pc:cxnChg>
        <pc:cxnChg chg="del">
          <ac:chgData name="Jonathan Mah" userId="5261b2f2f3e51194" providerId="LiveId" clId="{D0E1D0F2-3E04-4D0A-847D-0FECA4BDAAD3}" dt="2025-07-28T21:06:29.090" v="402" actId="478"/>
          <ac:cxnSpMkLst>
            <pc:docMk/>
            <pc:sldMk cId="1663706368" sldId="513"/>
            <ac:cxnSpMk id="64" creationId="{76E6309D-682E-2668-2F49-548E0188EB12}"/>
          </ac:cxnSpMkLst>
        </pc:cxnChg>
        <pc:cxnChg chg="del">
          <ac:chgData name="Jonathan Mah" userId="5261b2f2f3e51194" providerId="LiveId" clId="{D0E1D0F2-3E04-4D0A-847D-0FECA4BDAAD3}" dt="2025-07-28T21:06:29.090" v="402" actId="478"/>
          <ac:cxnSpMkLst>
            <pc:docMk/>
            <pc:sldMk cId="1663706368" sldId="513"/>
            <ac:cxnSpMk id="65" creationId="{7AB3AA90-7C7A-5266-B746-1FDF4B0705DA}"/>
          </ac:cxnSpMkLst>
        </pc:cxnChg>
        <pc:cxnChg chg="del">
          <ac:chgData name="Jonathan Mah" userId="5261b2f2f3e51194" providerId="LiveId" clId="{D0E1D0F2-3E04-4D0A-847D-0FECA4BDAAD3}" dt="2025-07-28T21:06:29.090" v="402" actId="478"/>
          <ac:cxnSpMkLst>
            <pc:docMk/>
            <pc:sldMk cId="1663706368" sldId="513"/>
            <ac:cxnSpMk id="68" creationId="{753B049D-E3BF-3ABC-5D6F-602D09F83C72}"/>
          </ac:cxnSpMkLst>
        </pc:cxnChg>
        <pc:cxnChg chg="del">
          <ac:chgData name="Jonathan Mah" userId="5261b2f2f3e51194" providerId="LiveId" clId="{D0E1D0F2-3E04-4D0A-847D-0FECA4BDAAD3}" dt="2025-07-28T21:06:29.090" v="402" actId="478"/>
          <ac:cxnSpMkLst>
            <pc:docMk/>
            <pc:sldMk cId="1663706368" sldId="513"/>
            <ac:cxnSpMk id="69" creationId="{5EB3EBCD-767D-04B5-7ED4-F138F2A09CD9}"/>
          </ac:cxnSpMkLst>
        </pc:cxnChg>
        <pc:cxnChg chg="del">
          <ac:chgData name="Jonathan Mah" userId="5261b2f2f3e51194" providerId="LiveId" clId="{D0E1D0F2-3E04-4D0A-847D-0FECA4BDAAD3}" dt="2025-07-28T21:06:29.090" v="402" actId="478"/>
          <ac:cxnSpMkLst>
            <pc:docMk/>
            <pc:sldMk cId="1663706368" sldId="513"/>
            <ac:cxnSpMk id="70" creationId="{BF84F370-3E5A-CE91-99A3-D45F4E29BE37}"/>
          </ac:cxnSpMkLst>
        </pc:cxnChg>
        <pc:cxnChg chg="add mod">
          <ac:chgData name="Jonathan Mah" userId="5261b2f2f3e51194" providerId="LiveId" clId="{D0E1D0F2-3E04-4D0A-847D-0FECA4BDAAD3}" dt="2025-07-28T21:59:58.696" v="1839" actId="1035"/>
          <ac:cxnSpMkLst>
            <pc:docMk/>
            <pc:sldMk cId="1663706368" sldId="513"/>
            <ac:cxnSpMk id="72" creationId="{EBE1E538-3CB1-8174-CD37-3BCC678EF595}"/>
          </ac:cxnSpMkLst>
        </pc:cxnChg>
        <pc:cxnChg chg="add del mod">
          <ac:chgData name="Jonathan Mah" userId="5261b2f2f3e51194" providerId="LiveId" clId="{D0E1D0F2-3E04-4D0A-847D-0FECA4BDAAD3}" dt="2025-07-28T21:59:33.306" v="1835" actId="478"/>
          <ac:cxnSpMkLst>
            <pc:docMk/>
            <pc:sldMk cId="1663706368" sldId="513"/>
            <ac:cxnSpMk id="75" creationId="{F9AABC22-38F1-5E60-D712-7DB3819C37C5}"/>
          </ac:cxnSpMkLst>
        </pc:cxnChg>
        <pc:cxnChg chg="add del mod">
          <ac:chgData name="Jonathan Mah" userId="5261b2f2f3e51194" providerId="LiveId" clId="{D0E1D0F2-3E04-4D0A-847D-0FECA4BDAAD3}" dt="2025-07-28T21:59:33.306" v="1835" actId="478"/>
          <ac:cxnSpMkLst>
            <pc:docMk/>
            <pc:sldMk cId="1663706368" sldId="513"/>
            <ac:cxnSpMk id="76" creationId="{D14C32C9-B258-73A3-D585-97D04894D56B}"/>
          </ac:cxnSpMkLst>
        </pc:cxnChg>
        <pc:cxnChg chg="add mod">
          <ac:chgData name="Jonathan Mah" userId="5261b2f2f3e51194" providerId="LiveId" clId="{D0E1D0F2-3E04-4D0A-847D-0FECA4BDAAD3}" dt="2025-07-28T21:18:27.603" v="645" actId="1037"/>
          <ac:cxnSpMkLst>
            <pc:docMk/>
            <pc:sldMk cId="1663706368" sldId="513"/>
            <ac:cxnSpMk id="77" creationId="{737487CD-F48C-E67B-F460-CE5EB7762243}"/>
          </ac:cxnSpMkLst>
        </pc:cxnChg>
        <pc:cxnChg chg="add mod">
          <ac:chgData name="Jonathan Mah" userId="5261b2f2f3e51194" providerId="LiveId" clId="{D0E1D0F2-3E04-4D0A-847D-0FECA4BDAAD3}" dt="2025-07-28T21:18:18.636" v="625" actId="1035"/>
          <ac:cxnSpMkLst>
            <pc:docMk/>
            <pc:sldMk cId="1663706368" sldId="513"/>
            <ac:cxnSpMk id="78" creationId="{73F53A83-01F6-4C79-8395-2771B09B53A1}"/>
          </ac:cxnSpMkLst>
        </pc:cxnChg>
        <pc:cxnChg chg="add mod">
          <ac:chgData name="Jonathan Mah" userId="5261b2f2f3e51194" providerId="LiveId" clId="{D0E1D0F2-3E04-4D0A-847D-0FECA4BDAAD3}" dt="2025-07-28T21:18:10.115" v="623" actId="14100"/>
          <ac:cxnSpMkLst>
            <pc:docMk/>
            <pc:sldMk cId="1663706368" sldId="513"/>
            <ac:cxnSpMk id="84" creationId="{7E45E521-613D-8E6B-C0E1-35398EBA58CB}"/>
          </ac:cxnSpMkLst>
        </pc:cxnChg>
        <pc:cxnChg chg="add del mod">
          <ac:chgData name="Jonathan Mah" userId="5261b2f2f3e51194" providerId="LiveId" clId="{D0E1D0F2-3E04-4D0A-847D-0FECA4BDAAD3}" dt="2025-07-28T21:19:31.940" v="659" actId="478"/>
          <ac:cxnSpMkLst>
            <pc:docMk/>
            <pc:sldMk cId="1663706368" sldId="513"/>
            <ac:cxnSpMk id="88" creationId="{87D9EB95-EFB0-6EDE-747C-A4F8BEFF4F8F}"/>
          </ac:cxnSpMkLst>
        </pc:cxnChg>
        <pc:cxnChg chg="add del mod">
          <ac:chgData name="Jonathan Mah" userId="5261b2f2f3e51194" providerId="LiveId" clId="{D0E1D0F2-3E04-4D0A-847D-0FECA4BDAAD3}" dt="2025-07-28T21:19:31.940" v="659" actId="478"/>
          <ac:cxnSpMkLst>
            <pc:docMk/>
            <pc:sldMk cId="1663706368" sldId="513"/>
            <ac:cxnSpMk id="89" creationId="{7EA0859B-97B2-EC13-B43F-C025C689B8A1}"/>
          </ac:cxnSpMkLst>
        </pc:cxnChg>
        <pc:cxnChg chg="add del mod">
          <ac:chgData name="Jonathan Mah" userId="5261b2f2f3e51194" providerId="LiveId" clId="{D0E1D0F2-3E04-4D0A-847D-0FECA4BDAAD3}" dt="2025-07-28T21:19:31.940" v="659" actId="478"/>
          <ac:cxnSpMkLst>
            <pc:docMk/>
            <pc:sldMk cId="1663706368" sldId="513"/>
            <ac:cxnSpMk id="90" creationId="{8B445E2C-204B-5346-AD1B-D55457BF63ED}"/>
          </ac:cxnSpMkLst>
        </pc:cxnChg>
        <pc:cxnChg chg="add del mod">
          <ac:chgData name="Jonathan Mah" userId="5261b2f2f3e51194" providerId="LiveId" clId="{D0E1D0F2-3E04-4D0A-847D-0FECA4BDAAD3}" dt="2025-07-28T21:20:07.569" v="662" actId="478"/>
          <ac:cxnSpMkLst>
            <pc:docMk/>
            <pc:sldMk cId="1663706368" sldId="513"/>
            <ac:cxnSpMk id="91" creationId="{D7BB6AB9-BC13-C940-9003-E93C3E86E878}"/>
          </ac:cxnSpMkLst>
        </pc:cxnChg>
        <pc:cxnChg chg="add del mod">
          <ac:chgData name="Jonathan Mah" userId="5261b2f2f3e51194" providerId="LiveId" clId="{D0E1D0F2-3E04-4D0A-847D-0FECA4BDAAD3}" dt="2025-07-28T21:20:07.569" v="662" actId="478"/>
          <ac:cxnSpMkLst>
            <pc:docMk/>
            <pc:sldMk cId="1663706368" sldId="513"/>
            <ac:cxnSpMk id="92" creationId="{1675FB9F-7B7C-7C5E-9616-054BBA1DCC33}"/>
          </ac:cxnSpMkLst>
        </pc:cxnChg>
        <pc:cxnChg chg="add del mod">
          <ac:chgData name="Jonathan Mah" userId="5261b2f2f3e51194" providerId="LiveId" clId="{D0E1D0F2-3E04-4D0A-847D-0FECA4BDAAD3}" dt="2025-07-28T21:20:07.569" v="662" actId="478"/>
          <ac:cxnSpMkLst>
            <pc:docMk/>
            <pc:sldMk cId="1663706368" sldId="513"/>
            <ac:cxnSpMk id="93" creationId="{62D9A94D-4A7E-E89F-B279-D5BC371E8DCC}"/>
          </ac:cxnSpMkLst>
        </pc:cxnChg>
        <pc:cxnChg chg="add del mod">
          <ac:chgData name="Jonathan Mah" userId="5261b2f2f3e51194" providerId="LiveId" clId="{D0E1D0F2-3E04-4D0A-847D-0FECA4BDAAD3}" dt="2025-07-28T21:20:24.248" v="665" actId="478"/>
          <ac:cxnSpMkLst>
            <pc:docMk/>
            <pc:sldMk cId="1663706368" sldId="513"/>
            <ac:cxnSpMk id="94" creationId="{A7D28D01-F1D2-85EB-95AA-C20A81F803F7}"/>
          </ac:cxnSpMkLst>
        </pc:cxnChg>
        <pc:cxnChg chg="add del mod">
          <ac:chgData name="Jonathan Mah" userId="5261b2f2f3e51194" providerId="LiveId" clId="{D0E1D0F2-3E04-4D0A-847D-0FECA4BDAAD3}" dt="2025-07-28T21:20:24.248" v="665" actId="478"/>
          <ac:cxnSpMkLst>
            <pc:docMk/>
            <pc:sldMk cId="1663706368" sldId="513"/>
            <ac:cxnSpMk id="95" creationId="{25C047EB-E693-B18B-9450-64F88D07C643}"/>
          </ac:cxnSpMkLst>
        </pc:cxnChg>
        <pc:cxnChg chg="add del mod">
          <ac:chgData name="Jonathan Mah" userId="5261b2f2f3e51194" providerId="LiveId" clId="{D0E1D0F2-3E04-4D0A-847D-0FECA4BDAAD3}" dt="2025-07-28T21:20:24.248" v="665" actId="478"/>
          <ac:cxnSpMkLst>
            <pc:docMk/>
            <pc:sldMk cId="1663706368" sldId="513"/>
            <ac:cxnSpMk id="96" creationId="{5E518D7D-44F9-41F9-7E95-B10F7A62C8AB}"/>
          </ac:cxnSpMkLst>
        </pc:cxnChg>
        <pc:cxnChg chg="add del mod">
          <ac:chgData name="Jonathan Mah" userId="5261b2f2f3e51194" providerId="LiveId" clId="{D0E1D0F2-3E04-4D0A-847D-0FECA4BDAAD3}" dt="2025-07-28T21:19:13.778" v="656" actId="478"/>
          <ac:cxnSpMkLst>
            <pc:docMk/>
            <pc:sldMk cId="1663706368" sldId="513"/>
            <ac:cxnSpMk id="101" creationId="{6F0DDC5E-A293-607E-7B15-06270F7343CD}"/>
          </ac:cxnSpMkLst>
        </pc:cxnChg>
        <pc:cxnChg chg="add del mod">
          <ac:chgData name="Jonathan Mah" userId="5261b2f2f3e51194" providerId="LiveId" clId="{D0E1D0F2-3E04-4D0A-847D-0FECA4BDAAD3}" dt="2025-07-28T21:19:13.778" v="656" actId="478"/>
          <ac:cxnSpMkLst>
            <pc:docMk/>
            <pc:sldMk cId="1663706368" sldId="513"/>
            <ac:cxnSpMk id="102" creationId="{BC2403A7-7658-F42C-D14B-26518BECACCC}"/>
          </ac:cxnSpMkLst>
        </pc:cxnChg>
        <pc:cxnChg chg="add del mod">
          <ac:chgData name="Jonathan Mah" userId="5261b2f2f3e51194" providerId="LiveId" clId="{D0E1D0F2-3E04-4D0A-847D-0FECA4BDAAD3}" dt="2025-07-28T21:19:13.778" v="656" actId="478"/>
          <ac:cxnSpMkLst>
            <pc:docMk/>
            <pc:sldMk cId="1663706368" sldId="513"/>
            <ac:cxnSpMk id="103" creationId="{9BE229C6-7BB7-3B18-234F-250085885735}"/>
          </ac:cxnSpMkLst>
        </pc:cxnChg>
        <pc:cxnChg chg="add mod">
          <ac:chgData name="Jonathan Mah" userId="5261b2f2f3e51194" providerId="LiveId" clId="{D0E1D0F2-3E04-4D0A-847D-0FECA4BDAAD3}" dt="2025-07-28T21:19:06.158" v="655" actId="14100"/>
          <ac:cxnSpMkLst>
            <pc:docMk/>
            <pc:sldMk cId="1663706368" sldId="513"/>
            <ac:cxnSpMk id="109" creationId="{F1B46A50-9781-D1AF-93AB-E1D64A088BA4}"/>
          </ac:cxnSpMkLst>
        </pc:cxnChg>
        <pc:cxnChg chg="add mod">
          <ac:chgData name="Jonathan Mah" userId="5261b2f2f3e51194" providerId="LiveId" clId="{D0E1D0F2-3E04-4D0A-847D-0FECA4BDAAD3}" dt="2025-07-28T21:19:06.158" v="655" actId="14100"/>
          <ac:cxnSpMkLst>
            <pc:docMk/>
            <pc:sldMk cId="1663706368" sldId="513"/>
            <ac:cxnSpMk id="110" creationId="{06FB726D-A8A5-848D-EEEC-47474991756F}"/>
          </ac:cxnSpMkLst>
        </pc:cxnChg>
        <pc:cxnChg chg="add mod">
          <ac:chgData name="Jonathan Mah" userId="5261b2f2f3e51194" providerId="LiveId" clId="{D0E1D0F2-3E04-4D0A-847D-0FECA4BDAAD3}" dt="2025-07-28T21:18:46.563" v="648" actId="1076"/>
          <ac:cxnSpMkLst>
            <pc:docMk/>
            <pc:sldMk cId="1663706368" sldId="513"/>
            <ac:cxnSpMk id="111" creationId="{687F426D-C06C-D2D0-22B6-EA0519F5B29C}"/>
          </ac:cxnSpMkLst>
        </pc:cxnChg>
        <pc:cxnChg chg="add mod">
          <ac:chgData name="Jonathan Mah" userId="5261b2f2f3e51194" providerId="LiveId" clId="{D0E1D0F2-3E04-4D0A-847D-0FECA4BDAAD3}" dt="2025-07-28T21:17:59.429" v="621" actId="1076"/>
          <ac:cxnSpMkLst>
            <pc:docMk/>
            <pc:sldMk cId="1663706368" sldId="513"/>
            <ac:cxnSpMk id="112" creationId="{C6F57841-5718-7CE3-D82B-CEBC1AF6FD09}"/>
          </ac:cxnSpMkLst>
        </pc:cxnChg>
        <pc:cxnChg chg="add mod">
          <ac:chgData name="Jonathan Mah" userId="5261b2f2f3e51194" providerId="LiveId" clId="{D0E1D0F2-3E04-4D0A-847D-0FECA4BDAAD3}" dt="2025-07-28T21:17:59.429" v="621" actId="1076"/>
          <ac:cxnSpMkLst>
            <pc:docMk/>
            <pc:sldMk cId="1663706368" sldId="513"/>
            <ac:cxnSpMk id="113" creationId="{B6CFC3B2-AFBD-3126-D2EE-9901015C42E8}"/>
          </ac:cxnSpMkLst>
        </pc:cxnChg>
        <pc:cxnChg chg="add mod">
          <ac:chgData name="Jonathan Mah" userId="5261b2f2f3e51194" providerId="LiveId" clId="{D0E1D0F2-3E04-4D0A-847D-0FECA4BDAAD3}" dt="2025-07-28T21:17:59.429" v="621" actId="1076"/>
          <ac:cxnSpMkLst>
            <pc:docMk/>
            <pc:sldMk cId="1663706368" sldId="513"/>
            <ac:cxnSpMk id="114" creationId="{E1303982-BEB9-42FD-6C5D-151F1DEF425E}"/>
          </ac:cxnSpMkLst>
        </pc:cxnChg>
        <pc:cxnChg chg="add mod">
          <ac:chgData name="Jonathan Mah" userId="5261b2f2f3e51194" providerId="LiveId" clId="{D0E1D0F2-3E04-4D0A-847D-0FECA4BDAAD3}" dt="2025-07-28T21:17:58.745" v="620" actId="1076"/>
          <ac:cxnSpMkLst>
            <pc:docMk/>
            <pc:sldMk cId="1663706368" sldId="513"/>
            <ac:cxnSpMk id="115" creationId="{FDD063D7-A84E-842E-33DA-F4C25EDAE839}"/>
          </ac:cxnSpMkLst>
        </pc:cxnChg>
        <pc:cxnChg chg="add mod">
          <ac:chgData name="Jonathan Mah" userId="5261b2f2f3e51194" providerId="LiveId" clId="{D0E1D0F2-3E04-4D0A-847D-0FECA4BDAAD3}" dt="2025-07-28T21:17:58.745" v="620" actId="1076"/>
          <ac:cxnSpMkLst>
            <pc:docMk/>
            <pc:sldMk cId="1663706368" sldId="513"/>
            <ac:cxnSpMk id="116" creationId="{87B8C6C5-E8D8-36C4-CA08-052BE1FFBB35}"/>
          </ac:cxnSpMkLst>
        </pc:cxnChg>
        <pc:cxnChg chg="add mod">
          <ac:chgData name="Jonathan Mah" userId="5261b2f2f3e51194" providerId="LiveId" clId="{D0E1D0F2-3E04-4D0A-847D-0FECA4BDAAD3}" dt="2025-07-28T21:17:58.745" v="620" actId="1076"/>
          <ac:cxnSpMkLst>
            <pc:docMk/>
            <pc:sldMk cId="1663706368" sldId="513"/>
            <ac:cxnSpMk id="117" creationId="{05770F19-9D3A-C696-9F1D-2833735B0AFE}"/>
          </ac:cxnSpMkLst>
        </pc:cxnChg>
        <pc:cxnChg chg="add del mod">
          <ac:chgData name="Jonathan Mah" userId="5261b2f2f3e51194" providerId="LiveId" clId="{D0E1D0F2-3E04-4D0A-847D-0FECA4BDAAD3}" dt="2025-07-28T21:59:32.021" v="1834" actId="478"/>
          <ac:cxnSpMkLst>
            <pc:docMk/>
            <pc:sldMk cId="1663706368" sldId="513"/>
            <ac:cxnSpMk id="120" creationId="{96D9F371-02D9-6838-0FB7-37578243FFED}"/>
          </ac:cxnSpMkLst>
        </pc:cxnChg>
        <pc:cxnChg chg="add mod">
          <ac:chgData name="Jonathan Mah" userId="5261b2f2f3e51194" providerId="LiveId" clId="{D0E1D0F2-3E04-4D0A-847D-0FECA4BDAAD3}" dt="2025-07-28T21:19:27.274" v="658" actId="1076"/>
          <ac:cxnSpMkLst>
            <pc:docMk/>
            <pc:sldMk cId="1663706368" sldId="513"/>
            <ac:cxnSpMk id="121" creationId="{0DD96C61-979B-F149-9768-B49AC7D95A0E}"/>
          </ac:cxnSpMkLst>
        </pc:cxnChg>
        <pc:cxnChg chg="add mod">
          <ac:chgData name="Jonathan Mah" userId="5261b2f2f3e51194" providerId="LiveId" clId="{D0E1D0F2-3E04-4D0A-847D-0FECA4BDAAD3}" dt="2025-07-28T21:19:27.274" v="658" actId="1076"/>
          <ac:cxnSpMkLst>
            <pc:docMk/>
            <pc:sldMk cId="1663706368" sldId="513"/>
            <ac:cxnSpMk id="122" creationId="{B22DC4E3-4E93-FF9E-9CAE-D38A63BCCC94}"/>
          </ac:cxnSpMkLst>
        </pc:cxnChg>
        <pc:cxnChg chg="add mod">
          <ac:chgData name="Jonathan Mah" userId="5261b2f2f3e51194" providerId="LiveId" clId="{D0E1D0F2-3E04-4D0A-847D-0FECA4BDAAD3}" dt="2025-07-28T21:19:42.364" v="661" actId="1076"/>
          <ac:cxnSpMkLst>
            <pc:docMk/>
            <pc:sldMk cId="1663706368" sldId="513"/>
            <ac:cxnSpMk id="123" creationId="{7AFDF422-DA20-3F85-5F02-5F8E1F25CB3A}"/>
          </ac:cxnSpMkLst>
        </pc:cxnChg>
        <pc:cxnChg chg="add mod">
          <ac:chgData name="Jonathan Mah" userId="5261b2f2f3e51194" providerId="LiveId" clId="{D0E1D0F2-3E04-4D0A-847D-0FECA4BDAAD3}" dt="2025-07-28T21:19:42.364" v="661" actId="1076"/>
          <ac:cxnSpMkLst>
            <pc:docMk/>
            <pc:sldMk cId="1663706368" sldId="513"/>
            <ac:cxnSpMk id="124" creationId="{A60610A1-9298-346C-C91E-364D15275610}"/>
          </ac:cxnSpMkLst>
        </pc:cxnChg>
        <pc:cxnChg chg="add mod">
          <ac:chgData name="Jonathan Mah" userId="5261b2f2f3e51194" providerId="LiveId" clId="{D0E1D0F2-3E04-4D0A-847D-0FECA4BDAAD3}" dt="2025-07-28T21:19:42.364" v="661" actId="1076"/>
          <ac:cxnSpMkLst>
            <pc:docMk/>
            <pc:sldMk cId="1663706368" sldId="513"/>
            <ac:cxnSpMk id="125" creationId="{9F4B5F7D-0491-4C14-453B-8F56D3328F7F}"/>
          </ac:cxnSpMkLst>
        </pc:cxnChg>
        <pc:cxnChg chg="add mod">
          <ac:chgData name="Jonathan Mah" userId="5261b2f2f3e51194" providerId="LiveId" clId="{D0E1D0F2-3E04-4D0A-847D-0FECA4BDAAD3}" dt="2025-07-28T21:19:42.364" v="661" actId="1076"/>
          <ac:cxnSpMkLst>
            <pc:docMk/>
            <pc:sldMk cId="1663706368" sldId="513"/>
            <ac:cxnSpMk id="126" creationId="{99B48640-6BF9-75CC-8699-A7D2FEB73AF1}"/>
          </ac:cxnSpMkLst>
        </pc:cxnChg>
        <pc:cxnChg chg="add mod">
          <ac:chgData name="Jonathan Mah" userId="5261b2f2f3e51194" providerId="LiveId" clId="{D0E1D0F2-3E04-4D0A-847D-0FECA4BDAAD3}" dt="2025-07-28T21:19:42.364" v="661" actId="1076"/>
          <ac:cxnSpMkLst>
            <pc:docMk/>
            <pc:sldMk cId="1663706368" sldId="513"/>
            <ac:cxnSpMk id="127" creationId="{19AA75CE-C9DD-1F59-13AC-E7A0379474E0}"/>
          </ac:cxnSpMkLst>
        </pc:cxnChg>
        <pc:cxnChg chg="add del mod">
          <ac:chgData name="Jonathan Mah" userId="5261b2f2f3e51194" providerId="LiveId" clId="{D0E1D0F2-3E04-4D0A-847D-0FECA4BDAAD3}" dt="2025-07-28T21:59:32.021" v="1834" actId="478"/>
          <ac:cxnSpMkLst>
            <pc:docMk/>
            <pc:sldMk cId="1663706368" sldId="513"/>
            <ac:cxnSpMk id="128" creationId="{930E566D-B652-4151-77B8-459EB5EAEBF9}"/>
          </ac:cxnSpMkLst>
        </pc:cxnChg>
        <pc:cxnChg chg="add mod">
          <ac:chgData name="Jonathan Mah" userId="5261b2f2f3e51194" providerId="LiveId" clId="{D0E1D0F2-3E04-4D0A-847D-0FECA4BDAAD3}" dt="2025-07-28T21:19:42.364" v="661" actId="1076"/>
          <ac:cxnSpMkLst>
            <pc:docMk/>
            <pc:sldMk cId="1663706368" sldId="513"/>
            <ac:cxnSpMk id="129" creationId="{2F4D0913-0037-CBAF-424B-9406DE68E117}"/>
          </ac:cxnSpMkLst>
        </pc:cxnChg>
        <pc:cxnChg chg="add mod">
          <ac:chgData name="Jonathan Mah" userId="5261b2f2f3e51194" providerId="LiveId" clId="{D0E1D0F2-3E04-4D0A-847D-0FECA4BDAAD3}" dt="2025-07-28T21:19:42.364" v="661" actId="1076"/>
          <ac:cxnSpMkLst>
            <pc:docMk/>
            <pc:sldMk cId="1663706368" sldId="513"/>
            <ac:cxnSpMk id="130" creationId="{511E343F-6C7E-9628-EA2B-5ED535BB7261}"/>
          </ac:cxnSpMkLst>
        </pc:cxnChg>
        <pc:cxnChg chg="add del mod">
          <ac:chgData name="Jonathan Mah" userId="5261b2f2f3e51194" providerId="LiveId" clId="{D0E1D0F2-3E04-4D0A-847D-0FECA4BDAAD3}" dt="2025-07-28T21:59:32.021" v="1834" actId="478"/>
          <ac:cxnSpMkLst>
            <pc:docMk/>
            <pc:sldMk cId="1663706368" sldId="513"/>
            <ac:cxnSpMk id="131" creationId="{D15A1B1A-0B12-E3B3-AC7C-886027CDB569}"/>
          </ac:cxnSpMkLst>
        </pc:cxnChg>
        <pc:cxnChg chg="add del mod">
          <ac:chgData name="Jonathan Mah" userId="5261b2f2f3e51194" providerId="LiveId" clId="{D0E1D0F2-3E04-4D0A-847D-0FECA4BDAAD3}" dt="2025-07-28T21:59:32.021" v="1834" actId="478"/>
          <ac:cxnSpMkLst>
            <pc:docMk/>
            <pc:sldMk cId="1663706368" sldId="513"/>
            <ac:cxnSpMk id="132" creationId="{FDC74041-861A-18A0-7ED3-1C21713D9610}"/>
          </ac:cxnSpMkLst>
        </pc:cxnChg>
        <pc:cxnChg chg="add del mod">
          <ac:chgData name="Jonathan Mah" userId="5261b2f2f3e51194" providerId="LiveId" clId="{D0E1D0F2-3E04-4D0A-847D-0FECA4BDAAD3}" dt="2025-07-28T21:59:32.021" v="1834" actId="478"/>
          <ac:cxnSpMkLst>
            <pc:docMk/>
            <pc:sldMk cId="1663706368" sldId="513"/>
            <ac:cxnSpMk id="133" creationId="{B3B9CC5E-5ADA-EAA4-49E5-9581F15159A6}"/>
          </ac:cxnSpMkLst>
        </pc:cxnChg>
        <pc:cxnChg chg="add mod">
          <ac:chgData name="Jonathan Mah" userId="5261b2f2f3e51194" providerId="LiveId" clId="{D0E1D0F2-3E04-4D0A-847D-0FECA4BDAAD3}" dt="2025-07-28T21:20:18.964" v="664" actId="1076"/>
          <ac:cxnSpMkLst>
            <pc:docMk/>
            <pc:sldMk cId="1663706368" sldId="513"/>
            <ac:cxnSpMk id="134" creationId="{149A410E-6238-62E4-63A4-B500964A8B25}"/>
          </ac:cxnSpMkLst>
        </pc:cxnChg>
        <pc:cxnChg chg="add mod">
          <ac:chgData name="Jonathan Mah" userId="5261b2f2f3e51194" providerId="LiveId" clId="{D0E1D0F2-3E04-4D0A-847D-0FECA4BDAAD3}" dt="2025-07-28T21:20:18.964" v="664" actId="1076"/>
          <ac:cxnSpMkLst>
            <pc:docMk/>
            <pc:sldMk cId="1663706368" sldId="513"/>
            <ac:cxnSpMk id="135" creationId="{A272EA77-73F9-690C-2A10-5EBBC0848F60}"/>
          </ac:cxnSpMkLst>
        </pc:cxnChg>
        <pc:cxnChg chg="add del mod">
          <ac:chgData name="Jonathan Mah" userId="5261b2f2f3e51194" providerId="LiveId" clId="{D0E1D0F2-3E04-4D0A-847D-0FECA4BDAAD3}" dt="2025-07-28T21:59:32.021" v="1834" actId="478"/>
          <ac:cxnSpMkLst>
            <pc:docMk/>
            <pc:sldMk cId="1663706368" sldId="513"/>
            <ac:cxnSpMk id="136" creationId="{0FCE5A71-0384-20E0-8C17-11008499F9EE}"/>
          </ac:cxnSpMkLst>
        </pc:cxnChg>
        <pc:cxnChg chg="add del mod">
          <ac:chgData name="Jonathan Mah" userId="5261b2f2f3e51194" providerId="LiveId" clId="{D0E1D0F2-3E04-4D0A-847D-0FECA4BDAAD3}" dt="2025-07-28T21:59:32.021" v="1834" actId="478"/>
          <ac:cxnSpMkLst>
            <pc:docMk/>
            <pc:sldMk cId="1663706368" sldId="513"/>
            <ac:cxnSpMk id="137" creationId="{AC3D5FFA-1F10-6C80-94B2-195CC59E4C6C}"/>
          </ac:cxnSpMkLst>
        </pc:cxnChg>
        <pc:cxnChg chg="add mod">
          <ac:chgData name="Jonathan Mah" userId="5261b2f2f3e51194" providerId="LiveId" clId="{D0E1D0F2-3E04-4D0A-847D-0FECA4BDAAD3}" dt="2025-07-28T21:20:18.964" v="664" actId="1076"/>
          <ac:cxnSpMkLst>
            <pc:docMk/>
            <pc:sldMk cId="1663706368" sldId="513"/>
            <ac:cxnSpMk id="138" creationId="{4B05E8EA-2324-2C83-3DC2-996FF89026A3}"/>
          </ac:cxnSpMkLst>
        </pc:cxnChg>
        <pc:cxnChg chg="add mod">
          <ac:chgData name="Jonathan Mah" userId="5261b2f2f3e51194" providerId="LiveId" clId="{D0E1D0F2-3E04-4D0A-847D-0FECA4BDAAD3}" dt="2025-07-28T21:20:18.964" v="664" actId="1076"/>
          <ac:cxnSpMkLst>
            <pc:docMk/>
            <pc:sldMk cId="1663706368" sldId="513"/>
            <ac:cxnSpMk id="139" creationId="{553F165A-ACD4-B6A6-9545-A79562389631}"/>
          </ac:cxnSpMkLst>
        </pc:cxnChg>
        <pc:cxnChg chg="add del mod">
          <ac:chgData name="Jonathan Mah" userId="5261b2f2f3e51194" providerId="LiveId" clId="{D0E1D0F2-3E04-4D0A-847D-0FECA4BDAAD3}" dt="2025-07-28T21:59:32.021" v="1834" actId="478"/>
          <ac:cxnSpMkLst>
            <pc:docMk/>
            <pc:sldMk cId="1663706368" sldId="513"/>
            <ac:cxnSpMk id="140" creationId="{D037E430-8D9D-8110-6BD7-AFB2CE5FA6ED}"/>
          </ac:cxnSpMkLst>
        </pc:cxnChg>
        <pc:cxnChg chg="add mod">
          <ac:chgData name="Jonathan Mah" userId="5261b2f2f3e51194" providerId="LiveId" clId="{D0E1D0F2-3E04-4D0A-847D-0FECA4BDAAD3}" dt="2025-07-28T21:20:29.890" v="667" actId="1076"/>
          <ac:cxnSpMkLst>
            <pc:docMk/>
            <pc:sldMk cId="1663706368" sldId="513"/>
            <ac:cxnSpMk id="141" creationId="{1AE19DC4-6515-0654-2E4A-EEE2498D8E59}"/>
          </ac:cxnSpMkLst>
        </pc:cxnChg>
        <pc:cxnChg chg="add mod">
          <ac:chgData name="Jonathan Mah" userId="5261b2f2f3e51194" providerId="LiveId" clId="{D0E1D0F2-3E04-4D0A-847D-0FECA4BDAAD3}" dt="2025-07-28T21:20:29.890" v="667" actId="1076"/>
          <ac:cxnSpMkLst>
            <pc:docMk/>
            <pc:sldMk cId="1663706368" sldId="513"/>
            <ac:cxnSpMk id="142" creationId="{B3D525CE-7759-1F1F-8597-B76687E14775}"/>
          </ac:cxnSpMkLst>
        </pc:cxnChg>
        <pc:cxnChg chg="add mod">
          <ac:chgData name="Jonathan Mah" userId="5261b2f2f3e51194" providerId="LiveId" clId="{D0E1D0F2-3E04-4D0A-847D-0FECA4BDAAD3}" dt="2025-07-28T21:20:29.890" v="667" actId="1076"/>
          <ac:cxnSpMkLst>
            <pc:docMk/>
            <pc:sldMk cId="1663706368" sldId="513"/>
            <ac:cxnSpMk id="143" creationId="{04A58AF4-0172-A6F3-4E6C-D1F9909E1120}"/>
          </ac:cxnSpMkLst>
        </pc:cxnChg>
        <pc:cxnChg chg="add mod">
          <ac:chgData name="Jonathan Mah" userId="5261b2f2f3e51194" providerId="LiveId" clId="{D0E1D0F2-3E04-4D0A-847D-0FECA4BDAAD3}" dt="2025-07-28T21:20:29.890" v="667" actId="1076"/>
          <ac:cxnSpMkLst>
            <pc:docMk/>
            <pc:sldMk cId="1663706368" sldId="513"/>
            <ac:cxnSpMk id="144" creationId="{B44501A0-C48F-FC2E-E658-23C2A13C93DA}"/>
          </ac:cxnSpMkLst>
        </pc:cxnChg>
        <pc:cxnChg chg="add mod">
          <ac:chgData name="Jonathan Mah" userId="5261b2f2f3e51194" providerId="LiveId" clId="{D0E1D0F2-3E04-4D0A-847D-0FECA4BDAAD3}" dt="2025-07-28T21:20:29.890" v="667" actId="1076"/>
          <ac:cxnSpMkLst>
            <pc:docMk/>
            <pc:sldMk cId="1663706368" sldId="513"/>
            <ac:cxnSpMk id="145" creationId="{68FF67C9-D069-15D4-0362-319CB0BFEFD0}"/>
          </ac:cxnSpMkLst>
        </pc:cxnChg>
        <pc:cxnChg chg="add del mod">
          <ac:chgData name="Jonathan Mah" userId="5261b2f2f3e51194" providerId="LiveId" clId="{D0E1D0F2-3E04-4D0A-847D-0FECA4BDAAD3}" dt="2025-07-28T21:59:32.021" v="1834" actId="478"/>
          <ac:cxnSpMkLst>
            <pc:docMk/>
            <pc:sldMk cId="1663706368" sldId="513"/>
            <ac:cxnSpMk id="146" creationId="{40BB33FC-63B4-6CD6-250C-C3CA1BD365FC}"/>
          </ac:cxnSpMkLst>
        </pc:cxnChg>
        <pc:cxnChg chg="add del mod">
          <ac:chgData name="Jonathan Mah" userId="5261b2f2f3e51194" providerId="LiveId" clId="{D0E1D0F2-3E04-4D0A-847D-0FECA4BDAAD3}" dt="2025-07-28T21:59:32.021" v="1834" actId="478"/>
          <ac:cxnSpMkLst>
            <pc:docMk/>
            <pc:sldMk cId="1663706368" sldId="513"/>
            <ac:cxnSpMk id="147" creationId="{14C9A582-92D7-4CCE-A64E-7B779CCCD597}"/>
          </ac:cxnSpMkLst>
        </pc:cxnChg>
        <pc:cxnChg chg="add mod">
          <ac:chgData name="Jonathan Mah" userId="5261b2f2f3e51194" providerId="LiveId" clId="{D0E1D0F2-3E04-4D0A-847D-0FECA4BDAAD3}" dt="2025-07-28T21:20:29.890" v="667" actId="1076"/>
          <ac:cxnSpMkLst>
            <pc:docMk/>
            <pc:sldMk cId="1663706368" sldId="513"/>
            <ac:cxnSpMk id="148" creationId="{8A398519-B5C7-71F6-7FF1-C5EA2908E638}"/>
          </ac:cxnSpMkLst>
        </pc:cxnChg>
        <pc:cxnChg chg="add mod">
          <ac:chgData name="Jonathan Mah" userId="5261b2f2f3e51194" providerId="LiveId" clId="{D0E1D0F2-3E04-4D0A-847D-0FECA4BDAAD3}" dt="2025-07-28T21:20:29.890" v="667" actId="1076"/>
          <ac:cxnSpMkLst>
            <pc:docMk/>
            <pc:sldMk cId="1663706368" sldId="513"/>
            <ac:cxnSpMk id="149" creationId="{FF8A0449-34CE-D6EC-445F-0C794094CD10}"/>
          </ac:cxnSpMkLst>
        </pc:cxnChg>
        <pc:cxnChg chg="del mod">
          <ac:chgData name="Jonathan Mah" userId="5261b2f2f3e51194" providerId="LiveId" clId="{D0E1D0F2-3E04-4D0A-847D-0FECA4BDAAD3}" dt="2025-07-28T22:01:14.451" v="1883" actId="478"/>
          <ac:cxnSpMkLst>
            <pc:docMk/>
            <pc:sldMk cId="1663706368" sldId="513"/>
            <ac:cxnSpMk id="151" creationId="{594A20F2-B8EA-A5C4-07C7-EC857F16018F}"/>
          </ac:cxnSpMkLst>
        </pc:cxnChg>
        <pc:cxnChg chg="mod">
          <ac:chgData name="Jonathan Mah" userId="5261b2f2f3e51194" providerId="LiveId" clId="{D0E1D0F2-3E04-4D0A-847D-0FECA4BDAAD3}" dt="2025-07-28T21:35:53.098" v="1346" actId="1038"/>
          <ac:cxnSpMkLst>
            <pc:docMk/>
            <pc:sldMk cId="1663706368" sldId="513"/>
            <ac:cxnSpMk id="152" creationId="{80B45B44-9842-6EC1-D71B-E832DB6CDD5F}"/>
          </ac:cxnSpMkLst>
        </pc:cxnChg>
        <pc:cxnChg chg="del mod">
          <ac:chgData name="Jonathan Mah" userId="5261b2f2f3e51194" providerId="LiveId" clId="{D0E1D0F2-3E04-4D0A-847D-0FECA4BDAAD3}" dt="2025-07-28T22:01:14.451" v="1883" actId="478"/>
          <ac:cxnSpMkLst>
            <pc:docMk/>
            <pc:sldMk cId="1663706368" sldId="513"/>
            <ac:cxnSpMk id="153" creationId="{0F6ED271-650A-44FB-8D47-7E40DF6669F0}"/>
          </ac:cxnSpMkLst>
        </pc:cxnChg>
        <pc:cxnChg chg="mod">
          <ac:chgData name="Jonathan Mah" userId="5261b2f2f3e51194" providerId="LiveId" clId="{D0E1D0F2-3E04-4D0A-847D-0FECA4BDAAD3}" dt="2025-07-28T21:32:47.727" v="1197" actId="1037"/>
          <ac:cxnSpMkLst>
            <pc:docMk/>
            <pc:sldMk cId="1663706368" sldId="513"/>
            <ac:cxnSpMk id="154" creationId="{23C7FA37-4A51-CE4C-B9B4-CD42B86FC3CB}"/>
          </ac:cxnSpMkLst>
        </pc:cxnChg>
        <pc:cxnChg chg="del mod">
          <ac:chgData name="Jonathan Mah" userId="5261b2f2f3e51194" providerId="LiveId" clId="{D0E1D0F2-3E04-4D0A-847D-0FECA4BDAAD3}" dt="2025-07-28T21:35:34.805" v="1327" actId="478"/>
          <ac:cxnSpMkLst>
            <pc:docMk/>
            <pc:sldMk cId="1663706368" sldId="513"/>
            <ac:cxnSpMk id="155" creationId="{E60A596C-3EB0-9BB5-EA34-872972E29971}"/>
          </ac:cxnSpMkLst>
        </pc:cxnChg>
        <pc:cxnChg chg="del">
          <ac:chgData name="Jonathan Mah" userId="5261b2f2f3e51194" providerId="LiveId" clId="{D0E1D0F2-3E04-4D0A-847D-0FECA4BDAAD3}" dt="2025-07-28T21:21:49.098" v="789" actId="478"/>
          <ac:cxnSpMkLst>
            <pc:docMk/>
            <pc:sldMk cId="1663706368" sldId="513"/>
            <ac:cxnSpMk id="156" creationId="{87440969-DFED-3CD7-99A0-BD3A4F43330C}"/>
          </ac:cxnSpMkLst>
        </pc:cxnChg>
        <pc:cxnChg chg="add mod">
          <ac:chgData name="Jonathan Mah" userId="5261b2f2f3e51194" providerId="LiveId" clId="{D0E1D0F2-3E04-4D0A-847D-0FECA4BDAAD3}" dt="2025-07-28T21:33:07.176" v="1223" actId="1038"/>
          <ac:cxnSpMkLst>
            <pc:docMk/>
            <pc:sldMk cId="1663706368" sldId="513"/>
            <ac:cxnSpMk id="157" creationId="{0BFF94C4-FC16-6148-5514-673D47101EED}"/>
          </ac:cxnSpMkLst>
        </pc:cxnChg>
        <pc:cxnChg chg="del">
          <ac:chgData name="Jonathan Mah" userId="5261b2f2f3e51194" providerId="LiveId" clId="{D0E1D0F2-3E04-4D0A-847D-0FECA4BDAAD3}" dt="2025-07-28T21:21:54.630" v="791" actId="478"/>
          <ac:cxnSpMkLst>
            <pc:docMk/>
            <pc:sldMk cId="1663706368" sldId="513"/>
            <ac:cxnSpMk id="158" creationId="{5AC1366D-59AF-E46D-086A-6D269B611ACC}"/>
          </ac:cxnSpMkLst>
        </pc:cxnChg>
        <pc:cxnChg chg="del">
          <ac:chgData name="Jonathan Mah" userId="5261b2f2f3e51194" providerId="LiveId" clId="{D0E1D0F2-3E04-4D0A-847D-0FECA4BDAAD3}" dt="2025-07-28T21:21:52.451" v="790" actId="478"/>
          <ac:cxnSpMkLst>
            <pc:docMk/>
            <pc:sldMk cId="1663706368" sldId="513"/>
            <ac:cxnSpMk id="159" creationId="{300FB950-401B-44D5-498E-E05691842712}"/>
          </ac:cxnSpMkLst>
        </pc:cxnChg>
        <pc:cxnChg chg="del">
          <ac:chgData name="Jonathan Mah" userId="5261b2f2f3e51194" providerId="LiveId" clId="{D0E1D0F2-3E04-4D0A-847D-0FECA4BDAAD3}" dt="2025-07-28T21:21:46.100" v="788" actId="478"/>
          <ac:cxnSpMkLst>
            <pc:docMk/>
            <pc:sldMk cId="1663706368" sldId="513"/>
            <ac:cxnSpMk id="160" creationId="{5AED92EA-B1A4-4F79-4777-410DD20ED523}"/>
          </ac:cxnSpMkLst>
        </pc:cxnChg>
        <pc:cxnChg chg="del">
          <ac:chgData name="Jonathan Mah" userId="5261b2f2f3e51194" providerId="LiveId" clId="{D0E1D0F2-3E04-4D0A-847D-0FECA4BDAAD3}" dt="2025-07-28T21:21:46.100" v="788" actId="478"/>
          <ac:cxnSpMkLst>
            <pc:docMk/>
            <pc:sldMk cId="1663706368" sldId="513"/>
            <ac:cxnSpMk id="161" creationId="{8E5A0607-8F83-313D-2960-8B35B9D3FEEA}"/>
          </ac:cxnSpMkLst>
        </pc:cxnChg>
        <pc:cxnChg chg="del">
          <ac:chgData name="Jonathan Mah" userId="5261b2f2f3e51194" providerId="LiveId" clId="{D0E1D0F2-3E04-4D0A-847D-0FECA4BDAAD3}" dt="2025-07-28T21:21:46.100" v="788" actId="478"/>
          <ac:cxnSpMkLst>
            <pc:docMk/>
            <pc:sldMk cId="1663706368" sldId="513"/>
            <ac:cxnSpMk id="162" creationId="{7D548743-5539-1716-AD79-75F37EBB298A}"/>
          </ac:cxnSpMkLst>
        </pc:cxnChg>
        <pc:cxnChg chg="del">
          <ac:chgData name="Jonathan Mah" userId="5261b2f2f3e51194" providerId="LiveId" clId="{D0E1D0F2-3E04-4D0A-847D-0FECA4BDAAD3}" dt="2025-07-28T21:21:46.100" v="788" actId="478"/>
          <ac:cxnSpMkLst>
            <pc:docMk/>
            <pc:sldMk cId="1663706368" sldId="513"/>
            <ac:cxnSpMk id="163" creationId="{4C674471-2DC6-C67B-3452-D637CD55BB87}"/>
          </ac:cxnSpMkLst>
        </pc:cxnChg>
        <pc:cxnChg chg="add del mod">
          <ac:chgData name="Jonathan Mah" userId="5261b2f2f3e51194" providerId="LiveId" clId="{D0E1D0F2-3E04-4D0A-847D-0FECA4BDAAD3}" dt="2025-07-28T21:21:46.100" v="788" actId="478"/>
          <ac:cxnSpMkLst>
            <pc:docMk/>
            <pc:sldMk cId="1663706368" sldId="513"/>
            <ac:cxnSpMk id="164" creationId="{60F0671C-7907-8322-6381-64603FA50022}"/>
          </ac:cxnSpMkLst>
        </pc:cxnChg>
        <pc:cxnChg chg="add del mod">
          <ac:chgData name="Jonathan Mah" userId="5261b2f2f3e51194" providerId="LiveId" clId="{D0E1D0F2-3E04-4D0A-847D-0FECA4BDAAD3}" dt="2025-07-28T21:21:46.100" v="788" actId="478"/>
          <ac:cxnSpMkLst>
            <pc:docMk/>
            <pc:sldMk cId="1663706368" sldId="513"/>
            <ac:cxnSpMk id="165" creationId="{45659A96-5C1D-A650-C592-796B468A048B}"/>
          </ac:cxnSpMkLst>
        </pc:cxnChg>
        <pc:cxnChg chg="add del mod">
          <ac:chgData name="Jonathan Mah" userId="5261b2f2f3e51194" providerId="LiveId" clId="{D0E1D0F2-3E04-4D0A-847D-0FECA4BDAAD3}" dt="2025-07-28T21:21:46.100" v="788" actId="478"/>
          <ac:cxnSpMkLst>
            <pc:docMk/>
            <pc:sldMk cId="1663706368" sldId="513"/>
            <ac:cxnSpMk id="166" creationId="{916E4447-1B4D-58FD-0EA6-68F5DD203CFA}"/>
          </ac:cxnSpMkLst>
        </pc:cxnChg>
        <pc:cxnChg chg="del">
          <ac:chgData name="Jonathan Mah" userId="5261b2f2f3e51194" providerId="LiveId" clId="{D0E1D0F2-3E04-4D0A-847D-0FECA4BDAAD3}" dt="2025-07-28T21:21:46.100" v="788" actId="478"/>
          <ac:cxnSpMkLst>
            <pc:docMk/>
            <pc:sldMk cId="1663706368" sldId="513"/>
            <ac:cxnSpMk id="167" creationId="{96A32AB3-D8EF-B6CE-61C0-0E3B4D207609}"/>
          </ac:cxnSpMkLst>
        </pc:cxnChg>
        <pc:cxnChg chg="del">
          <ac:chgData name="Jonathan Mah" userId="5261b2f2f3e51194" providerId="LiveId" clId="{D0E1D0F2-3E04-4D0A-847D-0FECA4BDAAD3}" dt="2025-07-28T21:21:46.100" v="788" actId="478"/>
          <ac:cxnSpMkLst>
            <pc:docMk/>
            <pc:sldMk cId="1663706368" sldId="513"/>
            <ac:cxnSpMk id="168" creationId="{8A8B44AB-65DC-50CF-5DC9-1DA34B7BD218}"/>
          </ac:cxnSpMkLst>
        </pc:cxnChg>
        <pc:cxnChg chg="add del mod">
          <ac:chgData name="Jonathan Mah" userId="5261b2f2f3e51194" providerId="LiveId" clId="{D0E1D0F2-3E04-4D0A-847D-0FECA4BDAAD3}" dt="2025-07-28T21:21:49.098" v="789" actId="478"/>
          <ac:cxnSpMkLst>
            <pc:docMk/>
            <pc:sldMk cId="1663706368" sldId="513"/>
            <ac:cxnSpMk id="169" creationId="{85103002-3D39-1990-1362-A0DAF9924AC3}"/>
          </ac:cxnSpMkLst>
        </pc:cxnChg>
        <pc:cxnChg chg="del">
          <ac:chgData name="Jonathan Mah" userId="5261b2f2f3e51194" providerId="LiveId" clId="{D0E1D0F2-3E04-4D0A-847D-0FECA4BDAAD3}" dt="2025-07-28T21:21:49.098" v="789" actId="478"/>
          <ac:cxnSpMkLst>
            <pc:docMk/>
            <pc:sldMk cId="1663706368" sldId="513"/>
            <ac:cxnSpMk id="170" creationId="{6C72BA6A-7BDA-DD58-7D80-BE72B0A49317}"/>
          </ac:cxnSpMkLst>
        </pc:cxnChg>
        <pc:cxnChg chg="add del mod">
          <ac:chgData name="Jonathan Mah" userId="5261b2f2f3e51194" providerId="LiveId" clId="{D0E1D0F2-3E04-4D0A-847D-0FECA4BDAAD3}" dt="2025-07-28T21:21:49.098" v="789" actId="478"/>
          <ac:cxnSpMkLst>
            <pc:docMk/>
            <pc:sldMk cId="1663706368" sldId="513"/>
            <ac:cxnSpMk id="171" creationId="{8FD9F808-2AD4-A563-8022-73854717FAC7}"/>
          </ac:cxnSpMkLst>
        </pc:cxnChg>
        <pc:cxnChg chg="del">
          <ac:chgData name="Jonathan Mah" userId="5261b2f2f3e51194" providerId="LiveId" clId="{D0E1D0F2-3E04-4D0A-847D-0FECA4BDAAD3}" dt="2025-07-28T21:21:49.098" v="789" actId="478"/>
          <ac:cxnSpMkLst>
            <pc:docMk/>
            <pc:sldMk cId="1663706368" sldId="513"/>
            <ac:cxnSpMk id="172" creationId="{95F5171F-13E5-8ABF-6EF7-65FE6D4857F4}"/>
          </ac:cxnSpMkLst>
        </pc:cxnChg>
        <pc:cxnChg chg="del">
          <ac:chgData name="Jonathan Mah" userId="5261b2f2f3e51194" providerId="LiveId" clId="{D0E1D0F2-3E04-4D0A-847D-0FECA4BDAAD3}" dt="2025-07-28T21:21:49.098" v="789" actId="478"/>
          <ac:cxnSpMkLst>
            <pc:docMk/>
            <pc:sldMk cId="1663706368" sldId="513"/>
            <ac:cxnSpMk id="173" creationId="{F151EC91-CD20-CB38-877B-D114DDB905F6}"/>
          </ac:cxnSpMkLst>
        </pc:cxnChg>
        <pc:cxnChg chg="del">
          <ac:chgData name="Jonathan Mah" userId="5261b2f2f3e51194" providerId="LiveId" clId="{D0E1D0F2-3E04-4D0A-847D-0FECA4BDAAD3}" dt="2025-07-28T21:21:49.098" v="789" actId="478"/>
          <ac:cxnSpMkLst>
            <pc:docMk/>
            <pc:sldMk cId="1663706368" sldId="513"/>
            <ac:cxnSpMk id="174" creationId="{648CA935-7767-3E7C-38EB-31B5FA818464}"/>
          </ac:cxnSpMkLst>
        </pc:cxnChg>
        <pc:cxnChg chg="del">
          <ac:chgData name="Jonathan Mah" userId="5261b2f2f3e51194" providerId="LiveId" clId="{D0E1D0F2-3E04-4D0A-847D-0FECA4BDAAD3}" dt="2025-07-28T21:21:49.098" v="789" actId="478"/>
          <ac:cxnSpMkLst>
            <pc:docMk/>
            <pc:sldMk cId="1663706368" sldId="513"/>
            <ac:cxnSpMk id="175" creationId="{9C5587C3-9759-D66A-C6F7-5BAF110FB099}"/>
          </ac:cxnSpMkLst>
        </pc:cxnChg>
        <pc:cxnChg chg="del">
          <ac:chgData name="Jonathan Mah" userId="5261b2f2f3e51194" providerId="LiveId" clId="{D0E1D0F2-3E04-4D0A-847D-0FECA4BDAAD3}" dt="2025-07-28T21:21:49.098" v="789" actId="478"/>
          <ac:cxnSpMkLst>
            <pc:docMk/>
            <pc:sldMk cId="1663706368" sldId="513"/>
            <ac:cxnSpMk id="176" creationId="{96235496-6F51-6421-E711-41C40FBE64E9}"/>
          </ac:cxnSpMkLst>
        </pc:cxnChg>
        <pc:cxnChg chg="add del mod">
          <ac:chgData name="Jonathan Mah" userId="5261b2f2f3e51194" providerId="LiveId" clId="{D0E1D0F2-3E04-4D0A-847D-0FECA4BDAAD3}" dt="2025-07-28T21:21:49.098" v="789" actId="478"/>
          <ac:cxnSpMkLst>
            <pc:docMk/>
            <pc:sldMk cId="1663706368" sldId="513"/>
            <ac:cxnSpMk id="177" creationId="{1EC45B08-EFC9-9550-F872-39389D0C0621}"/>
          </ac:cxnSpMkLst>
        </pc:cxnChg>
        <pc:cxnChg chg="del">
          <ac:chgData name="Jonathan Mah" userId="5261b2f2f3e51194" providerId="LiveId" clId="{D0E1D0F2-3E04-4D0A-847D-0FECA4BDAAD3}" dt="2025-07-28T21:21:52.451" v="790" actId="478"/>
          <ac:cxnSpMkLst>
            <pc:docMk/>
            <pc:sldMk cId="1663706368" sldId="513"/>
            <ac:cxnSpMk id="178" creationId="{EC8EED0B-2BA2-CDC0-EAB6-1CD887B9D825}"/>
          </ac:cxnSpMkLst>
        </pc:cxnChg>
        <pc:cxnChg chg="del">
          <ac:chgData name="Jonathan Mah" userId="5261b2f2f3e51194" providerId="LiveId" clId="{D0E1D0F2-3E04-4D0A-847D-0FECA4BDAAD3}" dt="2025-07-28T21:21:52.451" v="790" actId="478"/>
          <ac:cxnSpMkLst>
            <pc:docMk/>
            <pc:sldMk cId="1663706368" sldId="513"/>
            <ac:cxnSpMk id="179" creationId="{F43838E1-635C-6A8D-1063-03207B2817BE}"/>
          </ac:cxnSpMkLst>
        </pc:cxnChg>
        <pc:cxnChg chg="del">
          <ac:chgData name="Jonathan Mah" userId="5261b2f2f3e51194" providerId="LiveId" clId="{D0E1D0F2-3E04-4D0A-847D-0FECA4BDAAD3}" dt="2025-07-28T21:21:52.451" v="790" actId="478"/>
          <ac:cxnSpMkLst>
            <pc:docMk/>
            <pc:sldMk cId="1663706368" sldId="513"/>
            <ac:cxnSpMk id="180" creationId="{EDA2C285-A9A6-5360-3916-0486A58AE482}"/>
          </ac:cxnSpMkLst>
        </pc:cxnChg>
        <pc:cxnChg chg="del">
          <ac:chgData name="Jonathan Mah" userId="5261b2f2f3e51194" providerId="LiveId" clId="{D0E1D0F2-3E04-4D0A-847D-0FECA4BDAAD3}" dt="2025-07-28T21:21:52.451" v="790" actId="478"/>
          <ac:cxnSpMkLst>
            <pc:docMk/>
            <pc:sldMk cId="1663706368" sldId="513"/>
            <ac:cxnSpMk id="181" creationId="{E6B03407-DA97-DF3A-DACD-D65FF4BBA164}"/>
          </ac:cxnSpMkLst>
        </pc:cxnChg>
        <pc:cxnChg chg="del">
          <ac:chgData name="Jonathan Mah" userId="5261b2f2f3e51194" providerId="LiveId" clId="{D0E1D0F2-3E04-4D0A-847D-0FECA4BDAAD3}" dt="2025-07-28T21:21:52.451" v="790" actId="478"/>
          <ac:cxnSpMkLst>
            <pc:docMk/>
            <pc:sldMk cId="1663706368" sldId="513"/>
            <ac:cxnSpMk id="182" creationId="{E5195A89-9B88-2242-DEB9-28B98105063C}"/>
          </ac:cxnSpMkLst>
        </pc:cxnChg>
        <pc:cxnChg chg="del">
          <ac:chgData name="Jonathan Mah" userId="5261b2f2f3e51194" providerId="LiveId" clId="{D0E1D0F2-3E04-4D0A-847D-0FECA4BDAAD3}" dt="2025-07-28T21:21:52.451" v="790" actId="478"/>
          <ac:cxnSpMkLst>
            <pc:docMk/>
            <pc:sldMk cId="1663706368" sldId="513"/>
            <ac:cxnSpMk id="183" creationId="{B59EA1EF-DFB6-FE9F-6801-52399D67C72F}"/>
          </ac:cxnSpMkLst>
        </pc:cxnChg>
        <pc:cxnChg chg="del">
          <ac:chgData name="Jonathan Mah" userId="5261b2f2f3e51194" providerId="LiveId" clId="{D0E1D0F2-3E04-4D0A-847D-0FECA4BDAAD3}" dt="2025-07-28T21:21:52.451" v="790" actId="478"/>
          <ac:cxnSpMkLst>
            <pc:docMk/>
            <pc:sldMk cId="1663706368" sldId="513"/>
            <ac:cxnSpMk id="184" creationId="{3674A1E9-C8B9-BB44-F3AA-2A69A63913B3}"/>
          </ac:cxnSpMkLst>
        </pc:cxnChg>
        <pc:cxnChg chg="del">
          <ac:chgData name="Jonathan Mah" userId="5261b2f2f3e51194" providerId="LiveId" clId="{D0E1D0F2-3E04-4D0A-847D-0FECA4BDAAD3}" dt="2025-07-28T21:21:52.451" v="790" actId="478"/>
          <ac:cxnSpMkLst>
            <pc:docMk/>
            <pc:sldMk cId="1663706368" sldId="513"/>
            <ac:cxnSpMk id="185" creationId="{5FDE6B98-36DF-3AA7-37EC-889DE2CA5E9B}"/>
          </ac:cxnSpMkLst>
        </pc:cxnChg>
        <pc:cxnChg chg="del">
          <ac:chgData name="Jonathan Mah" userId="5261b2f2f3e51194" providerId="LiveId" clId="{D0E1D0F2-3E04-4D0A-847D-0FECA4BDAAD3}" dt="2025-07-28T21:21:52.451" v="790" actId="478"/>
          <ac:cxnSpMkLst>
            <pc:docMk/>
            <pc:sldMk cId="1663706368" sldId="513"/>
            <ac:cxnSpMk id="186" creationId="{3BE815F7-12D0-6CF2-F8B3-65683679D488}"/>
          </ac:cxnSpMkLst>
        </pc:cxnChg>
        <pc:cxnChg chg="add del mod">
          <ac:chgData name="Jonathan Mah" userId="5261b2f2f3e51194" providerId="LiveId" clId="{D0E1D0F2-3E04-4D0A-847D-0FECA4BDAAD3}" dt="2025-07-28T21:21:54.630" v="791" actId="478"/>
          <ac:cxnSpMkLst>
            <pc:docMk/>
            <pc:sldMk cId="1663706368" sldId="513"/>
            <ac:cxnSpMk id="187" creationId="{995867B1-46F1-5568-41EB-C129991FF909}"/>
          </ac:cxnSpMkLst>
        </pc:cxnChg>
        <pc:cxnChg chg="del">
          <ac:chgData name="Jonathan Mah" userId="5261b2f2f3e51194" providerId="LiveId" clId="{D0E1D0F2-3E04-4D0A-847D-0FECA4BDAAD3}" dt="2025-07-28T21:21:54.630" v="791" actId="478"/>
          <ac:cxnSpMkLst>
            <pc:docMk/>
            <pc:sldMk cId="1663706368" sldId="513"/>
            <ac:cxnSpMk id="188" creationId="{EC30C71A-15D0-A7B5-BF81-886FBBCE8974}"/>
          </ac:cxnSpMkLst>
        </pc:cxnChg>
        <pc:cxnChg chg="del">
          <ac:chgData name="Jonathan Mah" userId="5261b2f2f3e51194" providerId="LiveId" clId="{D0E1D0F2-3E04-4D0A-847D-0FECA4BDAAD3}" dt="2025-07-28T21:21:54.630" v="791" actId="478"/>
          <ac:cxnSpMkLst>
            <pc:docMk/>
            <pc:sldMk cId="1663706368" sldId="513"/>
            <ac:cxnSpMk id="189" creationId="{6E149E1B-4971-ACB8-F80D-AF3767DFF6FD}"/>
          </ac:cxnSpMkLst>
        </pc:cxnChg>
        <pc:cxnChg chg="del">
          <ac:chgData name="Jonathan Mah" userId="5261b2f2f3e51194" providerId="LiveId" clId="{D0E1D0F2-3E04-4D0A-847D-0FECA4BDAAD3}" dt="2025-07-28T21:21:54.630" v="791" actId="478"/>
          <ac:cxnSpMkLst>
            <pc:docMk/>
            <pc:sldMk cId="1663706368" sldId="513"/>
            <ac:cxnSpMk id="190" creationId="{D3706EA8-91F1-CD3D-F1B5-2C9E12CEBC79}"/>
          </ac:cxnSpMkLst>
        </pc:cxnChg>
        <pc:cxnChg chg="del">
          <ac:chgData name="Jonathan Mah" userId="5261b2f2f3e51194" providerId="LiveId" clId="{D0E1D0F2-3E04-4D0A-847D-0FECA4BDAAD3}" dt="2025-07-28T21:21:54.630" v="791" actId="478"/>
          <ac:cxnSpMkLst>
            <pc:docMk/>
            <pc:sldMk cId="1663706368" sldId="513"/>
            <ac:cxnSpMk id="191" creationId="{B8EB67D4-2D12-6954-5317-4F1D4DDC5960}"/>
          </ac:cxnSpMkLst>
        </pc:cxnChg>
        <pc:cxnChg chg="add del mod">
          <ac:chgData name="Jonathan Mah" userId="5261b2f2f3e51194" providerId="LiveId" clId="{D0E1D0F2-3E04-4D0A-847D-0FECA4BDAAD3}" dt="2025-07-28T21:21:54.630" v="791" actId="478"/>
          <ac:cxnSpMkLst>
            <pc:docMk/>
            <pc:sldMk cId="1663706368" sldId="513"/>
            <ac:cxnSpMk id="192" creationId="{702F4F20-F7AD-791C-8596-F50BC810E39D}"/>
          </ac:cxnSpMkLst>
        </pc:cxnChg>
        <pc:cxnChg chg="add del mod">
          <ac:chgData name="Jonathan Mah" userId="5261b2f2f3e51194" providerId="LiveId" clId="{D0E1D0F2-3E04-4D0A-847D-0FECA4BDAAD3}" dt="2025-07-28T21:21:54.630" v="791" actId="478"/>
          <ac:cxnSpMkLst>
            <pc:docMk/>
            <pc:sldMk cId="1663706368" sldId="513"/>
            <ac:cxnSpMk id="193" creationId="{C8DFDB35-4831-CBA7-FA44-3C322FB39ADB}"/>
          </ac:cxnSpMkLst>
        </pc:cxnChg>
        <pc:cxnChg chg="del">
          <ac:chgData name="Jonathan Mah" userId="5261b2f2f3e51194" providerId="LiveId" clId="{D0E1D0F2-3E04-4D0A-847D-0FECA4BDAAD3}" dt="2025-07-28T21:21:54.630" v="791" actId="478"/>
          <ac:cxnSpMkLst>
            <pc:docMk/>
            <pc:sldMk cId="1663706368" sldId="513"/>
            <ac:cxnSpMk id="194" creationId="{772103F0-AE7F-7A87-474D-1C5F4554584F}"/>
          </ac:cxnSpMkLst>
        </pc:cxnChg>
        <pc:cxnChg chg="del">
          <ac:chgData name="Jonathan Mah" userId="5261b2f2f3e51194" providerId="LiveId" clId="{D0E1D0F2-3E04-4D0A-847D-0FECA4BDAAD3}" dt="2025-07-28T21:21:54.630" v="791" actId="478"/>
          <ac:cxnSpMkLst>
            <pc:docMk/>
            <pc:sldMk cId="1663706368" sldId="513"/>
            <ac:cxnSpMk id="195" creationId="{148984D8-5664-1190-7ECA-28F03F69FF3E}"/>
          </ac:cxnSpMkLst>
        </pc:cxnChg>
        <pc:cxnChg chg="add mod">
          <ac:chgData name="Jonathan Mah" userId="5261b2f2f3e51194" providerId="LiveId" clId="{D0E1D0F2-3E04-4D0A-847D-0FECA4BDAAD3}" dt="2025-07-28T21:34:07.160" v="1284" actId="1038"/>
          <ac:cxnSpMkLst>
            <pc:docMk/>
            <pc:sldMk cId="1663706368" sldId="513"/>
            <ac:cxnSpMk id="197" creationId="{366F5B6C-CDB6-CB78-9785-313179E35AD3}"/>
          </ac:cxnSpMkLst>
        </pc:cxnChg>
        <pc:cxnChg chg="add mod">
          <ac:chgData name="Jonathan Mah" userId="5261b2f2f3e51194" providerId="LiveId" clId="{D0E1D0F2-3E04-4D0A-847D-0FECA4BDAAD3}" dt="2025-07-28T21:33:26.671" v="1242" actId="1037"/>
          <ac:cxnSpMkLst>
            <pc:docMk/>
            <pc:sldMk cId="1663706368" sldId="513"/>
            <ac:cxnSpMk id="198" creationId="{2128409D-628A-A3B7-2A78-F8F100DB9FB3}"/>
          </ac:cxnSpMkLst>
        </pc:cxnChg>
        <pc:cxnChg chg="add mod">
          <ac:chgData name="Jonathan Mah" userId="5261b2f2f3e51194" providerId="LiveId" clId="{D0E1D0F2-3E04-4D0A-847D-0FECA4BDAAD3}" dt="2025-07-28T21:33:35.786" v="1251" actId="1036"/>
          <ac:cxnSpMkLst>
            <pc:docMk/>
            <pc:sldMk cId="1663706368" sldId="513"/>
            <ac:cxnSpMk id="199" creationId="{25A0785C-9FFB-D7F2-D009-E94EE88C3507}"/>
          </ac:cxnSpMkLst>
        </pc:cxnChg>
        <pc:cxnChg chg="add del mod">
          <ac:chgData name="Jonathan Mah" userId="5261b2f2f3e51194" providerId="LiveId" clId="{D0E1D0F2-3E04-4D0A-847D-0FECA4BDAAD3}" dt="2025-07-28T21:33:41.013" v="1252" actId="478"/>
          <ac:cxnSpMkLst>
            <pc:docMk/>
            <pc:sldMk cId="1663706368" sldId="513"/>
            <ac:cxnSpMk id="201" creationId="{AA7608B9-B976-FE1E-605A-7C68147D9495}"/>
          </ac:cxnSpMkLst>
        </pc:cxnChg>
        <pc:cxnChg chg="add mod">
          <ac:chgData name="Jonathan Mah" userId="5261b2f2f3e51194" providerId="LiveId" clId="{D0E1D0F2-3E04-4D0A-847D-0FECA4BDAAD3}" dt="2025-07-28T21:33:35.786" v="1251" actId="1036"/>
          <ac:cxnSpMkLst>
            <pc:docMk/>
            <pc:sldMk cId="1663706368" sldId="513"/>
            <ac:cxnSpMk id="202" creationId="{B9C6A97C-1DD1-31FB-94C3-C44A59808AD0}"/>
          </ac:cxnSpMkLst>
        </pc:cxnChg>
        <pc:cxnChg chg="add del mod">
          <ac:chgData name="Jonathan Mah" userId="5261b2f2f3e51194" providerId="LiveId" clId="{D0E1D0F2-3E04-4D0A-847D-0FECA4BDAAD3}" dt="2025-07-28T21:24:48.594" v="886" actId="478"/>
          <ac:cxnSpMkLst>
            <pc:docMk/>
            <pc:sldMk cId="1663706368" sldId="513"/>
            <ac:cxnSpMk id="207" creationId="{0CF276C1-1635-289D-5F9E-419B3F24962D}"/>
          </ac:cxnSpMkLst>
        </pc:cxnChg>
        <pc:cxnChg chg="add del mod">
          <ac:chgData name="Jonathan Mah" userId="5261b2f2f3e51194" providerId="LiveId" clId="{D0E1D0F2-3E04-4D0A-847D-0FECA4BDAAD3}" dt="2025-07-28T21:33:35.786" v="1251" actId="1036"/>
          <ac:cxnSpMkLst>
            <pc:docMk/>
            <pc:sldMk cId="1663706368" sldId="513"/>
            <ac:cxnSpMk id="209" creationId="{6B77A941-BFD4-44B5-D7EA-EC91AF96F817}"/>
          </ac:cxnSpMkLst>
        </pc:cxnChg>
        <pc:cxnChg chg="add del mod">
          <ac:chgData name="Jonathan Mah" userId="5261b2f2f3e51194" providerId="LiveId" clId="{D0E1D0F2-3E04-4D0A-847D-0FECA4BDAAD3}" dt="2025-07-28T21:32:01.805" v="1172" actId="478"/>
          <ac:cxnSpMkLst>
            <pc:docMk/>
            <pc:sldMk cId="1663706368" sldId="513"/>
            <ac:cxnSpMk id="211" creationId="{C2ECC87B-6B9C-7400-A34B-F44E9F4B7219}"/>
          </ac:cxnSpMkLst>
        </pc:cxnChg>
        <pc:cxnChg chg="add mod">
          <ac:chgData name="Jonathan Mah" userId="5261b2f2f3e51194" providerId="LiveId" clId="{D0E1D0F2-3E04-4D0A-847D-0FECA4BDAAD3}" dt="2025-07-28T21:28:50.285" v="1012" actId="1038"/>
          <ac:cxnSpMkLst>
            <pc:docMk/>
            <pc:sldMk cId="1663706368" sldId="513"/>
            <ac:cxnSpMk id="212" creationId="{29994D69-AEC1-8D81-3B16-C222EF649514}"/>
          </ac:cxnSpMkLst>
        </pc:cxnChg>
        <pc:cxnChg chg="add del mod">
          <ac:chgData name="Jonathan Mah" userId="5261b2f2f3e51194" providerId="LiveId" clId="{D0E1D0F2-3E04-4D0A-847D-0FECA4BDAAD3}" dt="2025-07-28T21:32:02.054" v="1173" actId="478"/>
          <ac:cxnSpMkLst>
            <pc:docMk/>
            <pc:sldMk cId="1663706368" sldId="513"/>
            <ac:cxnSpMk id="213" creationId="{07BB25EF-95B1-5237-01EA-858E4A3E9EF3}"/>
          </ac:cxnSpMkLst>
        </pc:cxnChg>
        <pc:cxnChg chg="add del mod">
          <ac:chgData name="Jonathan Mah" userId="5261b2f2f3e51194" providerId="LiveId" clId="{D0E1D0F2-3E04-4D0A-847D-0FECA4BDAAD3}" dt="2025-07-28T21:32:03.231" v="1174" actId="478"/>
          <ac:cxnSpMkLst>
            <pc:docMk/>
            <pc:sldMk cId="1663706368" sldId="513"/>
            <ac:cxnSpMk id="214" creationId="{88ACA7AD-6938-D9CD-0338-CF20147D9442}"/>
          </ac:cxnSpMkLst>
        </pc:cxnChg>
        <pc:cxnChg chg="add del mod">
          <ac:chgData name="Jonathan Mah" userId="5261b2f2f3e51194" providerId="LiveId" clId="{D0E1D0F2-3E04-4D0A-847D-0FECA4BDAAD3}" dt="2025-07-28T21:31:54.117" v="1170" actId="478"/>
          <ac:cxnSpMkLst>
            <pc:docMk/>
            <pc:sldMk cId="1663706368" sldId="513"/>
            <ac:cxnSpMk id="215" creationId="{E35BF4A2-7AEE-AAC5-BBE3-E0A691C68285}"/>
          </ac:cxnSpMkLst>
        </pc:cxnChg>
        <pc:cxnChg chg="add del mod">
          <ac:chgData name="Jonathan Mah" userId="5261b2f2f3e51194" providerId="LiveId" clId="{D0E1D0F2-3E04-4D0A-847D-0FECA4BDAAD3}" dt="2025-07-28T21:31:54.117" v="1170" actId="478"/>
          <ac:cxnSpMkLst>
            <pc:docMk/>
            <pc:sldMk cId="1663706368" sldId="513"/>
            <ac:cxnSpMk id="216" creationId="{AE31503F-2193-16E3-715A-4E88555C397D}"/>
          </ac:cxnSpMkLst>
        </pc:cxnChg>
        <pc:cxnChg chg="add del mod">
          <ac:chgData name="Jonathan Mah" userId="5261b2f2f3e51194" providerId="LiveId" clId="{D0E1D0F2-3E04-4D0A-847D-0FECA4BDAAD3}" dt="2025-07-28T21:31:54.117" v="1170" actId="478"/>
          <ac:cxnSpMkLst>
            <pc:docMk/>
            <pc:sldMk cId="1663706368" sldId="513"/>
            <ac:cxnSpMk id="218" creationId="{E5044FCB-504D-1ECA-EE8B-F7363BF94FA0}"/>
          </ac:cxnSpMkLst>
        </pc:cxnChg>
        <pc:cxnChg chg="add del mod">
          <ac:chgData name="Jonathan Mah" userId="5261b2f2f3e51194" providerId="LiveId" clId="{D0E1D0F2-3E04-4D0A-847D-0FECA4BDAAD3}" dt="2025-07-28T21:27:40.597" v="955" actId="478"/>
          <ac:cxnSpMkLst>
            <pc:docMk/>
            <pc:sldMk cId="1663706368" sldId="513"/>
            <ac:cxnSpMk id="219" creationId="{8EF7D015-C136-8529-9732-ACDB761A4AD7}"/>
          </ac:cxnSpMkLst>
        </pc:cxnChg>
        <pc:cxnChg chg="add del mod">
          <ac:chgData name="Jonathan Mah" userId="5261b2f2f3e51194" providerId="LiveId" clId="{D0E1D0F2-3E04-4D0A-847D-0FECA4BDAAD3}" dt="2025-07-28T21:27:40.597" v="955" actId="478"/>
          <ac:cxnSpMkLst>
            <pc:docMk/>
            <pc:sldMk cId="1663706368" sldId="513"/>
            <ac:cxnSpMk id="220" creationId="{8A740CCF-5570-5FD1-9955-CE39966E7860}"/>
          </ac:cxnSpMkLst>
        </pc:cxnChg>
        <pc:cxnChg chg="add del mod">
          <ac:chgData name="Jonathan Mah" userId="5261b2f2f3e51194" providerId="LiveId" clId="{D0E1D0F2-3E04-4D0A-847D-0FECA4BDAAD3}" dt="2025-07-28T21:27:40.597" v="955" actId="478"/>
          <ac:cxnSpMkLst>
            <pc:docMk/>
            <pc:sldMk cId="1663706368" sldId="513"/>
            <ac:cxnSpMk id="221" creationId="{2657FCE5-5B19-1348-0125-2A77619528DA}"/>
          </ac:cxnSpMkLst>
        </pc:cxnChg>
        <pc:cxnChg chg="add mod">
          <ac:chgData name="Jonathan Mah" userId="5261b2f2f3e51194" providerId="LiveId" clId="{D0E1D0F2-3E04-4D0A-847D-0FECA4BDAAD3}" dt="2025-07-28T21:27:18.361" v="943" actId="1076"/>
          <ac:cxnSpMkLst>
            <pc:docMk/>
            <pc:sldMk cId="1663706368" sldId="513"/>
            <ac:cxnSpMk id="222" creationId="{07392D4F-999E-99D2-FD16-0346B167FFFD}"/>
          </ac:cxnSpMkLst>
        </pc:cxnChg>
        <pc:cxnChg chg="add mod">
          <ac:chgData name="Jonathan Mah" userId="5261b2f2f3e51194" providerId="LiveId" clId="{D0E1D0F2-3E04-4D0A-847D-0FECA4BDAAD3}" dt="2025-07-28T21:27:18.361" v="943" actId="1076"/>
          <ac:cxnSpMkLst>
            <pc:docMk/>
            <pc:sldMk cId="1663706368" sldId="513"/>
            <ac:cxnSpMk id="223" creationId="{4827DDEB-E1B8-0D89-6C6A-B2F4A4D5BA08}"/>
          </ac:cxnSpMkLst>
        </pc:cxnChg>
        <pc:cxnChg chg="add mod">
          <ac:chgData name="Jonathan Mah" userId="5261b2f2f3e51194" providerId="LiveId" clId="{D0E1D0F2-3E04-4D0A-847D-0FECA4BDAAD3}" dt="2025-07-28T21:27:18.361" v="943" actId="1076"/>
          <ac:cxnSpMkLst>
            <pc:docMk/>
            <pc:sldMk cId="1663706368" sldId="513"/>
            <ac:cxnSpMk id="224" creationId="{8AAD6997-B2B1-E0A4-83FA-33A5D07B5E29}"/>
          </ac:cxnSpMkLst>
        </pc:cxnChg>
        <pc:cxnChg chg="add del mod">
          <ac:chgData name="Jonathan Mah" userId="5261b2f2f3e51194" providerId="LiveId" clId="{D0E1D0F2-3E04-4D0A-847D-0FECA4BDAAD3}" dt="2025-07-28T21:32:00.114" v="1171" actId="478"/>
          <ac:cxnSpMkLst>
            <pc:docMk/>
            <pc:sldMk cId="1663706368" sldId="513"/>
            <ac:cxnSpMk id="225" creationId="{D905440C-8D6E-3AE4-D810-93D09599A4D6}"/>
          </ac:cxnSpMkLst>
        </pc:cxnChg>
        <pc:cxnChg chg="add del mod">
          <ac:chgData name="Jonathan Mah" userId="5261b2f2f3e51194" providerId="LiveId" clId="{D0E1D0F2-3E04-4D0A-847D-0FECA4BDAAD3}" dt="2025-07-28T21:32:00.114" v="1171" actId="478"/>
          <ac:cxnSpMkLst>
            <pc:docMk/>
            <pc:sldMk cId="1663706368" sldId="513"/>
            <ac:cxnSpMk id="226" creationId="{C427FAB9-3747-5E21-9550-1C4E2981BBCB}"/>
          </ac:cxnSpMkLst>
        </pc:cxnChg>
        <pc:cxnChg chg="add del mod">
          <ac:chgData name="Jonathan Mah" userId="5261b2f2f3e51194" providerId="LiveId" clId="{D0E1D0F2-3E04-4D0A-847D-0FECA4BDAAD3}" dt="2025-07-28T21:32:00.114" v="1171" actId="478"/>
          <ac:cxnSpMkLst>
            <pc:docMk/>
            <pc:sldMk cId="1663706368" sldId="513"/>
            <ac:cxnSpMk id="227" creationId="{24BD3A8F-DDC4-2AC7-4A5A-2F0635014761}"/>
          </ac:cxnSpMkLst>
        </pc:cxnChg>
        <pc:cxnChg chg="add del mod">
          <ac:chgData name="Jonathan Mah" userId="5261b2f2f3e51194" providerId="LiveId" clId="{D0E1D0F2-3E04-4D0A-847D-0FECA4BDAAD3}" dt="2025-07-28T21:28:03.244" v="978" actId="478"/>
          <ac:cxnSpMkLst>
            <pc:docMk/>
            <pc:sldMk cId="1663706368" sldId="513"/>
            <ac:cxnSpMk id="228" creationId="{BCAFA06A-96FA-0F0D-FBB7-957AB924DB9A}"/>
          </ac:cxnSpMkLst>
        </pc:cxnChg>
        <pc:cxnChg chg="add del mod">
          <ac:chgData name="Jonathan Mah" userId="5261b2f2f3e51194" providerId="LiveId" clId="{D0E1D0F2-3E04-4D0A-847D-0FECA4BDAAD3}" dt="2025-07-28T21:28:03.244" v="978" actId="478"/>
          <ac:cxnSpMkLst>
            <pc:docMk/>
            <pc:sldMk cId="1663706368" sldId="513"/>
            <ac:cxnSpMk id="229" creationId="{08809CDC-1F4F-F1CB-A235-65578723FD03}"/>
          </ac:cxnSpMkLst>
        </pc:cxnChg>
        <pc:cxnChg chg="add del mod">
          <ac:chgData name="Jonathan Mah" userId="5261b2f2f3e51194" providerId="LiveId" clId="{D0E1D0F2-3E04-4D0A-847D-0FECA4BDAAD3}" dt="2025-07-28T21:28:03.244" v="978" actId="478"/>
          <ac:cxnSpMkLst>
            <pc:docMk/>
            <pc:sldMk cId="1663706368" sldId="513"/>
            <ac:cxnSpMk id="230" creationId="{3CC249BC-E416-4057-3049-BC881D5B153B}"/>
          </ac:cxnSpMkLst>
        </pc:cxnChg>
        <pc:cxnChg chg="add del mod">
          <ac:chgData name="Jonathan Mah" userId="5261b2f2f3e51194" providerId="LiveId" clId="{D0E1D0F2-3E04-4D0A-847D-0FECA4BDAAD3}" dt="2025-07-28T21:32:00.114" v="1171" actId="478"/>
          <ac:cxnSpMkLst>
            <pc:docMk/>
            <pc:sldMk cId="1663706368" sldId="513"/>
            <ac:cxnSpMk id="231" creationId="{4BE95AF5-1833-5602-94B5-CFB39C4F8250}"/>
          </ac:cxnSpMkLst>
        </pc:cxnChg>
        <pc:cxnChg chg="add del mod">
          <ac:chgData name="Jonathan Mah" userId="5261b2f2f3e51194" providerId="LiveId" clId="{D0E1D0F2-3E04-4D0A-847D-0FECA4BDAAD3}" dt="2025-07-28T21:32:00.114" v="1171" actId="478"/>
          <ac:cxnSpMkLst>
            <pc:docMk/>
            <pc:sldMk cId="1663706368" sldId="513"/>
            <ac:cxnSpMk id="232" creationId="{30D5DD18-162E-22F1-3980-EC5DE78A6777}"/>
          </ac:cxnSpMkLst>
        </pc:cxnChg>
        <pc:cxnChg chg="add del mod">
          <ac:chgData name="Jonathan Mah" userId="5261b2f2f3e51194" providerId="LiveId" clId="{D0E1D0F2-3E04-4D0A-847D-0FECA4BDAAD3}" dt="2025-07-28T21:32:00.114" v="1171" actId="478"/>
          <ac:cxnSpMkLst>
            <pc:docMk/>
            <pc:sldMk cId="1663706368" sldId="513"/>
            <ac:cxnSpMk id="233" creationId="{C10C2445-5879-A37D-42EA-610F0E4E710D}"/>
          </ac:cxnSpMkLst>
        </pc:cxnChg>
        <pc:cxnChg chg="add del mod">
          <ac:chgData name="Jonathan Mah" userId="5261b2f2f3e51194" providerId="LiveId" clId="{D0E1D0F2-3E04-4D0A-847D-0FECA4BDAAD3}" dt="2025-07-28T21:32:00.114" v="1171" actId="478"/>
          <ac:cxnSpMkLst>
            <pc:docMk/>
            <pc:sldMk cId="1663706368" sldId="513"/>
            <ac:cxnSpMk id="234" creationId="{7AF05307-D9F1-82FA-6165-BCDEB3A11B50}"/>
          </ac:cxnSpMkLst>
        </pc:cxnChg>
        <pc:cxnChg chg="add del mod">
          <ac:chgData name="Jonathan Mah" userId="5261b2f2f3e51194" providerId="LiveId" clId="{D0E1D0F2-3E04-4D0A-847D-0FECA4BDAAD3}" dt="2025-07-28T21:32:00.114" v="1171" actId="478"/>
          <ac:cxnSpMkLst>
            <pc:docMk/>
            <pc:sldMk cId="1663706368" sldId="513"/>
            <ac:cxnSpMk id="235" creationId="{39A7E3BB-9C95-2813-F725-5BE67355AD85}"/>
          </ac:cxnSpMkLst>
        </pc:cxnChg>
        <pc:cxnChg chg="add del mod">
          <ac:chgData name="Jonathan Mah" userId="5261b2f2f3e51194" providerId="LiveId" clId="{D0E1D0F2-3E04-4D0A-847D-0FECA4BDAAD3}" dt="2025-07-28T21:32:00.114" v="1171" actId="478"/>
          <ac:cxnSpMkLst>
            <pc:docMk/>
            <pc:sldMk cId="1663706368" sldId="513"/>
            <ac:cxnSpMk id="236" creationId="{49350FBA-3ECB-F1EE-54DA-B5D37D3C01F5}"/>
          </ac:cxnSpMkLst>
        </pc:cxnChg>
        <pc:cxnChg chg="add del mod">
          <ac:chgData name="Jonathan Mah" userId="5261b2f2f3e51194" providerId="LiveId" clId="{D0E1D0F2-3E04-4D0A-847D-0FECA4BDAAD3}" dt="2025-07-28T21:33:35.786" v="1251" actId="1036"/>
          <ac:cxnSpMkLst>
            <pc:docMk/>
            <pc:sldMk cId="1663706368" sldId="513"/>
            <ac:cxnSpMk id="237" creationId="{EFF00493-D2E1-AF0D-2864-0009FB4B9B01}"/>
          </ac:cxnSpMkLst>
        </pc:cxnChg>
        <pc:cxnChg chg="add del mod">
          <ac:chgData name="Jonathan Mah" userId="5261b2f2f3e51194" providerId="LiveId" clId="{D0E1D0F2-3E04-4D0A-847D-0FECA4BDAAD3}" dt="2025-07-28T21:31:09.356" v="1142" actId="478"/>
          <ac:cxnSpMkLst>
            <pc:docMk/>
            <pc:sldMk cId="1663706368" sldId="513"/>
            <ac:cxnSpMk id="238" creationId="{D6C0700F-5C4E-B4C8-7E12-68CC2FD37F71}"/>
          </ac:cxnSpMkLst>
        </pc:cxnChg>
        <pc:cxnChg chg="add del mod">
          <ac:chgData name="Jonathan Mah" userId="5261b2f2f3e51194" providerId="LiveId" clId="{D0E1D0F2-3E04-4D0A-847D-0FECA4BDAAD3}" dt="2025-07-28T21:31:54.117" v="1170" actId="478"/>
          <ac:cxnSpMkLst>
            <pc:docMk/>
            <pc:sldMk cId="1663706368" sldId="513"/>
            <ac:cxnSpMk id="239" creationId="{20023C90-AD51-D153-FD51-0FAC99627D74}"/>
          </ac:cxnSpMkLst>
        </pc:cxnChg>
        <pc:cxnChg chg="add del mod">
          <ac:chgData name="Jonathan Mah" userId="5261b2f2f3e51194" providerId="LiveId" clId="{D0E1D0F2-3E04-4D0A-847D-0FECA4BDAAD3}" dt="2025-07-28T21:33:35.786" v="1251" actId="1036"/>
          <ac:cxnSpMkLst>
            <pc:docMk/>
            <pc:sldMk cId="1663706368" sldId="513"/>
            <ac:cxnSpMk id="241" creationId="{2E4DAD2E-ACE4-FDA7-7128-BDD3194DE558}"/>
          </ac:cxnSpMkLst>
        </pc:cxnChg>
        <pc:cxnChg chg="add del mod">
          <ac:chgData name="Jonathan Mah" userId="5261b2f2f3e51194" providerId="LiveId" clId="{D0E1D0F2-3E04-4D0A-847D-0FECA4BDAAD3}" dt="2025-07-28T21:31:54.117" v="1170" actId="478"/>
          <ac:cxnSpMkLst>
            <pc:docMk/>
            <pc:sldMk cId="1663706368" sldId="513"/>
            <ac:cxnSpMk id="242" creationId="{8A15E0B6-3FB7-D4A8-CE67-B6036C16F44A}"/>
          </ac:cxnSpMkLst>
        </pc:cxnChg>
        <pc:cxnChg chg="add del mod">
          <ac:chgData name="Jonathan Mah" userId="5261b2f2f3e51194" providerId="LiveId" clId="{D0E1D0F2-3E04-4D0A-847D-0FECA4BDAAD3}" dt="2025-07-28T21:33:35.786" v="1251" actId="1036"/>
          <ac:cxnSpMkLst>
            <pc:docMk/>
            <pc:sldMk cId="1663706368" sldId="513"/>
            <ac:cxnSpMk id="243" creationId="{6131966D-4F28-4FF3-05E7-E787A5FD0A3E}"/>
          </ac:cxnSpMkLst>
        </pc:cxnChg>
        <pc:cxnChg chg="add del mod">
          <ac:chgData name="Jonathan Mah" userId="5261b2f2f3e51194" providerId="LiveId" clId="{D0E1D0F2-3E04-4D0A-847D-0FECA4BDAAD3}" dt="2025-07-28T21:33:35.786" v="1251" actId="1036"/>
          <ac:cxnSpMkLst>
            <pc:docMk/>
            <pc:sldMk cId="1663706368" sldId="513"/>
            <ac:cxnSpMk id="244" creationId="{28DE29CD-D6B5-59D2-7446-2D389BF22877}"/>
          </ac:cxnSpMkLst>
        </pc:cxnChg>
        <pc:cxnChg chg="add mod">
          <ac:chgData name="Jonathan Mah" userId="5261b2f2f3e51194" providerId="LiveId" clId="{D0E1D0F2-3E04-4D0A-847D-0FECA4BDAAD3}" dt="2025-07-28T21:32:04.642" v="1175"/>
          <ac:cxnSpMkLst>
            <pc:docMk/>
            <pc:sldMk cId="1663706368" sldId="513"/>
            <ac:cxnSpMk id="245" creationId="{4D69984A-4461-5E4D-D24B-8DD1B5686C29}"/>
          </ac:cxnSpMkLst>
        </pc:cxnChg>
        <pc:cxnChg chg="add mod">
          <ac:chgData name="Jonathan Mah" userId="5261b2f2f3e51194" providerId="LiveId" clId="{D0E1D0F2-3E04-4D0A-847D-0FECA4BDAAD3}" dt="2025-07-28T21:32:04.642" v="1175"/>
          <ac:cxnSpMkLst>
            <pc:docMk/>
            <pc:sldMk cId="1663706368" sldId="513"/>
            <ac:cxnSpMk id="246" creationId="{6E5F493C-273C-D642-55ED-B5A2E0A26255}"/>
          </ac:cxnSpMkLst>
        </pc:cxnChg>
        <pc:cxnChg chg="add mod">
          <ac:chgData name="Jonathan Mah" userId="5261b2f2f3e51194" providerId="LiveId" clId="{D0E1D0F2-3E04-4D0A-847D-0FECA4BDAAD3}" dt="2025-07-28T21:32:04.642" v="1175"/>
          <ac:cxnSpMkLst>
            <pc:docMk/>
            <pc:sldMk cId="1663706368" sldId="513"/>
            <ac:cxnSpMk id="247" creationId="{BD3E8918-8220-BE3E-EA76-58A140EE7C93}"/>
          </ac:cxnSpMkLst>
        </pc:cxnChg>
        <pc:cxnChg chg="add mod">
          <ac:chgData name="Jonathan Mah" userId="5261b2f2f3e51194" providerId="LiveId" clId="{D0E1D0F2-3E04-4D0A-847D-0FECA4BDAAD3}" dt="2025-07-28T21:32:04.642" v="1175"/>
          <ac:cxnSpMkLst>
            <pc:docMk/>
            <pc:sldMk cId="1663706368" sldId="513"/>
            <ac:cxnSpMk id="248" creationId="{FA03BF63-0972-9D60-41F4-97561C80F2A6}"/>
          </ac:cxnSpMkLst>
        </pc:cxnChg>
        <pc:cxnChg chg="add mod">
          <ac:chgData name="Jonathan Mah" userId="5261b2f2f3e51194" providerId="LiveId" clId="{D0E1D0F2-3E04-4D0A-847D-0FECA4BDAAD3}" dt="2025-07-28T21:32:04.642" v="1175"/>
          <ac:cxnSpMkLst>
            <pc:docMk/>
            <pc:sldMk cId="1663706368" sldId="513"/>
            <ac:cxnSpMk id="249" creationId="{EDA61811-16D4-CB9C-6F99-A9469F2DB5EA}"/>
          </ac:cxnSpMkLst>
        </pc:cxnChg>
        <pc:cxnChg chg="add mod">
          <ac:chgData name="Jonathan Mah" userId="5261b2f2f3e51194" providerId="LiveId" clId="{D0E1D0F2-3E04-4D0A-847D-0FECA4BDAAD3}" dt="2025-07-28T21:32:04.642" v="1175"/>
          <ac:cxnSpMkLst>
            <pc:docMk/>
            <pc:sldMk cId="1663706368" sldId="513"/>
            <ac:cxnSpMk id="250" creationId="{776F0F88-B8B9-5629-D0B5-606600B5DB72}"/>
          </ac:cxnSpMkLst>
        </pc:cxnChg>
        <pc:cxnChg chg="add mod">
          <ac:chgData name="Jonathan Mah" userId="5261b2f2f3e51194" providerId="LiveId" clId="{D0E1D0F2-3E04-4D0A-847D-0FECA4BDAAD3}" dt="2025-07-28T21:32:04.642" v="1175"/>
          <ac:cxnSpMkLst>
            <pc:docMk/>
            <pc:sldMk cId="1663706368" sldId="513"/>
            <ac:cxnSpMk id="251" creationId="{2E32E520-609C-E13F-9922-505463AEE4D5}"/>
          </ac:cxnSpMkLst>
        </pc:cxnChg>
        <pc:cxnChg chg="add mod">
          <ac:chgData name="Jonathan Mah" userId="5261b2f2f3e51194" providerId="LiveId" clId="{D0E1D0F2-3E04-4D0A-847D-0FECA4BDAAD3}" dt="2025-07-28T21:32:04.642" v="1175"/>
          <ac:cxnSpMkLst>
            <pc:docMk/>
            <pc:sldMk cId="1663706368" sldId="513"/>
            <ac:cxnSpMk id="252" creationId="{7FCC9859-A2F1-7DCF-851A-71B9752EF762}"/>
          </ac:cxnSpMkLst>
        </pc:cxnChg>
        <pc:cxnChg chg="add mod">
          <ac:chgData name="Jonathan Mah" userId="5261b2f2f3e51194" providerId="LiveId" clId="{D0E1D0F2-3E04-4D0A-847D-0FECA4BDAAD3}" dt="2025-07-28T21:32:04.642" v="1175"/>
          <ac:cxnSpMkLst>
            <pc:docMk/>
            <pc:sldMk cId="1663706368" sldId="513"/>
            <ac:cxnSpMk id="253" creationId="{DC090C50-D73F-BE26-4638-11E1CEE5A7F8}"/>
          </ac:cxnSpMkLst>
        </pc:cxnChg>
        <pc:cxnChg chg="add mod">
          <ac:chgData name="Jonathan Mah" userId="5261b2f2f3e51194" providerId="LiveId" clId="{D0E1D0F2-3E04-4D0A-847D-0FECA4BDAAD3}" dt="2025-07-28T21:32:04.642" v="1175"/>
          <ac:cxnSpMkLst>
            <pc:docMk/>
            <pc:sldMk cId="1663706368" sldId="513"/>
            <ac:cxnSpMk id="254" creationId="{3FCF4A68-45FC-2BDF-C9ED-79C60813CCBE}"/>
          </ac:cxnSpMkLst>
        </pc:cxnChg>
        <pc:cxnChg chg="add mod">
          <ac:chgData name="Jonathan Mah" userId="5261b2f2f3e51194" providerId="LiveId" clId="{D0E1D0F2-3E04-4D0A-847D-0FECA4BDAAD3}" dt="2025-07-28T21:32:09.668" v="1177" actId="1076"/>
          <ac:cxnSpMkLst>
            <pc:docMk/>
            <pc:sldMk cId="1663706368" sldId="513"/>
            <ac:cxnSpMk id="255" creationId="{9F29B946-AB80-A6FB-F2F7-F5754AC40D46}"/>
          </ac:cxnSpMkLst>
        </pc:cxnChg>
        <pc:cxnChg chg="add mod">
          <ac:chgData name="Jonathan Mah" userId="5261b2f2f3e51194" providerId="LiveId" clId="{D0E1D0F2-3E04-4D0A-847D-0FECA4BDAAD3}" dt="2025-07-28T21:32:09.668" v="1177" actId="1076"/>
          <ac:cxnSpMkLst>
            <pc:docMk/>
            <pc:sldMk cId="1663706368" sldId="513"/>
            <ac:cxnSpMk id="256" creationId="{5FF4B4F3-CA7C-210A-0D84-794D8CEE3087}"/>
          </ac:cxnSpMkLst>
        </pc:cxnChg>
        <pc:cxnChg chg="add mod">
          <ac:chgData name="Jonathan Mah" userId="5261b2f2f3e51194" providerId="LiveId" clId="{D0E1D0F2-3E04-4D0A-847D-0FECA4BDAAD3}" dt="2025-07-28T21:32:09.668" v="1177" actId="1076"/>
          <ac:cxnSpMkLst>
            <pc:docMk/>
            <pc:sldMk cId="1663706368" sldId="513"/>
            <ac:cxnSpMk id="257" creationId="{EEBC69ED-45E6-6CEC-4E91-AE14411F41F4}"/>
          </ac:cxnSpMkLst>
        </pc:cxnChg>
        <pc:cxnChg chg="add mod">
          <ac:chgData name="Jonathan Mah" userId="5261b2f2f3e51194" providerId="LiveId" clId="{D0E1D0F2-3E04-4D0A-847D-0FECA4BDAAD3}" dt="2025-07-28T21:32:09.668" v="1177" actId="1076"/>
          <ac:cxnSpMkLst>
            <pc:docMk/>
            <pc:sldMk cId="1663706368" sldId="513"/>
            <ac:cxnSpMk id="258" creationId="{2F0DFC5D-D031-8BC5-243C-7B8DB5D77AC3}"/>
          </ac:cxnSpMkLst>
        </pc:cxnChg>
        <pc:cxnChg chg="add mod">
          <ac:chgData name="Jonathan Mah" userId="5261b2f2f3e51194" providerId="LiveId" clId="{D0E1D0F2-3E04-4D0A-847D-0FECA4BDAAD3}" dt="2025-07-28T21:33:35.786" v="1251" actId="1036"/>
          <ac:cxnSpMkLst>
            <pc:docMk/>
            <pc:sldMk cId="1663706368" sldId="513"/>
            <ac:cxnSpMk id="259" creationId="{185F2248-9F45-C071-2990-A4267860C69A}"/>
          </ac:cxnSpMkLst>
        </pc:cxnChg>
        <pc:cxnChg chg="add mod">
          <ac:chgData name="Jonathan Mah" userId="5261b2f2f3e51194" providerId="LiveId" clId="{D0E1D0F2-3E04-4D0A-847D-0FECA4BDAAD3}" dt="2025-07-28T21:33:35.786" v="1251" actId="1036"/>
          <ac:cxnSpMkLst>
            <pc:docMk/>
            <pc:sldMk cId="1663706368" sldId="513"/>
            <ac:cxnSpMk id="260" creationId="{7186C556-AC61-F175-1C02-7C30E065897F}"/>
          </ac:cxnSpMkLst>
        </pc:cxnChg>
        <pc:cxnChg chg="add mod">
          <ac:chgData name="Jonathan Mah" userId="5261b2f2f3e51194" providerId="LiveId" clId="{D0E1D0F2-3E04-4D0A-847D-0FECA4BDAAD3}" dt="2025-07-28T21:32:09.668" v="1177" actId="1076"/>
          <ac:cxnSpMkLst>
            <pc:docMk/>
            <pc:sldMk cId="1663706368" sldId="513"/>
            <ac:cxnSpMk id="261" creationId="{3A32DB5B-92BD-B53A-CEC3-18792E2DD0DD}"/>
          </ac:cxnSpMkLst>
        </pc:cxnChg>
        <pc:cxnChg chg="add mod">
          <ac:chgData name="Jonathan Mah" userId="5261b2f2f3e51194" providerId="LiveId" clId="{D0E1D0F2-3E04-4D0A-847D-0FECA4BDAAD3}" dt="2025-07-28T21:32:09.668" v="1177" actId="1076"/>
          <ac:cxnSpMkLst>
            <pc:docMk/>
            <pc:sldMk cId="1663706368" sldId="513"/>
            <ac:cxnSpMk id="262" creationId="{9DFC405B-077A-445F-9414-2556EE0BDEAD}"/>
          </ac:cxnSpMkLst>
        </pc:cxnChg>
        <pc:cxnChg chg="add mod">
          <ac:chgData name="Jonathan Mah" userId="5261b2f2f3e51194" providerId="LiveId" clId="{D0E1D0F2-3E04-4D0A-847D-0FECA4BDAAD3}" dt="2025-07-28T21:32:09.668" v="1177" actId="1076"/>
          <ac:cxnSpMkLst>
            <pc:docMk/>
            <pc:sldMk cId="1663706368" sldId="513"/>
            <ac:cxnSpMk id="263" creationId="{6883893D-7C00-B159-477A-C3F08ECAE433}"/>
          </ac:cxnSpMkLst>
        </pc:cxnChg>
        <pc:cxnChg chg="add mod">
          <ac:chgData name="Jonathan Mah" userId="5261b2f2f3e51194" providerId="LiveId" clId="{D0E1D0F2-3E04-4D0A-847D-0FECA4BDAAD3}" dt="2025-07-28T21:33:35.786" v="1251" actId="1036"/>
          <ac:cxnSpMkLst>
            <pc:docMk/>
            <pc:sldMk cId="1663706368" sldId="513"/>
            <ac:cxnSpMk id="264" creationId="{6237B91D-7189-4861-44F0-83197BBB8FE9}"/>
          </ac:cxnSpMkLst>
        </pc:cxnChg>
        <pc:cxnChg chg="add del mod">
          <ac:chgData name="Jonathan Mah" userId="5261b2f2f3e51194" providerId="LiveId" clId="{D0E1D0F2-3E04-4D0A-847D-0FECA4BDAAD3}" dt="2025-07-28T21:32:51.789" v="1198" actId="478"/>
          <ac:cxnSpMkLst>
            <pc:docMk/>
            <pc:sldMk cId="1663706368" sldId="513"/>
            <ac:cxnSpMk id="265" creationId="{5C5B1506-48A6-EF67-A184-D109B73AC0BA}"/>
          </ac:cxnSpMkLst>
        </pc:cxnChg>
        <pc:cxnChg chg="add del mod">
          <ac:chgData name="Jonathan Mah" userId="5261b2f2f3e51194" providerId="LiveId" clId="{D0E1D0F2-3E04-4D0A-847D-0FECA4BDAAD3}" dt="2025-07-28T21:32:51.789" v="1198" actId="478"/>
          <ac:cxnSpMkLst>
            <pc:docMk/>
            <pc:sldMk cId="1663706368" sldId="513"/>
            <ac:cxnSpMk id="266" creationId="{538E62F4-74ED-E27C-55C9-64D2BFD40319}"/>
          </ac:cxnSpMkLst>
        </pc:cxnChg>
        <pc:cxnChg chg="add del mod">
          <ac:chgData name="Jonathan Mah" userId="5261b2f2f3e51194" providerId="LiveId" clId="{D0E1D0F2-3E04-4D0A-847D-0FECA4BDAAD3}" dt="2025-07-28T21:32:51.789" v="1198" actId="478"/>
          <ac:cxnSpMkLst>
            <pc:docMk/>
            <pc:sldMk cId="1663706368" sldId="513"/>
            <ac:cxnSpMk id="267" creationId="{B2179508-90AA-D93F-6940-4B96FC12BF84}"/>
          </ac:cxnSpMkLst>
        </pc:cxnChg>
        <pc:cxnChg chg="add del mod">
          <ac:chgData name="Jonathan Mah" userId="5261b2f2f3e51194" providerId="LiveId" clId="{D0E1D0F2-3E04-4D0A-847D-0FECA4BDAAD3}" dt="2025-07-28T21:32:51.789" v="1198" actId="478"/>
          <ac:cxnSpMkLst>
            <pc:docMk/>
            <pc:sldMk cId="1663706368" sldId="513"/>
            <ac:cxnSpMk id="268" creationId="{28B6BED9-2C90-F22E-FEE6-E57A11FB22BB}"/>
          </ac:cxnSpMkLst>
        </pc:cxnChg>
        <pc:cxnChg chg="add del mod">
          <ac:chgData name="Jonathan Mah" userId="5261b2f2f3e51194" providerId="LiveId" clId="{D0E1D0F2-3E04-4D0A-847D-0FECA4BDAAD3}" dt="2025-07-28T21:32:51.789" v="1198" actId="478"/>
          <ac:cxnSpMkLst>
            <pc:docMk/>
            <pc:sldMk cId="1663706368" sldId="513"/>
            <ac:cxnSpMk id="269" creationId="{7378EE34-0F38-6E74-630B-A2F4B2D07662}"/>
          </ac:cxnSpMkLst>
        </pc:cxnChg>
        <pc:cxnChg chg="add del mod">
          <ac:chgData name="Jonathan Mah" userId="5261b2f2f3e51194" providerId="LiveId" clId="{D0E1D0F2-3E04-4D0A-847D-0FECA4BDAAD3}" dt="2025-07-28T21:32:51.789" v="1198" actId="478"/>
          <ac:cxnSpMkLst>
            <pc:docMk/>
            <pc:sldMk cId="1663706368" sldId="513"/>
            <ac:cxnSpMk id="270" creationId="{884C62F7-87A2-A02C-432C-6D07E444D9AD}"/>
          </ac:cxnSpMkLst>
        </pc:cxnChg>
        <pc:cxnChg chg="add del mod">
          <ac:chgData name="Jonathan Mah" userId="5261b2f2f3e51194" providerId="LiveId" clId="{D0E1D0F2-3E04-4D0A-847D-0FECA4BDAAD3}" dt="2025-07-28T21:32:51.789" v="1198" actId="478"/>
          <ac:cxnSpMkLst>
            <pc:docMk/>
            <pc:sldMk cId="1663706368" sldId="513"/>
            <ac:cxnSpMk id="271" creationId="{6E69748A-F747-D987-67C0-A619D3B1C867}"/>
          </ac:cxnSpMkLst>
        </pc:cxnChg>
        <pc:cxnChg chg="add del mod">
          <ac:chgData name="Jonathan Mah" userId="5261b2f2f3e51194" providerId="LiveId" clId="{D0E1D0F2-3E04-4D0A-847D-0FECA4BDAAD3}" dt="2025-07-28T21:32:51.789" v="1198" actId="478"/>
          <ac:cxnSpMkLst>
            <pc:docMk/>
            <pc:sldMk cId="1663706368" sldId="513"/>
            <ac:cxnSpMk id="272" creationId="{011C5981-3679-C491-B11A-6F4B86E1E42D}"/>
          </ac:cxnSpMkLst>
        </pc:cxnChg>
        <pc:cxnChg chg="add del mod">
          <ac:chgData name="Jonathan Mah" userId="5261b2f2f3e51194" providerId="LiveId" clId="{D0E1D0F2-3E04-4D0A-847D-0FECA4BDAAD3}" dt="2025-07-28T21:32:51.789" v="1198" actId="478"/>
          <ac:cxnSpMkLst>
            <pc:docMk/>
            <pc:sldMk cId="1663706368" sldId="513"/>
            <ac:cxnSpMk id="273" creationId="{254364F3-C1EE-95F1-3C32-30DEFA72DFBE}"/>
          </ac:cxnSpMkLst>
        </pc:cxnChg>
        <pc:cxnChg chg="add del mod">
          <ac:chgData name="Jonathan Mah" userId="5261b2f2f3e51194" providerId="LiveId" clId="{D0E1D0F2-3E04-4D0A-847D-0FECA4BDAAD3}" dt="2025-07-28T21:32:51.789" v="1198" actId="478"/>
          <ac:cxnSpMkLst>
            <pc:docMk/>
            <pc:sldMk cId="1663706368" sldId="513"/>
            <ac:cxnSpMk id="274" creationId="{B9BEF6E6-B04E-EC79-A463-53779232A9DC}"/>
          </ac:cxnSpMkLst>
        </pc:cxnChg>
        <pc:cxnChg chg="add del mod">
          <ac:chgData name="Jonathan Mah" userId="5261b2f2f3e51194" providerId="LiveId" clId="{D0E1D0F2-3E04-4D0A-847D-0FECA4BDAAD3}" dt="2025-07-28T21:32:34.215" v="1182" actId="478"/>
          <ac:cxnSpMkLst>
            <pc:docMk/>
            <pc:sldMk cId="1663706368" sldId="513"/>
            <ac:cxnSpMk id="275" creationId="{28728D7F-EF82-683D-6907-5B76B016221C}"/>
          </ac:cxnSpMkLst>
        </pc:cxnChg>
        <pc:cxnChg chg="add del mod">
          <ac:chgData name="Jonathan Mah" userId="5261b2f2f3e51194" providerId="LiveId" clId="{D0E1D0F2-3E04-4D0A-847D-0FECA4BDAAD3}" dt="2025-07-28T21:32:34.215" v="1182" actId="478"/>
          <ac:cxnSpMkLst>
            <pc:docMk/>
            <pc:sldMk cId="1663706368" sldId="513"/>
            <ac:cxnSpMk id="276" creationId="{67618151-45FF-9DE3-8429-39B25343617E}"/>
          </ac:cxnSpMkLst>
        </pc:cxnChg>
        <pc:cxnChg chg="add del mod">
          <ac:chgData name="Jonathan Mah" userId="5261b2f2f3e51194" providerId="LiveId" clId="{D0E1D0F2-3E04-4D0A-847D-0FECA4BDAAD3}" dt="2025-07-28T21:32:34.215" v="1182" actId="478"/>
          <ac:cxnSpMkLst>
            <pc:docMk/>
            <pc:sldMk cId="1663706368" sldId="513"/>
            <ac:cxnSpMk id="277" creationId="{6BB0CD37-9C6B-0B17-0698-E7A6588D6BEC}"/>
          </ac:cxnSpMkLst>
        </pc:cxnChg>
        <pc:cxnChg chg="add del mod">
          <ac:chgData name="Jonathan Mah" userId="5261b2f2f3e51194" providerId="LiveId" clId="{D0E1D0F2-3E04-4D0A-847D-0FECA4BDAAD3}" dt="2025-07-28T21:32:34.215" v="1182" actId="478"/>
          <ac:cxnSpMkLst>
            <pc:docMk/>
            <pc:sldMk cId="1663706368" sldId="513"/>
            <ac:cxnSpMk id="278" creationId="{EE2C1EB6-0045-68EF-BF1A-E3522C05589B}"/>
          </ac:cxnSpMkLst>
        </pc:cxnChg>
        <pc:cxnChg chg="add del mod">
          <ac:chgData name="Jonathan Mah" userId="5261b2f2f3e51194" providerId="LiveId" clId="{D0E1D0F2-3E04-4D0A-847D-0FECA4BDAAD3}" dt="2025-07-28T21:32:34.215" v="1182" actId="478"/>
          <ac:cxnSpMkLst>
            <pc:docMk/>
            <pc:sldMk cId="1663706368" sldId="513"/>
            <ac:cxnSpMk id="279" creationId="{2FBE6B8F-7A84-4F2D-309C-56B3B0F41C55}"/>
          </ac:cxnSpMkLst>
        </pc:cxnChg>
        <pc:cxnChg chg="add del mod">
          <ac:chgData name="Jonathan Mah" userId="5261b2f2f3e51194" providerId="LiveId" clId="{D0E1D0F2-3E04-4D0A-847D-0FECA4BDAAD3}" dt="2025-07-28T21:32:34.215" v="1182" actId="478"/>
          <ac:cxnSpMkLst>
            <pc:docMk/>
            <pc:sldMk cId="1663706368" sldId="513"/>
            <ac:cxnSpMk id="280" creationId="{819C797B-7593-3D1F-288E-5BB8D7FA3B21}"/>
          </ac:cxnSpMkLst>
        </pc:cxnChg>
        <pc:cxnChg chg="add del mod">
          <ac:chgData name="Jonathan Mah" userId="5261b2f2f3e51194" providerId="LiveId" clId="{D0E1D0F2-3E04-4D0A-847D-0FECA4BDAAD3}" dt="2025-07-28T21:32:34.215" v="1182" actId="478"/>
          <ac:cxnSpMkLst>
            <pc:docMk/>
            <pc:sldMk cId="1663706368" sldId="513"/>
            <ac:cxnSpMk id="281" creationId="{A3FC32AA-F806-2D5C-8BD2-52B06956D472}"/>
          </ac:cxnSpMkLst>
        </pc:cxnChg>
        <pc:cxnChg chg="add del mod">
          <ac:chgData name="Jonathan Mah" userId="5261b2f2f3e51194" providerId="LiveId" clId="{D0E1D0F2-3E04-4D0A-847D-0FECA4BDAAD3}" dt="2025-07-28T21:32:34.215" v="1182" actId="478"/>
          <ac:cxnSpMkLst>
            <pc:docMk/>
            <pc:sldMk cId="1663706368" sldId="513"/>
            <ac:cxnSpMk id="282" creationId="{B65A0373-6CBA-4970-2BDF-1A6095E3FBC5}"/>
          </ac:cxnSpMkLst>
        </pc:cxnChg>
        <pc:cxnChg chg="add del mod">
          <ac:chgData name="Jonathan Mah" userId="5261b2f2f3e51194" providerId="LiveId" clId="{D0E1D0F2-3E04-4D0A-847D-0FECA4BDAAD3}" dt="2025-07-28T21:32:34.215" v="1182" actId="478"/>
          <ac:cxnSpMkLst>
            <pc:docMk/>
            <pc:sldMk cId="1663706368" sldId="513"/>
            <ac:cxnSpMk id="283" creationId="{FB5BE77F-691F-03E4-AD7A-B4D52F3256DB}"/>
          </ac:cxnSpMkLst>
        </pc:cxnChg>
        <pc:cxnChg chg="add del mod">
          <ac:chgData name="Jonathan Mah" userId="5261b2f2f3e51194" providerId="LiveId" clId="{D0E1D0F2-3E04-4D0A-847D-0FECA4BDAAD3}" dt="2025-07-28T21:32:34.215" v="1182" actId="478"/>
          <ac:cxnSpMkLst>
            <pc:docMk/>
            <pc:sldMk cId="1663706368" sldId="513"/>
            <ac:cxnSpMk id="284" creationId="{41CE99D5-512D-E158-B221-20CAC3F09FE8}"/>
          </ac:cxnSpMkLst>
        </pc:cxnChg>
        <pc:cxnChg chg="add mod">
          <ac:chgData name="Jonathan Mah" userId="5261b2f2f3e51194" providerId="LiveId" clId="{D0E1D0F2-3E04-4D0A-847D-0FECA4BDAAD3}" dt="2025-07-28T21:33:56.990" v="1265" actId="1037"/>
          <ac:cxnSpMkLst>
            <pc:docMk/>
            <pc:sldMk cId="1663706368" sldId="513"/>
            <ac:cxnSpMk id="286" creationId="{5510D2CA-5C31-3912-8F08-3E0E3D45C8C8}"/>
          </ac:cxnSpMkLst>
        </pc:cxnChg>
        <pc:cxnChg chg="add mod">
          <ac:chgData name="Jonathan Mah" userId="5261b2f2f3e51194" providerId="LiveId" clId="{D0E1D0F2-3E04-4D0A-847D-0FECA4BDAAD3}" dt="2025-07-28T21:33:56.990" v="1265" actId="1037"/>
          <ac:cxnSpMkLst>
            <pc:docMk/>
            <pc:sldMk cId="1663706368" sldId="513"/>
            <ac:cxnSpMk id="287" creationId="{5A716D45-8722-E9C2-508B-F3F129E1E49F}"/>
          </ac:cxnSpMkLst>
        </pc:cxnChg>
        <pc:cxnChg chg="add mod">
          <ac:chgData name="Jonathan Mah" userId="5261b2f2f3e51194" providerId="LiveId" clId="{D0E1D0F2-3E04-4D0A-847D-0FECA4BDAAD3}" dt="2025-07-28T21:33:56.990" v="1265" actId="1037"/>
          <ac:cxnSpMkLst>
            <pc:docMk/>
            <pc:sldMk cId="1663706368" sldId="513"/>
            <ac:cxnSpMk id="289" creationId="{2862AF11-D535-F5B9-B51A-B4910E437C75}"/>
          </ac:cxnSpMkLst>
        </pc:cxnChg>
        <pc:cxnChg chg="add mod">
          <ac:chgData name="Jonathan Mah" userId="5261b2f2f3e51194" providerId="LiveId" clId="{D0E1D0F2-3E04-4D0A-847D-0FECA4BDAAD3}" dt="2025-07-28T21:33:56.990" v="1265" actId="1037"/>
          <ac:cxnSpMkLst>
            <pc:docMk/>
            <pc:sldMk cId="1663706368" sldId="513"/>
            <ac:cxnSpMk id="290" creationId="{8ECA4A4B-4679-2EC3-358C-D1B7F333DB50}"/>
          </ac:cxnSpMkLst>
        </pc:cxnChg>
        <pc:cxnChg chg="mod">
          <ac:chgData name="Jonathan Mah" userId="5261b2f2f3e51194" providerId="LiveId" clId="{D0E1D0F2-3E04-4D0A-847D-0FECA4BDAAD3}" dt="2025-07-28T21:35:04.744" v="1311" actId="1035"/>
          <ac:cxnSpMkLst>
            <pc:docMk/>
            <pc:sldMk cId="1663706368" sldId="513"/>
            <ac:cxnSpMk id="291" creationId="{B53FB077-51AB-19E6-58D2-B46FB353C262}"/>
          </ac:cxnSpMkLst>
        </pc:cxnChg>
        <pc:cxnChg chg="mod">
          <ac:chgData name="Jonathan Mah" userId="5261b2f2f3e51194" providerId="LiveId" clId="{D0E1D0F2-3E04-4D0A-847D-0FECA4BDAAD3}" dt="2025-07-28T21:35:04.744" v="1311" actId="1035"/>
          <ac:cxnSpMkLst>
            <pc:docMk/>
            <pc:sldMk cId="1663706368" sldId="513"/>
            <ac:cxnSpMk id="292" creationId="{79028242-7D1A-B526-2086-032233D5ABDC}"/>
          </ac:cxnSpMkLst>
        </pc:cxnChg>
        <pc:cxnChg chg="add mod">
          <ac:chgData name="Jonathan Mah" userId="5261b2f2f3e51194" providerId="LiveId" clId="{D0E1D0F2-3E04-4D0A-847D-0FECA4BDAAD3}" dt="2025-07-28T21:35:04.744" v="1311" actId="1035"/>
          <ac:cxnSpMkLst>
            <pc:docMk/>
            <pc:sldMk cId="1663706368" sldId="513"/>
            <ac:cxnSpMk id="293" creationId="{D10B3398-E1D5-4058-7EB9-D70158234273}"/>
          </ac:cxnSpMkLst>
        </pc:cxnChg>
        <pc:cxnChg chg="add mod">
          <ac:chgData name="Jonathan Mah" userId="5261b2f2f3e51194" providerId="LiveId" clId="{D0E1D0F2-3E04-4D0A-847D-0FECA4BDAAD3}" dt="2025-07-28T21:40:30.876" v="1372" actId="1035"/>
          <ac:cxnSpMkLst>
            <pc:docMk/>
            <pc:sldMk cId="1663706368" sldId="513"/>
            <ac:cxnSpMk id="295" creationId="{709042EB-59E0-742B-FD60-2527DB6476F8}"/>
          </ac:cxnSpMkLst>
        </pc:cxnChg>
        <pc:cxnChg chg="mod">
          <ac:chgData name="Jonathan Mah" userId="5261b2f2f3e51194" providerId="LiveId" clId="{D0E1D0F2-3E04-4D0A-847D-0FECA4BDAAD3}" dt="2025-07-28T21:40:30.876" v="1372" actId="1035"/>
          <ac:cxnSpMkLst>
            <pc:docMk/>
            <pc:sldMk cId="1663706368" sldId="513"/>
            <ac:cxnSpMk id="296" creationId="{BB8AF899-D303-6F87-7996-8C8FAA883DF4}"/>
          </ac:cxnSpMkLst>
        </pc:cxnChg>
        <pc:cxnChg chg="del mod">
          <ac:chgData name="Jonathan Mah" userId="5261b2f2f3e51194" providerId="LiveId" clId="{D0E1D0F2-3E04-4D0A-847D-0FECA4BDAAD3}" dt="2025-07-28T22:01:14.451" v="1883" actId="478"/>
          <ac:cxnSpMkLst>
            <pc:docMk/>
            <pc:sldMk cId="1663706368" sldId="513"/>
            <ac:cxnSpMk id="298" creationId="{D3CFB0CD-66D1-0771-CAA2-C2D23C87EA0E}"/>
          </ac:cxnSpMkLst>
        </pc:cxnChg>
        <pc:cxnChg chg="add mod">
          <ac:chgData name="Jonathan Mah" userId="5261b2f2f3e51194" providerId="LiveId" clId="{D0E1D0F2-3E04-4D0A-847D-0FECA4BDAAD3}" dt="2025-07-28T21:33:56.990" v="1265" actId="1037"/>
          <ac:cxnSpMkLst>
            <pc:docMk/>
            <pc:sldMk cId="1663706368" sldId="513"/>
            <ac:cxnSpMk id="299" creationId="{E5599DDD-7CB0-48E3-BE7D-D5F0978C9206}"/>
          </ac:cxnSpMkLst>
        </pc:cxnChg>
        <pc:cxnChg chg="add mod">
          <ac:chgData name="Jonathan Mah" userId="5261b2f2f3e51194" providerId="LiveId" clId="{D0E1D0F2-3E04-4D0A-847D-0FECA4BDAAD3}" dt="2025-07-28T21:33:56.990" v="1265" actId="1037"/>
          <ac:cxnSpMkLst>
            <pc:docMk/>
            <pc:sldMk cId="1663706368" sldId="513"/>
            <ac:cxnSpMk id="300" creationId="{951D81D8-51C8-8C1A-BA9F-98B5210FF149}"/>
          </ac:cxnSpMkLst>
        </pc:cxnChg>
        <pc:cxnChg chg="add mod">
          <ac:chgData name="Jonathan Mah" userId="5261b2f2f3e51194" providerId="LiveId" clId="{D0E1D0F2-3E04-4D0A-847D-0FECA4BDAAD3}" dt="2025-07-28T21:33:56.990" v="1265" actId="1037"/>
          <ac:cxnSpMkLst>
            <pc:docMk/>
            <pc:sldMk cId="1663706368" sldId="513"/>
            <ac:cxnSpMk id="304" creationId="{E3341C7C-6B2D-46DA-EEDC-6316C8791079}"/>
          </ac:cxnSpMkLst>
        </pc:cxnChg>
        <pc:cxnChg chg="mod">
          <ac:chgData name="Jonathan Mah" userId="5261b2f2f3e51194" providerId="LiveId" clId="{D0E1D0F2-3E04-4D0A-847D-0FECA4BDAAD3}" dt="2025-07-28T21:40:30.876" v="1372" actId="1035"/>
          <ac:cxnSpMkLst>
            <pc:docMk/>
            <pc:sldMk cId="1663706368" sldId="513"/>
            <ac:cxnSpMk id="305" creationId="{ECF3FDAE-DFB1-15E4-5E4B-A06FC28FEDD2}"/>
          </ac:cxnSpMkLst>
        </pc:cxnChg>
        <pc:cxnChg chg="add mod">
          <ac:chgData name="Jonathan Mah" userId="5261b2f2f3e51194" providerId="LiveId" clId="{D0E1D0F2-3E04-4D0A-847D-0FECA4BDAAD3}" dt="2025-07-28T21:40:30.876" v="1372" actId="1035"/>
          <ac:cxnSpMkLst>
            <pc:docMk/>
            <pc:sldMk cId="1663706368" sldId="513"/>
            <ac:cxnSpMk id="306" creationId="{23443EF5-0F01-2831-5113-1C7F705D5D43}"/>
          </ac:cxnSpMkLst>
        </pc:cxnChg>
        <pc:cxnChg chg="add mod">
          <ac:chgData name="Jonathan Mah" userId="5261b2f2f3e51194" providerId="LiveId" clId="{D0E1D0F2-3E04-4D0A-847D-0FECA4BDAAD3}" dt="2025-07-28T21:34:18.733" v="1291" actId="1035"/>
          <ac:cxnSpMkLst>
            <pc:docMk/>
            <pc:sldMk cId="1663706368" sldId="513"/>
            <ac:cxnSpMk id="307" creationId="{AF14EF94-1F32-FD73-EB57-CC5DF22817A9}"/>
          </ac:cxnSpMkLst>
        </pc:cxnChg>
        <pc:cxnChg chg="add mod">
          <ac:chgData name="Jonathan Mah" userId="5261b2f2f3e51194" providerId="LiveId" clId="{D0E1D0F2-3E04-4D0A-847D-0FECA4BDAAD3}" dt="2025-07-28T21:34:18.733" v="1291" actId="1035"/>
          <ac:cxnSpMkLst>
            <pc:docMk/>
            <pc:sldMk cId="1663706368" sldId="513"/>
            <ac:cxnSpMk id="309" creationId="{302FA6B0-D3AE-52B6-80E9-3EF4B5EA83C6}"/>
          </ac:cxnSpMkLst>
        </pc:cxnChg>
        <pc:cxnChg chg="add mod">
          <ac:chgData name="Jonathan Mah" userId="5261b2f2f3e51194" providerId="LiveId" clId="{D0E1D0F2-3E04-4D0A-847D-0FECA4BDAAD3}" dt="2025-07-28T21:34:18.733" v="1291" actId="1035"/>
          <ac:cxnSpMkLst>
            <pc:docMk/>
            <pc:sldMk cId="1663706368" sldId="513"/>
            <ac:cxnSpMk id="313" creationId="{559B3BF4-1CD1-3D98-4B45-7C700F169242}"/>
          </ac:cxnSpMkLst>
        </pc:cxnChg>
        <pc:cxnChg chg="add mod">
          <ac:chgData name="Jonathan Mah" userId="5261b2f2f3e51194" providerId="LiveId" clId="{D0E1D0F2-3E04-4D0A-847D-0FECA4BDAAD3}" dt="2025-07-28T21:34:18.733" v="1291" actId="1035"/>
          <ac:cxnSpMkLst>
            <pc:docMk/>
            <pc:sldMk cId="1663706368" sldId="513"/>
            <ac:cxnSpMk id="314" creationId="{4E83C64A-1CFE-2105-4773-E801CAC05870}"/>
          </ac:cxnSpMkLst>
        </pc:cxnChg>
        <pc:cxnChg chg="add mod">
          <ac:chgData name="Jonathan Mah" userId="5261b2f2f3e51194" providerId="LiveId" clId="{D0E1D0F2-3E04-4D0A-847D-0FECA4BDAAD3}" dt="2025-07-28T21:34:18.733" v="1291" actId="1035"/>
          <ac:cxnSpMkLst>
            <pc:docMk/>
            <pc:sldMk cId="1663706368" sldId="513"/>
            <ac:cxnSpMk id="316" creationId="{91C4A33B-A6DC-D251-957C-7107779BF0B9}"/>
          </ac:cxnSpMkLst>
        </pc:cxnChg>
        <pc:cxnChg chg="del mod">
          <ac:chgData name="Jonathan Mah" userId="5261b2f2f3e51194" providerId="LiveId" clId="{D0E1D0F2-3E04-4D0A-847D-0FECA4BDAAD3}" dt="2025-07-28T22:01:14.451" v="1883" actId="478"/>
          <ac:cxnSpMkLst>
            <pc:docMk/>
            <pc:sldMk cId="1663706368" sldId="513"/>
            <ac:cxnSpMk id="319" creationId="{476BCA26-8870-3308-E60D-10B1A0086EF1}"/>
          </ac:cxnSpMkLst>
        </pc:cxnChg>
        <pc:cxnChg chg="del mod">
          <ac:chgData name="Jonathan Mah" userId="5261b2f2f3e51194" providerId="LiveId" clId="{D0E1D0F2-3E04-4D0A-847D-0FECA4BDAAD3}" dt="2025-07-28T22:01:14.451" v="1883" actId="478"/>
          <ac:cxnSpMkLst>
            <pc:docMk/>
            <pc:sldMk cId="1663706368" sldId="513"/>
            <ac:cxnSpMk id="323" creationId="{1CA9FF88-1DE1-27C5-50F9-5FA17FFE6A4E}"/>
          </ac:cxnSpMkLst>
        </pc:cxnChg>
        <pc:cxnChg chg="add mod">
          <ac:chgData name="Jonathan Mah" userId="5261b2f2f3e51194" providerId="LiveId" clId="{D0E1D0F2-3E04-4D0A-847D-0FECA4BDAAD3}" dt="2025-07-28T21:34:18.733" v="1291" actId="1035"/>
          <ac:cxnSpMkLst>
            <pc:docMk/>
            <pc:sldMk cId="1663706368" sldId="513"/>
            <ac:cxnSpMk id="324" creationId="{2F7FC098-D07C-39BB-7F8D-1039B3DA4B55}"/>
          </ac:cxnSpMkLst>
        </pc:cxnChg>
        <pc:cxnChg chg="add mod">
          <ac:chgData name="Jonathan Mah" userId="5261b2f2f3e51194" providerId="LiveId" clId="{D0E1D0F2-3E04-4D0A-847D-0FECA4BDAAD3}" dt="2025-07-28T21:34:18.733" v="1291" actId="1035"/>
          <ac:cxnSpMkLst>
            <pc:docMk/>
            <pc:sldMk cId="1663706368" sldId="513"/>
            <ac:cxnSpMk id="332" creationId="{BA0BD3AC-9C60-BA83-B775-981760C1671A}"/>
          </ac:cxnSpMkLst>
        </pc:cxnChg>
        <pc:cxnChg chg="mod">
          <ac:chgData name="Jonathan Mah" userId="5261b2f2f3e51194" providerId="LiveId" clId="{D0E1D0F2-3E04-4D0A-847D-0FECA4BDAAD3}" dt="2025-07-28T21:34:54.799" v="1309" actId="1035"/>
          <ac:cxnSpMkLst>
            <pc:docMk/>
            <pc:sldMk cId="1663706368" sldId="513"/>
            <ac:cxnSpMk id="336" creationId="{CE93614D-121B-6ED9-C51B-A7E11FF4DDE3}"/>
          </ac:cxnSpMkLst>
        </pc:cxnChg>
        <pc:cxnChg chg="add mod">
          <ac:chgData name="Jonathan Mah" userId="5261b2f2f3e51194" providerId="LiveId" clId="{D0E1D0F2-3E04-4D0A-847D-0FECA4BDAAD3}" dt="2025-07-28T21:34:54.799" v="1309" actId="1035"/>
          <ac:cxnSpMkLst>
            <pc:docMk/>
            <pc:sldMk cId="1663706368" sldId="513"/>
            <ac:cxnSpMk id="337" creationId="{33D6D69B-3C6B-EDB1-897F-AFC29A0E67F3}"/>
          </ac:cxnSpMkLst>
        </pc:cxnChg>
        <pc:cxnChg chg="mod">
          <ac:chgData name="Jonathan Mah" userId="5261b2f2f3e51194" providerId="LiveId" clId="{D0E1D0F2-3E04-4D0A-847D-0FECA4BDAAD3}" dt="2025-07-28T21:34:54.799" v="1309" actId="1035"/>
          <ac:cxnSpMkLst>
            <pc:docMk/>
            <pc:sldMk cId="1663706368" sldId="513"/>
            <ac:cxnSpMk id="338" creationId="{C0F37984-1AF0-B82C-32C8-BB58FA56815A}"/>
          </ac:cxnSpMkLst>
        </pc:cxnChg>
        <pc:cxnChg chg="mod">
          <ac:chgData name="Jonathan Mah" userId="5261b2f2f3e51194" providerId="LiveId" clId="{D0E1D0F2-3E04-4D0A-847D-0FECA4BDAAD3}" dt="2025-07-28T21:40:30.876" v="1372" actId="1035"/>
          <ac:cxnSpMkLst>
            <pc:docMk/>
            <pc:sldMk cId="1663706368" sldId="513"/>
            <ac:cxnSpMk id="340" creationId="{72458871-4B64-7E4E-0045-104BFC634A40}"/>
          </ac:cxnSpMkLst>
        </pc:cxnChg>
        <pc:cxnChg chg="mod">
          <ac:chgData name="Jonathan Mah" userId="5261b2f2f3e51194" providerId="LiveId" clId="{D0E1D0F2-3E04-4D0A-847D-0FECA4BDAAD3}" dt="2025-07-28T21:40:30.876" v="1372" actId="1035"/>
          <ac:cxnSpMkLst>
            <pc:docMk/>
            <pc:sldMk cId="1663706368" sldId="513"/>
            <ac:cxnSpMk id="341" creationId="{747E088D-629F-51BC-1308-FC7C7C8E3EC6}"/>
          </ac:cxnSpMkLst>
        </pc:cxnChg>
        <pc:cxnChg chg="add mod">
          <ac:chgData name="Jonathan Mah" userId="5261b2f2f3e51194" providerId="LiveId" clId="{D0E1D0F2-3E04-4D0A-847D-0FECA4BDAAD3}" dt="2025-07-28T21:34:18.733" v="1291" actId="1035"/>
          <ac:cxnSpMkLst>
            <pc:docMk/>
            <pc:sldMk cId="1663706368" sldId="513"/>
            <ac:cxnSpMk id="345" creationId="{BC2166CB-3409-D451-DAB3-8B5AF583CD78}"/>
          </ac:cxnSpMkLst>
        </pc:cxnChg>
        <pc:cxnChg chg="add mod">
          <ac:chgData name="Jonathan Mah" userId="5261b2f2f3e51194" providerId="LiveId" clId="{D0E1D0F2-3E04-4D0A-847D-0FECA4BDAAD3}" dt="2025-07-28T21:34:18.733" v="1291" actId="1035"/>
          <ac:cxnSpMkLst>
            <pc:docMk/>
            <pc:sldMk cId="1663706368" sldId="513"/>
            <ac:cxnSpMk id="347" creationId="{EB47F5C0-D99C-9B42-C412-8F0C10C55F42}"/>
          </ac:cxnSpMkLst>
        </pc:cxnChg>
        <pc:cxnChg chg="mod">
          <ac:chgData name="Jonathan Mah" userId="5261b2f2f3e51194" providerId="LiveId" clId="{D0E1D0F2-3E04-4D0A-847D-0FECA4BDAAD3}" dt="2025-07-28T21:40:30.876" v="1372" actId="1035"/>
          <ac:cxnSpMkLst>
            <pc:docMk/>
            <pc:sldMk cId="1663706368" sldId="513"/>
            <ac:cxnSpMk id="350" creationId="{A4B1FDDC-513E-071A-1D26-83374A05E3FE}"/>
          </ac:cxnSpMkLst>
        </pc:cxnChg>
        <pc:cxnChg chg="mod">
          <ac:chgData name="Jonathan Mah" userId="5261b2f2f3e51194" providerId="LiveId" clId="{D0E1D0F2-3E04-4D0A-847D-0FECA4BDAAD3}" dt="2025-07-28T21:40:30.876" v="1372" actId="1035"/>
          <ac:cxnSpMkLst>
            <pc:docMk/>
            <pc:sldMk cId="1663706368" sldId="513"/>
            <ac:cxnSpMk id="351" creationId="{17A24E54-F6FA-3746-BCE9-EEF959E6BF44}"/>
          </ac:cxnSpMkLst>
        </pc:cxnChg>
        <pc:cxnChg chg="add del mod">
          <ac:chgData name="Jonathan Mah" userId="5261b2f2f3e51194" providerId="LiveId" clId="{D0E1D0F2-3E04-4D0A-847D-0FECA4BDAAD3}" dt="2025-07-28T21:35:39.535" v="1330" actId="478"/>
          <ac:cxnSpMkLst>
            <pc:docMk/>
            <pc:sldMk cId="1663706368" sldId="513"/>
            <ac:cxnSpMk id="355" creationId="{3D414B3C-CB8A-E691-5EED-833B921A53B5}"/>
          </ac:cxnSpMkLst>
        </pc:cxnChg>
        <pc:cxnChg chg="add del mod">
          <ac:chgData name="Jonathan Mah" userId="5261b2f2f3e51194" providerId="LiveId" clId="{D0E1D0F2-3E04-4D0A-847D-0FECA4BDAAD3}" dt="2025-07-28T21:35:39.535" v="1330" actId="478"/>
          <ac:cxnSpMkLst>
            <pc:docMk/>
            <pc:sldMk cId="1663706368" sldId="513"/>
            <ac:cxnSpMk id="356" creationId="{0652A7F9-9FFA-0534-F460-90A0DAEC9E00}"/>
          </ac:cxnSpMkLst>
        </pc:cxnChg>
        <pc:cxnChg chg="add del mod">
          <ac:chgData name="Jonathan Mah" userId="5261b2f2f3e51194" providerId="LiveId" clId="{D0E1D0F2-3E04-4D0A-847D-0FECA4BDAAD3}" dt="2025-07-28T21:35:39.535" v="1330" actId="478"/>
          <ac:cxnSpMkLst>
            <pc:docMk/>
            <pc:sldMk cId="1663706368" sldId="513"/>
            <ac:cxnSpMk id="358" creationId="{32A0FC02-E529-7D09-4A7B-B40990574682}"/>
          </ac:cxnSpMkLst>
        </pc:cxnChg>
        <pc:cxnChg chg="add del mod">
          <ac:chgData name="Jonathan Mah" userId="5261b2f2f3e51194" providerId="LiveId" clId="{D0E1D0F2-3E04-4D0A-847D-0FECA4BDAAD3}" dt="2025-07-28T21:35:39.535" v="1330" actId="478"/>
          <ac:cxnSpMkLst>
            <pc:docMk/>
            <pc:sldMk cId="1663706368" sldId="513"/>
            <ac:cxnSpMk id="371" creationId="{2D11458C-6BBE-9925-B1B8-887C782E4668}"/>
          </ac:cxnSpMkLst>
        </pc:cxnChg>
        <pc:cxnChg chg="add del mod">
          <ac:chgData name="Jonathan Mah" userId="5261b2f2f3e51194" providerId="LiveId" clId="{D0E1D0F2-3E04-4D0A-847D-0FECA4BDAAD3}" dt="2025-07-28T21:35:39.535" v="1330" actId="478"/>
          <ac:cxnSpMkLst>
            <pc:docMk/>
            <pc:sldMk cId="1663706368" sldId="513"/>
            <ac:cxnSpMk id="382" creationId="{56FCBE17-D2F4-6140-139E-11DBAF9E108D}"/>
          </ac:cxnSpMkLst>
        </pc:cxnChg>
        <pc:cxnChg chg="add del mod">
          <ac:chgData name="Jonathan Mah" userId="5261b2f2f3e51194" providerId="LiveId" clId="{D0E1D0F2-3E04-4D0A-847D-0FECA4BDAAD3}" dt="2025-07-28T21:35:39.535" v="1330" actId="478"/>
          <ac:cxnSpMkLst>
            <pc:docMk/>
            <pc:sldMk cId="1663706368" sldId="513"/>
            <ac:cxnSpMk id="395" creationId="{5541F5BF-ED93-F0A4-FB77-DA0B49992CE7}"/>
          </ac:cxnSpMkLst>
        </pc:cxnChg>
        <pc:cxnChg chg="add del mod">
          <ac:chgData name="Jonathan Mah" userId="5261b2f2f3e51194" providerId="LiveId" clId="{D0E1D0F2-3E04-4D0A-847D-0FECA4BDAAD3}" dt="2025-07-28T21:35:39.535" v="1330" actId="478"/>
          <ac:cxnSpMkLst>
            <pc:docMk/>
            <pc:sldMk cId="1663706368" sldId="513"/>
            <ac:cxnSpMk id="405" creationId="{B4631E9E-3481-AF25-379F-E7D15709BFDA}"/>
          </ac:cxnSpMkLst>
        </pc:cxnChg>
        <pc:cxnChg chg="add del mod">
          <ac:chgData name="Jonathan Mah" userId="5261b2f2f3e51194" providerId="LiveId" clId="{D0E1D0F2-3E04-4D0A-847D-0FECA4BDAAD3}" dt="2025-07-28T21:35:39.535" v="1330" actId="478"/>
          <ac:cxnSpMkLst>
            <pc:docMk/>
            <pc:sldMk cId="1663706368" sldId="513"/>
            <ac:cxnSpMk id="409" creationId="{701088A1-338A-F937-CF29-2A0CFB750C47}"/>
          </ac:cxnSpMkLst>
        </pc:cxnChg>
        <pc:cxnChg chg="add del mod">
          <ac:chgData name="Jonathan Mah" userId="5261b2f2f3e51194" providerId="LiveId" clId="{D0E1D0F2-3E04-4D0A-847D-0FECA4BDAAD3}" dt="2025-07-28T21:35:39.535" v="1330" actId="478"/>
          <ac:cxnSpMkLst>
            <pc:docMk/>
            <pc:sldMk cId="1663706368" sldId="513"/>
            <ac:cxnSpMk id="410" creationId="{9B1028C9-CD2F-2E39-B4A0-ECBD63CBC783}"/>
          </ac:cxnSpMkLst>
        </pc:cxnChg>
        <pc:cxnChg chg="add del mod">
          <ac:chgData name="Jonathan Mah" userId="5261b2f2f3e51194" providerId="LiveId" clId="{D0E1D0F2-3E04-4D0A-847D-0FECA4BDAAD3}" dt="2025-07-28T21:35:39.535" v="1330" actId="478"/>
          <ac:cxnSpMkLst>
            <pc:docMk/>
            <pc:sldMk cId="1663706368" sldId="513"/>
            <ac:cxnSpMk id="438" creationId="{821E82E6-4FBC-748B-3108-D866CF57145A}"/>
          </ac:cxnSpMkLst>
        </pc:cxnChg>
        <pc:cxnChg chg="add mod">
          <ac:chgData name="Jonathan Mah" userId="5261b2f2f3e51194" providerId="LiveId" clId="{D0E1D0F2-3E04-4D0A-847D-0FECA4BDAAD3}" dt="2025-07-28T21:35:57.668" v="1348" actId="1076"/>
          <ac:cxnSpMkLst>
            <pc:docMk/>
            <pc:sldMk cId="1663706368" sldId="513"/>
            <ac:cxnSpMk id="445" creationId="{B15C8E08-35B6-92AC-49FC-FD8978BE34A4}"/>
          </ac:cxnSpMkLst>
        </pc:cxnChg>
        <pc:cxnChg chg="del mod">
          <ac:chgData name="Jonathan Mah" userId="5261b2f2f3e51194" providerId="LiveId" clId="{D0E1D0F2-3E04-4D0A-847D-0FECA4BDAAD3}" dt="2025-07-28T22:01:14.451" v="1883" actId="478"/>
          <ac:cxnSpMkLst>
            <pc:docMk/>
            <pc:sldMk cId="1663706368" sldId="513"/>
            <ac:cxnSpMk id="466" creationId="{71610E69-AF49-6137-3E35-BAB57B801F23}"/>
          </ac:cxnSpMkLst>
        </pc:cxnChg>
        <pc:cxnChg chg="add mod">
          <ac:chgData name="Jonathan Mah" userId="5261b2f2f3e51194" providerId="LiveId" clId="{D0E1D0F2-3E04-4D0A-847D-0FECA4BDAAD3}" dt="2025-07-28T21:35:57.668" v="1348" actId="1076"/>
          <ac:cxnSpMkLst>
            <pc:docMk/>
            <pc:sldMk cId="1663706368" sldId="513"/>
            <ac:cxnSpMk id="467" creationId="{8AA83ECC-4285-CE51-2B87-234C0C0BB5B7}"/>
          </ac:cxnSpMkLst>
        </pc:cxnChg>
        <pc:cxnChg chg="add mod">
          <ac:chgData name="Jonathan Mah" userId="5261b2f2f3e51194" providerId="LiveId" clId="{D0E1D0F2-3E04-4D0A-847D-0FECA4BDAAD3}" dt="2025-07-28T21:35:57.668" v="1348" actId="1076"/>
          <ac:cxnSpMkLst>
            <pc:docMk/>
            <pc:sldMk cId="1663706368" sldId="513"/>
            <ac:cxnSpMk id="469" creationId="{B3837AC6-694D-30D0-9F43-437137704C00}"/>
          </ac:cxnSpMkLst>
        </pc:cxnChg>
        <pc:cxnChg chg="add mod">
          <ac:chgData name="Jonathan Mah" userId="5261b2f2f3e51194" providerId="LiveId" clId="{D0E1D0F2-3E04-4D0A-847D-0FECA4BDAAD3}" dt="2025-07-28T21:35:57.668" v="1348" actId="1076"/>
          <ac:cxnSpMkLst>
            <pc:docMk/>
            <pc:sldMk cId="1663706368" sldId="513"/>
            <ac:cxnSpMk id="475" creationId="{461A0046-EC8C-05B4-4C85-7D9FAA93669C}"/>
          </ac:cxnSpMkLst>
        </pc:cxnChg>
        <pc:cxnChg chg="add mod">
          <ac:chgData name="Jonathan Mah" userId="5261b2f2f3e51194" providerId="LiveId" clId="{D0E1D0F2-3E04-4D0A-847D-0FECA4BDAAD3}" dt="2025-07-28T21:35:57.668" v="1348" actId="1076"/>
          <ac:cxnSpMkLst>
            <pc:docMk/>
            <pc:sldMk cId="1663706368" sldId="513"/>
            <ac:cxnSpMk id="477" creationId="{6A55EA07-507A-4E1A-EE56-2275E50792CA}"/>
          </ac:cxnSpMkLst>
        </pc:cxnChg>
        <pc:cxnChg chg="mod">
          <ac:chgData name="Jonathan Mah" userId="5261b2f2f3e51194" providerId="LiveId" clId="{D0E1D0F2-3E04-4D0A-847D-0FECA4BDAAD3}" dt="2025-07-28T21:40:16.445" v="1371" actId="1035"/>
          <ac:cxnSpMkLst>
            <pc:docMk/>
            <pc:sldMk cId="1663706368" sldId="513"/>
            <ac:cxnSpMk id="481" creationId="{DFD6C179-43CE-1682-965E-D2A8513D2451}"/>
          </ac:cxnSpMkLst>
        </pc:cxnChg>
        <pc:cxnChg chg="mod">
          <ac:chgData name="Jonathan Mah" userId="5261b2f2f3e51194" providerId="LiveId" clId="{D0E1D0F2-3E04-4D0A-847D-0FECA4BDAAD3}" dt="2025-07-28T21:40:16.445" v="1371" actId="1035"/>
          <ac:cxnSpMkLst>
            <pc:docMk/>
            <pc:sldMk cId="1663706368" sldId="513"/>
            <ac:cxnSpMk id="482" creationId="{11B2ACD4-1781-29A7-F39B-9953F40FFC99}"/>
          </ac:cxnSpMkLst>
        </pc:cxnChg>
        <pc:cxnChg chg="add mod">
          <ac:chgData name="Jonathan Mah" userId="5261b2f2f3e51194" providerId="LiveId" clId="{D0E1D0F2-3E04-4D0A-847D-0FECA4BDAAD3}" dt="2025-07-28T21:35:57.668" v="1348" actId="1076"/>
          <ac:cxnSpMkLst>
            <pc:docMk/>
            <pc:sldMk cId="1663706368" sldId="513"/>
            <ac:cxnSpMk id="483" creationId="{A6CE82B1-C668-1C2F-0FD5-A67576E56A28}"/>
          </ac:cxnSpMkLst>
        </pc:cxnChg>
        <pc:cxnChg chg="mod">
          <ac:chgData name="Jonathan Mah" userId="5261b2f2f3e51194" providerId="LiveId" clId="{D0E1D0F2-3E04-4D0A-847D-0FECA4BDAAD3}" dt="2025-07-28T21:40:12.937" v="1370" actId="1035"/>
          <ac:cxnSpMkLst>
            <pc:docMk/>
            <pc:sldMk cId="1663706368" sldId="513"/>
            <ac:cxnSpMk id="491" creationId="{C174E119-3494-06EB-1F6A-4CD8EC71CE1A}"/>
          </ac:cxnSpMkLst>
        </pc:cxnChg>
        <pc:cxnChg chg="mod">
          <ac:chgData name="Jonathan Mah" userId="5261b2f2f3e51194" providerId="LiveId" clId="{D0E1D0F2-3E04-4D0A-847D-0FECA4BDAAD3}" dt="2025-07-28T21:40:12.937" v="1370" actId="1035"/>
          <ac:cxnSpMkLst>
            <pc:docMk/>
            <pc:sldMk cId="1663706368" sldId="513"/>
            <ac:cxnSpMk id="492" creationId="{4F979A14-3BED-5DC2-339E-762D391DE96F}"/>
          </ac:cxnSpMkLst>
        </pc:cxnChg>
        <pc:cxnChg chg="del mod">
          <ac:chgData name="Jonathan Mah" userId="5261b2f2f3e51194" providerId="LiveId" clId="{D0E1D0F2-3E04-4D0A-847D-0FECA4BDAAD3}" dt="2025-07-28T22:01:14.451" v="1883" actId="478"/>
          <ac:cxnSpMkLst>
            <pc:docMk/>
            <pc:sldMk cId="1663706368" sldId="513"/>
            <ac:cxnSpMk id="501" creationId="{6A5CBEDF-9820-AD73-5672-36FE5A84E8F4}"/>
          </ac:cxnSpMkLst>
        </pc:cxnChg>
        <pc:cxnChg chg="add mod">
          <ac:chgData name="Jonathan Mah" userId="5261b2f2f3e51194" providerId="LiveId" clId="{D0E1D0F2-3E04-4D0A-847D-0FECA4BDAAD3}" dt="2025-07-28T21:35:57.668" v="1348" actId="1076"/>
          <ac:cxnSpMkLst>
            <pc:docMk/>
            <pc:sldMk cId="1663706368" sldId="513"/>
            <ac:cxnSpMk id="506" creationId="{7795C6FC-BBDC-F22B-ED48-4D43B70A9F60}"/>
          </ac:cxnSpMkLst>
        </pc:cxnChg>
        <pc:cxnChg chg="del mod">
          <ac:chgData name="Jonathan Mah" userId="5261b2f2f3e51194" providerId="LiveId" clId="{D0E1D0F2-3E04-4D0A-847D-0FECA4BDAAD3}" dt="2025-07-28T22:01:14.451" v="1883" actId="478"/>
          <ac:cxnSpMkLst>
            <pc:docMk/>
            <pc:sldMk cId="1663706368" sldId="513"/>
            <ac:cxnSpMk id="514" creationId="{39EA808B-880E-6866-A5E2-6DFAB90AF344}"/>
          </ac:cxnSpMkLst>
        </pc:cxnChg>
        <pc:cxnChg chg="add del mod">
          <ac:chgData name="Jonathan Mah" userId="5261b2f2f3e51194" providerId="LiveId" clId="{D0E1D0F2-3E04-4D0A-847D-0FECA4BDAAD3}" dt="2025-07-28T22:01:14.451" v="1883" actId="478"/>
          <ac:cxnSpMkLst>
            <pc:docMk/>
            <pc:sldMk cId="1663706368" sldId="513"/>
            <ac:cxnSpMk id="517" creationId="{0FF0B1C7-1103-D8E7-7154-926FA4EFEBEF}"/>
          </ac:cxnSpMkLst>
        </pc:cxnChg>
        <pc:cxnChg chg="add mod">
          <ac:chgData name="Jonathan Mah" userId="5261b2f2f3e51194" providerId="LiveId" clId="{D0E1D0F2-3E04-4D0A-847D-0FECA4BDAAD3}" dt="2025-07-28T21:35:57.668" v="1348" actId="1076"/>
          <ac:cxnSpMkLst>
            <pc:docMk/>
            <pc:sldMk cId="1663706368" sldId="513"/>
            <ac:cxnSpMk id="522" creationId="{3B2294BC-5A4A-70CC-1AD6-CDE152B43CC1}"/>
          </ac:cxnSpMkLst>
        </pc:cxnChg>
        <pc:cxnChg chg="del mod">
          <ac:chgData name="Jonathan Mah" userId="5261b2f2f3e51194" providerId="LiveId" clId="{D0E1D0F2-3E04-4D0A-847D-0FECA4BDAAD3}" dt="2025-07-28T22:01:14.451" v="1883" actId="478"/>
          <ac:cxnSpMkLst>
            <pc:docMk/>
            <pc:sldMk cId="1663706368" sldId="513"/>
            <ac:cxnSpMk id="525" creationId="{CB1FE615-6A53-82E8-9823-71D92B4564D4}"/>
          </ac:cxnSpMkLst>
        </pc:cxnChg>
        <pc:cxnChg chg="add mod">
          <ac:chgData name="Jonathan Mah" userId="5261b2f2f3e51194" providerId="LiveId" clId="{D0E1D0F2-3E04-4D0A-847D-0FECA4BDAAD3}" dt="2025-07-28T21:40:03.797" v="1368" actId="1035"/>
          <ac:cxnSpMkLst>
            <pc:docMk/>
            <pc:sldMk cId="1663706368" sldId="513"/>
            <ac:cxnSpMk id="526" creationId="{0E1F19D1-9608-4F13-6395-679A73CF6523}"/>
          </ac:cxnSpMkLst>
        </pc:cxnChg>
        <pc:cxnChg chg="mod">
          <ac:chgData name="Jonathan Mah" userId="5261b2f2f3e51194" providerId="LiveId" clId="{D0E1D0F2-3E04-4D0A-847D-0FECA4BDAAD3}" dt="2025-07-28T21:40:03.797" v="1368" actId="1035"/>
          <ac:cxnSpMkLst>
            <pc:docMk/>
            <pc:sldMk cId="1663706368" sldId="513"/>
            <ac:cxnSpMk id="527" creationId="{65A45DE3-A7E5-78D1-5ADA-41290AE1837F}"/>
          </ac:cxnSpMkLst>
        </pc:cxnChg>
        <pc:cxnChg chg="mod">
          <ac:chgData name="Jonathan Mah" userId="5261b2f2f3e51194" providerId="LiveId" clId="{D0E1D0F2-3E04-4D0A-847D-0FECA4BDAAD3}" dt="2025-07-28T21:40:07.115" v="1369" actId="1035"/>
          <ac:cxnSpMkLst>
            <pc:docMk/>
            <pc:sldMk cId="1663706368" sldId="513"/>
            <ac:cxnSpMk id="536" creationId="{EDB4CB14-7011-84E2-F364-40F8A53D4079}"/>
          </ac:cxnSpMkLst>
        </pc:cxnChg>
        <pc:cxnChg chg="mod">
          <ac:chgData name="Jonathan Mah" userId="5261b2f2f3e51194" providerId="LiveId" clId="{D0E1D0F2-3E04-4D0A-847D-0FECA4BDAAD3}" dt="2025-07-28T21:40:07.115" v="1369" actId="1035"/>
          <ac:cxnSpMkLst>
            <pc:docMk/>
            <pc:sldMk cId="1663706368" sldId="513"/>
            <ac:cxnSpMk id="537" creationId="{7D4519F7-7468-22EE-5B4D-0DC5803A3F3E}"/>
          </ac:cxnSpMkLst>
        </pc:cxnChg>
        <pc:cxnChg chg="add mod">
          <ac:chgData name="Jonathan Mah" userId="5261b2f2f3e51194" providerId="LiveId" clId="{D0E1D0F2-3E04-4D0A-847D-0FECA4BDAAD3}" dt="2025-07-28T21:55:04.968" v="1761" actId="1036"/>
          <ac:cxnSpMkLst>
            <pc:docMk/>
            <pc:sldMk cId="1663706368" sldId="513"/>
            <ac:cxnSpMk id="552" creationId="{1A15B325-1724-F456-3A8A-78C1884924D0}"/>
          </ac:cxnSpMkLst>
        </pc:cxnChg>
        <pc:cxnChg chg="add mod">
          <ac:chgData name="Jonathan Mah" userId="5261b2f2f3e51194" providerId="LiveId" clId="{D0E1D0F2-3E04-4D0A-847D-0FECA4BDAAD3}" dt="2025-07-28T22:00:21.459" v="1860" actId="1037"/>
          <ac:cxnSpMkLst>
            <pc:docMk/>
            <pc:sldMk cId="1663706368" sldId="513"/>
            <ac:cxnSpMk id="559" creationId="{872B991D-0ADA-E25A-D346-8B4B3892DB9F}"/>
          </ac:cxnSpMkLst>
        </pc:cxnChg>
        <pc:cxnChg chg="add mod">
          <ac:chgData name="Jonathan Mah" userId="5261b2f2f3e51194" providerId="LiveId" clId="{D0E1D0F2-3E04-4D0A-847D-0FECA4BDAAD3}" dt="2025-07-28T22:00:30.234" v="1864" actId="14100"/>
          <ac:cxnSpMkLst>
            <pc:docMk/>
            <pc:sldMk cId="1663706368" sldId="513"/>
            <ac:cxnSpMk id="560" creationId="{E9E6ABFA-AA21-27AA-354C-0D017E6BD393}"/>
          </ac:cxnSpMkLst>
        </pc:cxnChg>
        <pc:cxnChg chg="add mod">
          <ac:chgData name="Jonathan Mah" userId="5261b2f2f3e51194" providerId="LiveId" clId="{D0E1D0F2-3E04-4D0A-847D-0FECA4BDAAD3}" dt="2025-07-28T22:00:35.347" v="1869" actId="1038"/>
          <ac:cxnSpMkLst>
            <pc:docMk/>
            <pc:sldMk cId="1663706368" sldId="513"/>
            <ac:cxnSpMk id="562" creationId="{10ED7B93-EB71-3679-38B5-10F02460AA5F}"/>
          </ac:cxnSpMkLst>
        </pc:cxnChg>
        <pc:cxnChg chg="add mod">
          <ac:chgData name="Jonathan Mah" userId="5261b2f2f3e51194" providerId="LiveId" clId="{D0E1D0F2-3E04-4D0A-847D-0FECA4BDAAD3}" dt="2025-07-28T22:00:57.205" v="1882" actId="1037"/>
          <ac:cxnSpMkLst>
            <pc:docMk/>
            <pc:sldMk cId="1663706368" sldId="513"/>
            <ac:cxnSpMk id="563" creationId="{20F222D5-9752-5E7E-9A52-739900DA19F6}"/>
          </ac:cxnSpMkLst>
        </pc:cxnChg>
        <pc:cxnChg chg="add mod">
          <ac:chgData name="Jonathan Mah" userId="5261b2f2f3e51194" providerId="LiveId" clId="{D0E1D0F2-3E04-4D0A-847D-0FECA4BDAAD3}" dt="2025-07-28T22:00:57.205" v="1882" actId="1037"/>
          <ac:cxnSpMkLst>
            <pc:docMk/>
            <pc:sldMk cId="1663706368" sldId="513"/>
            <ac:cxnSpMk id="564" creationId="{9FB62C51-2790-B690-650A-B143CE5F4095}"/>
          </ac:cxnSpMkLst>
        </pc:cxnChg>
        <pc:cxnChg chg="add mod">
          <ac:chgData name="Jonathan Mah" userId="5261b2f2f3e51194" providerId="LiveId" clId="{D0E1D0F2-3E04-4D0A-847D-0FECA4BDAAD3}" dt="2025-07-28T22:00:57.205" v="1882" actId="1037"/>
          <ac:cxnSpMkLst>
            <pc:docMk/>
            <pc:sldMk cId="1663706368" sldId="513"/>
            <ac:cxnSpMk id="565" creationId="{9BDB81DF-E3C8-8441-EBD5-6FB7720377F9}"/>
          </ac:cxnSpMkLst>
        </pc:cxnChg>
        <pc:cxnChg chg="add mod">
          <ac:chgData name="Jonathan Mah" userId="5261b2f2f3e51194" providerId="LiveId" clId="{D0E1D0F2-3E04-4D0A-847D-0FECA4BDAAD3}" dt="2025-07-28T22:01:51.574" v="1997" actId="1035"/>
          <ac:cxnSpMkLst>
            <pc:docMk/>
            <pc:sldMk cId="1663706368" sldId="513"/>
            <ac:cxnSpMk id="569" creationId="{F9D00522-688F-B292-BBED-4009D19E2390}"/>
          </ac:cxnSpMkLst>
        </pc:cxnChg>
        <pc:cxnChg chg="add mod">
          <ac:chgData name="Jonathan Mah" userId="5261b2f2f3e51194" providerId="LiveId" clId="{D0E1D0F2-3E04-4D0A-847D-0FECA4BDAAD3}" dt="2025-07-28T22:05:02.688" v="2125" actId="1038"/>
          <ac:cxnSpMkLst>
            <pc:docMk/>
            <pc:sldMk cId="1663706368" sldId="513"/>
            <ac:cxnSpMk id="570" creationId="{0EDCD4B7-8670-7730-79C3-3C47661FC309}"/>
          </ac:cxnSpMkLst>
        </pc:cxnChg>
        <pc:cxnChg chg="add mod">
          <ac:chgData name="Jonathan Mah" userId="5261b2f2f3e51194" providerId="LiveId" clId="{D0E1D0F2-3E04-4D0A-847D-0FECA4BDAAD3}" dt="2025-07-28T22:05:02.688" v="2125" actId="1038"/>
          <ac:cxnSpMkLst>
            <pc:docMk/>
            <pc:sldMk cId="1663706368" sldId="513"/>
            <ac:cxnSpMk id="571" creationId="{5AC7219F-555D-3B5A-F8DB-45AB55019A25}"/>
          </ac:cxnSpMkLst>
        </pc:cxnChg>
        <pc:cxnChg chg="mod">
          <ac:chgData name="Jonathan Mah" userId="5261b2f2f3e51194" providerId="LiveId" clId="{D0E1D0F2-3E04-4D0A-847D-0FECA4BDAAD3}" dt="2025-07-28T22:05:02.688" v="2125" actId="1038"/>
          <ac:cxnSpMkLst>
            <pc:docMk/>
            <pc:sldMk cId="1663706368" sldId="513"/>
            <ac:cxnSpMk id="572" creationId="{8F5BB56F-0992-196D-DD5D-B3E9C2E88702}"/>
          </ac:cxnSpMkLst>
        </pc:cxnChg>
        <pc:cxnChg chg="add mod">
          <ac:chgData name="Jonathan Mah" userId="5261b2f2f3e51194" providerId="LiveId" clId="{D0E1D0F2-3E04-4D0A-847D-0FECA4BDAAD3}" dt="2025-07-28T22:01:51.574" v="1997" actId="1035"/>
          <ac:cxnSpMkLst>
            <pc:docMk/>
            <pc:sldMk cId="1663706368" sldId="513"/>
            <ac:cxnSpMk id="573" creationId="{ACDAF4E8-6457-CFD4-AFDB-8BAFE7EA8259}"/>
          </ac:cxnSpMkLst>
        </pc:cxnChg>
        <pc:cxnChg chg="mod">
          <ac:chgData name="Jonathan Mah" userId="5261b2f2f3e51194" providerId="LiveId" clId="{D0E1D0F2-3E04-4D0A-847D-0FECA4BDAAD3}" dt="2025-07-28T22:05:02.688" v="2125" actId="1038"/>
          <ac:cxnSpMkLst>
            <pc:docMk/>
            <pc:sldMk cId="1663706368" sldId="513"/>
            <ac:cxnSpMk id="574" creationId="{26DB2F09-18C3-A96E-3539-2165FC1394D0}"/>
          </ac:cxnSpMkLst>
        </pc:cxnChg>
        <pc:cxnChg chg="add mod">
          <ac:chgData name="Jonathan Mah" userId="5261b2f2f3e51194" providerId="LiveId" clId="{D0E1D0F2-3E04-4D0A-847D-0FECA4BDAAD3}" dt="2025-07-28T22:02:53.094" v="2019" actId="14100"/>
          <ac:cxnSpMkLst>
            <pc:docMk/>
            <pc:sldMk cId="1663706368" sldId="513"/>
            <ac:cxnSpMk id="575" creationId="{3E892C6B-AA7F-B1F0-CDD8-EEAAC360894D}"/>
          </ac:cxnSpMkLst>
        </pc:cxnChg>
        <pc:cxnChg chg="add del mod">
          <ac:chgData name="Jonathan Mah" userId="5261b2f2f3e51194" providerId="LiveId" clId="{D0E1D0F2-3E04-4D0A-847D-0FECA4BDAAD3}" dt="2025-07-28T22:03:09.079" v="2026" actId="478"/>
          <ac:cxnSpMkLst>
            <pc:docMk/>
            <pc:sldMk cId="1663706368" sldId="513"/>
            <ac:cxnSpMk id="576" creationId="{07008C64-CFCB-9FEC-9206-EE4BEF737D4F}"/>
          </ac:cxnSpMkLst>
        </pc:cxnChg>
        <pc:cxnChg chg="add mod">
          <ac:chgData name="Jonathan Mah" userId="5261b2f2f3e51194" providerId="LiveId" clId="{D0E1D0F2-3E04-4D0A-847D-0FECA4BDAAD3}" dt="2025-07-28T22:05:02.688" v="2125" actId="1038"/>
          <ac:cxnSpMkLst>
            <pc:docMk/>
            <pc:sldMk cId="1663706368" sldId="513"/>
            <ac:cxnSpMk id="577" creationId="{CA8E42D5-03A2-1786-AC06-B3FCE1CF58E4}"/>
          </ac:cxnSpMkLst>
        </pc:cxnChg>
        <pc:cxnChg chg="add mod">
          <ac:chgData name="Jonathan Mah" userId="5261b2f2f3e51194" providerId="LiveId" clId="{D0E1D0F2-3E04-4D0A-847D-0FECA4BDAAD3}" dt="2025-07-28T22:04:15.558" v="2100" actId="14100"/>
          <ac:cxnSpMkLst>
            <pc:docMk/>
            <pc:sldMk cId="1663706368" sldId="513"/>
            <ac:cxnSpMk id="578" creationId="{27EA79BC-625C-1A43-7527-9B19A003E9BC}"/>
          </ac:cxnSpMkLst>
        </pc:cxnChg>
        <pc:cxnChg chg="add del mod">
          <ac:chgData name="Jonathan Mah" userId="5261b2f2f3e51194" providerId="LiveId" clId="{D0E1D0F2-3E04-4D0A-847D-0FECA4BDAAD3}" dt="2025-07-28T22:03:20.230" v="2054" actId="478"/>
          <ac:cxnSpMkLst>
            <pc:docMk/>
            <pc:sldMk cId="1663706368" sldId="513"/>
            <ac:cxnSpMk id="579" creationId="{DE4F8C46-FC89-9A4C-ABB7-17AC608A3EE3}"/>
          </ac:cxnSpMkLst>
        </pc:cxnChg>
        <pc:cxnChg chg="mod">
          <ac:chgData name="Jonathan Mah" userId="5261b2f2f3e51194" providerId="LiveId" clId="{D0E1D0F2-3E04-4D0A-847D-0FECA4BDAAD3}" dt="2025-07-28T22:03:35.851" v="2085" actId="1038"/>
          <ac:cxnSpMkLst>
            <pc:docMk/>
            <pc:sldMk cId="1663706368" sldId="513"/>
            <ac:cxnSpMk id="580" creationId="{BAB087DE-5B56-C2BD-D028-669BFC2713EF}"/>
          </ac:cxnSpMkLst>
        </pc:cxnChg>
        <pc:cxnChg chg="add mod">
          <ac:chgData name="Jonathan Mah" userId="5261b2f2f3e51194" providerId="LiveId" clId="{D0E1D0F2-3E04-4D0A-847D-0FECA4BDAAD3}" dt="2025-07-28T22:03:37.911" v="2088" actId="1036"/>
          <ac:cxnSpMkLst>
            <pc:docMk/>
            <pc:sldMk cId="1663706368" sldId="513"/>
            <ac:cxnSpMk id="581" creationId="{8B435891-6841-4A2C-6957-5C4EDFE7BE76}"/>
          </ac:cxnSpMkLst>
        </pc:cxnChg>
        <pc:cxnChg chg="add mod">
          <ac:chgData name="Jonathan Mah" userId="5261b2f2f3e51194" providerId="LiveId" clId="{D0E1D0F2-3E04-4D0A-847D-0FECA4BDAAD3}" dt="2025-07-28T22:05:02.688" v="2125" actId="1038"/>
          <ac:cxnSpMkLst>
            <pc:docMk/>
            <pc:sldMk cId="1663706368" sldId="513"/>
            <ac:cxnSpMk id="589" creationId="{E2EF270C-B1C2-FFC5-8E60-41B8074E0852}"/>
          </ac:cxnSpMkLst>
        </pc:cxnChg>
        <pc:cxnChg chg="add mod">
          <ac:chgData name="Jonathan Mah" userId="5261b2f2f3e51194" providerId="LiveId" clId="{D0E1D0F2-3E04-4D0A-847D-0FECA4BDAAD3}" dt="2025-07-28T22:03:13.369" v="2030" actId="1035"/>
          <ac:cxnSpMkLst>
            <pc:docMk/>
            <pc:sldMk cId="1663706368" sldId="513"/>
            <ac:cxnSpMk id="591" creationId="{7A64E399-57DD-3338-AD6A-2982E857BB67}"/>
          </ac:cxnSpMkLst>
        </pc:cxnChg>
        <pc:cxnChg chg="add mod">
          <ac:chgData name="Jonathan Mah" userId="5261b2f2f3e51194" providerId="LiveId" clId="{D0E1D0F2-3E04-4D0A-847D-0FECA4BDAAD3}" dt="2025-07-28T22:03:24.911" v="2059" actId="1037"/>
          <ac:cxnSpMkLst>
            <pc:docMk/>
            <pc:sldMk cId="1663706368" sldId="513"/>
            <ac:cxnSpMk id="592" creationId="{E8C55E4C-4DF3-12AE-9000-E027753029DC}"/>
          </ac:cxnSpMkLst>
        </pc:cxnChg>
        <pc:cxnChg chg="add mod">
          <ac:chgData name="Jonathan Mah" userId="5261b2f2f3e51194" providerId="LiveId" clId="{D0E1D0F2-3E04-4D0A-847D-0FECA4BDAAD3}" dt="2025-07-28T22:05:02.688" v="2125" actId="1038"/>
          <ac:cxnSpMkLst>
            <pc:docMk/>
            <pc:sldMk cId="1663706368" sldId="513"/>
            <ac:cxnSpMk id="595" creationId="{E338373A-0901-6E9A-295D-C9E42A4A909E}"/>
          </ac:cxnSpMkLst>
        </pc:cxnChg>
        <pc:cxnChg chg="add mod">
          <ac:chgData name="Jonathan Mah" userId="5261b2f2f3e51194" providerId="LiveId" clId="{D0E1D0F2-3E04-4D0A-847D-0FECA4BDAAD3}" dt="2025-07-28T22:05:02.688" v="2125" actId="1038"/>
          <ac:cxnSpMkLst>
            <pc:docMk/>
            <pc:sldMk cId="1663706368" sldId="513"/>
            <ac:cxnSpMk id="596" creationId="{AD93D329-74A3-DAF7-C8D9-272EF765F09D}"/>
          </ac:cxnSpMkLst>
        </pc:cxnChg>
        <pc:cxnChg chg="add mod">
          <ac:chgData name="Jonathan Mah" userId="5261b2f2f3e51194" providerId="LiveId" clId="{D0E1D0F2-3E04-4D0A-847D-0FECA4BDAAD3}" dt="2025-07-28T22:05:02.688" v="2125" actId="1038"/>
          <ac:cxnSpMkLst>
            <pc:docMk/>
            <pc:sldMk cId="1663706368" sldId="513"/>
            <ac:cxnSpMk id="598" creationId="{37CA5E2A-E086-A72F-AFBB-8848C866F1DF}"/>
          </ac:cxnSpMkLst>
        </pc:cxnChg>
        <pc:cxnChg chg="add mod">
          <ac:chgData name="Jonathan Mah" userId="5261b2f2f3e51194" providerId="LiveId" clId="{D0E1D0F2-3E04-4D0A-847D-0FECA4BDAAD3}" dt="2025-07-28T22:04:37.212" v="2108" actId="14100"/>
          <ac:cxnSpMkLst>
            <pc:docMk/>
            <pc:sldMk cId="1663706368" sldId="513"/>
            <ac:cxnSpMk id="601" creationId="{011358C1-7000-F30F-78B1-D43856F98EE6}"/>
          </ac:cxnSpMkLst>
        </pc:cxnChg>
        <pc:cxnChg chg="add mod">
          <ac:chgData name="Jonathan Mah" userId="5261b2f2f3e51194" providerId="LiveId" clId="{D0E1D0F2-3E04-4D0A-847D-0FECA4BDAAD3}" dt="2025-07-28T22:04:46.522" v="2111" actId="1038"/>
          <ac:cxnSpMkLst>
            <pc:docMk/>
            <pc:sldMk cId="1663706368" sldId="513"/>
            <ac:cxnSpMk id="604" creationId="{30C27DFC-C26F-13AF-97C3-9C72015BB73F}"/>
          </ac:cxnSpMkLst>
        </pc:cxnChg>
      </pc:sldChg>
      <pc:sldChg chg="del">
        <pc:chgData name="Jonathan Mah" userId="5261b2f2f3e51194" providerId="LiveId" clId="{D0E1D0F2-3E04-4D0A-847D-0FECA4BDAAD3}" dt="2025-07-28T19:53:22.205" v="17" actId="47"/>
        <pc:sldMkLst>
          <pc:docMk/>
          <pc:sldMk cId="3254604077" sldId="514"/>
        </pc:sldMkLst>
      </pc:sldChg>
      <pc:sldChg chg="del">
        <pc:chgData name="Jonathan Mah" userId="5261b2f2f3e51194" providerId="LiveId" clId="{D0E1D0F2-3E04-4D0A-847D-0FECA4BDAAD3}" dt="2025-07-28T19:53:30.124" v="21" actId="47"/>
        <pc:sldMkLst>
          <pc:docMk/>
          <pc:sldMk cId="3377054046" sldId="515"/>
        </pc:sldMkLst>
      </pc:sldChg>
      <pc:sldChg chg="del">
        <pc:chgData name="Jonathan Mah" userId="5261b2f2f3e51194" providerId="LiveId" clId="{D0E1D0F2-3E04-4D0A-847D-0FECA4BDAAD3}" dt="2025-07-28T19:53:34.683" v="22" actId="47"/>
        <pc:sldMkLst>
          <pc:docMk/>
          <pc:sldMk cId="4211400240" sldId="51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24F4B04-6A50-4A51-B675-D86EC6563060}" type="datetimeFigureOut">
              <a:rPr lang="en-US" smtClean="0"/>
              <a:t>7/28/2025</a:t>
            </a:fld>
            <a:endParaRPr lang="en-US"/>
          </a:p>
        </p:txBody>
      </p:sp>
      <p:sp>
        <p:nvSpPr>
          <p:cNvPr id="4" name="Slide Image Placeholder 3"/>
          <p:cNvSpPr>
            <a:spLocks noGrp="1" noRot="1" noChangeAspect="1"/>
          </p:cNvSpPr>
          <p:nvPr>
            <p:ph type="sldImg" idx="2"/>
          </p:nvPr>
        </p:nvSpPr>
        <p:spPr>
          <a:xfrm>
            <a:off x="1885950" y="1143000"/>
            <a:ext cx="30861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3E66EEF-0D0A-4529-B3B7-A8E483F72DC0}" type="slidenum">
              <a:rPr lang="en-US" smtClean="0"/>
              <a:t>‹#›</a:t>
            </a:fld>
            <a:endParaRPr lang="en-US"/>
          </a:p>
        </p:txBody>
      </p:sp>
    </p:spTree>
    <p:extLst>
      <p:ext uri="{BB962C8B-B14F-4D97-AF65-F5344CB8AC3E}">
        <p14:creationId xmlns:p14="http://schemas.microsoft.com/office/powerpoint/2010/main" val="23873249"/>
      </p:ext>
    </p:extLst>
  </p:cSld>
  <p:clrMap bg1="lt1" tx1="dk1" bg2="lt2" tx2="dk2" accent1="accent1" accent2="accent2" accent3="accent3" accent4="accent4" accent5="accent5" accent6="accent6" hlink="hlink" folHlink="folHlink"/>
  <p:notesStyle>
    <a:lvl1pPr marL="0" algn="l" defTabSz="2194560" rtl="0" eaLnBrk="1" latinLnBrk="0" hangingPunct="1">
      <a:defRPr sz="2880" kern="1200">
        <a:solidFill>
          <a:schemeClr val="tx1"/>
        </a:solidFill>
        <a:latin typeface="+mn-lt"/>
        <a:ea typeface="+mn-ea"/>
        <a:cs typeface="+mn-cs"/>
      </a:defRPr>
    </a:lvl1pPr>
    <a:lvl2pPr marL="1097280" algn="l" defTabSz="2194560" rtl="0" eaLnBrk="1" latinLnBrk="0" hangingPunct="1">
      <a:defRPr sz="2880" kern="1200">
        <a:solidFill>
          <a:schemeClr val="tx1"/>
        </a:solidFill>
        <a:latin typeface="+mn-lt"/>
        <a:ea typeface="+mn-ea"/>
        <a:cs typeface="+mn-cs"/>
      </a:defRPr>
    </a:lvl2pPr>
    <a:lvl3pPr marL="2194560" algn="l" defTabSz="2194560" rtl="0" eaLnBrk="1" latinLnBrk="0" hangingPunct="1">
      <a:defRPr sz="2880" kern="1200">
        <a:solidFill>
          <a:schemeClr val="tx1"/>
        </a:solidFill>
        <a:latin typeface="+mn-lt"/>
        <a:ea typeface="+mn-ea"/>
        <a:cs typeface="+mn-cs"/>
      </a:defRPr>
    </a:lvl3pPr>
    <a:lvl4pPr marL="3291840" algn="l" defTabSz="2194560" rtl="0" eaLnBrk="1" latinLnBrk="0" hangingPunct="1">
      <a:defRPr sz="2880" kern="1200">
        <a:solidFill>
          <a:schemeClr val="tx1"/>
        </a:solidFill>
        <a:latin typeface="+mn-lt"/>
        <a:ea typeface="+mn-ea"/>
        <a:cs typeface="+mn-cs"/>
      </a:defRPr>
    </a:lvl4pPr>
    <a:lvl5pPr marL="4389120" algn="l" defTabSz="2194560" rtl="0" eaLnBrk="1" latinLnBrk="0" hangingPunct="1">
      <a:defRPr sz="2880" kern="1200">
        <a:solidFill>
          <a:schemeClr val="tx1"/>
        </a:solidFill>
        <a:latin typeface="+mn-lt"/>
        <a:ea typeface="+mn-ea"/>
        <a:cs typeface="+mn-cs"/>
      </a:defRPr>
    </a:lvl5pPr>
    <a:lvl6pPr marL="5486400" algn="l" defTabSz="2194560" rtl="0" eaLnBrk="1" latinLnBrk="0" hangingPunct="1">
      <a:defRPr sz="2880" kern="1200">
        <a:solidFill>
          <a:schemeClr val="tx1"/>
        </a:solidFill>
        <a:latin typeface="+mn-lt"/>
        <a:ea typeface="+mn-ea"/>
        <a:cs typeface="+mn-cs"/>
      </a:defRPr>
    </a:lvl6pPr>
    <a:lvl7pPr marL="6583680" algn="l" defTabSz="2194560" rtl="0" eaLnBrk="1" latinLnBrk="0" hangingPunct="1">
      <a:defRPr sz="2880" kern="1200">
        <a:solidFill>
          <a:schemeClr val="tx1"/>
        </a:solidFill>
        <a:latin typeface="+mn-lt"/>
        <a:ea typeface="+mn-ea"/>
        <a:cs typeface="+mn-cs"/>
      </a:defRPr>
    </a:lvl7pPr>
    <a:lvl8pPr marL="7680960" algn="l" defTabSz="2194560" rtl="0" eaLnBrk="1" latinLnBrk="0" hangingPunct="1">
      <a:defRPr sz="2880" kern="1200">
        <a:solidFill>
          <a:schemeClr val="tx1"/>
        </a:solidFill>
        <a:latin typeface="+mn-lt"/>
        <a:ea typeface="+mn-ea"/>
        <a:cs typeface="+mn-cs"/>
      </a:defRPr>
    </a:lvl8pPr>
    <a:lvl9pPr marL="8778240" algn="l" defTabSz="2194560" rtl="0" eaLnBrk="1" latinLnBrk="0" hangingPunct="1">
      <a:defRPr sz="288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885950" y="1143000"/>
            <a:ext cx="3086100" cy="30861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that we have evidence that North American gut microbiomes have depleted genetic diversity relative to African gut microbiomes, likely due to differences in diet, environment,  and a host of other factors which can broadly be grouped together as “urbanization”, we proceeded with inferring the demographic models, which allow us to infer parameters such as the time since the last major demographic event and the magnitude of any change in population size. Here, we used four different demographic models, with cartoons (explain cartoons).</a:t>
            </a:r>
          </a:p>
          <a:p>
            <a:endParaRPr lang="en-US" dirty="0"/>
          </a:p>
        </p:txBody>
      </p:sp>
      <p:sp>
        <p:nvSpPr>
          <p:cNvPr id="4" name="Slide Number Placeholder 3"/>
          <p:cNvSpPr>
            <a:spLocks noGrp="1"/>
          </p:cNvSpPr>
          <p:nvPr>
            <p:ph type="sldNum" sz="quarter" idx="5"/>
          </p:nvPr>
        </p:nvSpPr>
        <p:spPr/>
        <p:txBody>
          <a:bodyPr/>
          <a:lstStyle/>
          <a:p>
            <a:fld id="{599CC9A3-A707-4B34-82D4-E64BA4C5A8D1}" type="slidenum">
              <a:rPr lang="en-US" smtClean="0"/>
              <a:t>1</a:t>
            </a:fld>
            <a:endParaRPr lang="en-US"/>
          </a:p>
        </p:txBody>
      </p:sp>
    </p:spTree>
    <p:extLst>
      <p:ext uri="{BB962C8B-B14F-4D97-AF65-F5344CB8AC3E}">
        <p14:creationId xmlns:p14="http://schemas.microsoft.com/office/powerpoint/2010/main" val="12538172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714500" y="3741210"/>
            <a:ext cx="19431000" cy="7958667"/>
          </a:xfrm>
        </p:spPr>
        <p:txBody>
          <a:bodyPr anchor="b"/>
          <a:lstStyle>
            <a:lvl1pPr algn="ctr">
              <a:defRPr sz="15000"/>
            </a:lvl1pPr>
          </a:lstStyle>
          <a:p>
            <a:r>
              <a:rPr lang="en-US"/>
              <a:t>Click to edit Master title style</a:t>
            </a:r>
            <a:endParaRPr lang="en-US" dirty="0"/>
          </a:p>
        </p:txBody>
      </p:sp>
      <p:sp>
        <p:nvSpPr>
          <p:cNvPr id="3" name="Subtitle 2"/>
          <p:cNvSpPr>
            <a:spLocks noGrp="1"/>
          </p:cNvSpPr>
          <p:nvPr>
            <p:ph type="subTitle" idx="1"/>
          </p:nvPr>
        </p:nvSpPr>
        <p:spPr>
          <a:xfrm>
            <a:off x="2857500" y="12006793"/>
            <a:ext cx="17145000" cy="5519207"/>
          </a:xfrm>
        </p:spPr>
        <p:txBody>
          <a:bodyPr/>
          <a:lstStyle>
            <a:lvl1pPr marL="0" indent="0" algn="ctr">
              <a:buNone/>
              <a:defRPr sz="6000"/>
            </a:lvl1pPr>
            <a:lvl2pPr marL="1143000" indent="0" algn="ctr">
              <a:buNone/>
              <a:defRPr sz="5000"/>
            </a:lvl2pPr>
            <a:lvl3pPr marL="2286000" indent="0" algn="ctr">
              <a:buNone/>
              <a:defRPr sz="4500"/>
            </a:lvl3pPr>
            <a:lvl4pPr marL="3429000" indent="0" algn="ctr">
              <a:buNone/>
              <a:defRPr sz="4000"/>
            </a:lvl4pPr>
            <a:lvl5pPr marL="4572000" indent="0" algn="ctr">
              <a:buNone/>
              <a:defRPr sz="4000"/>
            </a:lvl5pPr>
            <a:lvl6pPr marL="5715000" indent="0" algn="ctr">
              <a:buNone/>
              <a:defRPr sz="4000"/>
            </a:lvl6pPr>
            <a:lvl7pPr marL="6858000" indent="0" algn="ctr">
              <a:buNone/>
              <a:defRPr sz="4000"/>
            </a:lvl7pPr>
            <a:lvl8pPr marL="8001000" indent="0" algn="ctr">
              <a:buNone/>
              <a:defRPr sz="4000"/>
            </a:lvl8pPr>
            <a:lvl9pPr marL="9144000" indent="0" algn="ctr">
              <a:buNone/>
              <a:defRPr sz="4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4E435BD-4569-4C00-96FD-DE6EEAA430DA}" type="datetimeFigureOut">
              <a:rPr lang="en-US" smtClean="0"/>
              <a:t>7/28/2025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16468339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4E435BD-4569-4C00-96FD-DE6EEAA430DA}" type="datetimeFigureOut">
              <a:rPr lang="en-US" smtClean="0"/>
              <a:t>7/28/2025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12674859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559720" y="5699132"/>
            <a:ext cx="19716750" cy="9509123"/>
          </a:xfrm>
        </p:spPr>
        <p:txBody>
          <a:bodyPr anchor="b"/>
          <a:lstStyle>
            <a:lvl1pPr>
              <a:defRPr sz="15000"/>
            </a:lvl1pPr>
          </a:lstStyle>
          <a:p>
            <a:r>
              <a:rPr lang="en-US"/>
              <a:t>Click to edit Master title style</a:t>
            </a:r>
            <a:endParaRPr lang="en-US" dirty="0"/>
          </a:p>
        </p:txBody>
      </p:sp>
      <p:sp>
        <p:nvSpPr>
          <p:cNvPr id="3" name="Text Placeholder 2"/>
          <p:cNvSpPr>
            <a:spLocks noGrp="1"/>
          </p:cNvSpPr>
          <p:nvPr>
            <p:ph type="body" idx="1"/>
          </p:nvPr>
        </p:nvSpPr>
        <p:spPr>
          <a:xfrm>
            <a:off x="1559720" y="15298215"/>
            <a:ext cx="19716750" cy="5000623"/>
          </a:xfrm>
        </p:spPr>
        <p:txBody>
          <a:bodyPr/>
          <a:lstStyle>
            <a:lvl1pPr marL="0" indent="0">
              <a:buNone/>
              <a:defRPr sz="6000">
                <a:solidFill>
                  <a:schemeClr val="tx1"/>
                </a:solidFill>
              </a:defRPr>
            </a:lvl1pPr>
            <a:lvl2pPr marL="1143000" indent="0">
              <a:buNone/>
              <a:defRPr sz="5000">
                <a:solidFill>
                  <a:schemeClr val="tx1">
                    <a:tint val="75000"/>
                  </a:schemeClr>
                </a:solidFill>
              </a:defRPr>
            </a:lvl2pPr>
            <a:lvl3pPr marL="2286000" indent="0">
              <a:buNone/>
              <a:defRPr sz="4500">
                <a:solidFill>
                  <a:schemeClr val="tx1">
                    <a:tint val="75000"/>
                  </a:schemeClr>
                </a:solidFill>
              </a:defRPr>
            </a:lvl3pPr>
            <a:lvl4pPr marL="3429000" indent="0">
              <a:buNone/>
              <a:defRPr sz="4000">
                <a:solidFill>
                  <a:schemeClr val="tx1">
                    <a:tint val="75000"/>
                  </a:schemeClr>
                </a:solidFill>
              </a:defRPr>
            </a:lvl4pPr>
            <a:lvl5pPr marL="4572000" indent="0">
              <a:buNone/>
              <a:defRPr sz="4000">
                <a:solidFill>
                  <a:schemeClr val="tx1">
                    <a:tint val="75000"/>
                  </a:schemeClr>
                </a:solidFill>
              </a:defRPr>
            </a:lvl5pPr>
            <a:lvl6pPr marL="5715000" indent="0">
              <a:buNone/>
              <a:defRPr sz="4000">
                <a:solidFill>
                  <a:schemeClr val="tx1">
                    <a:tint val="75000"/>
                  </a:schemeClr>
                </a:solidFill>
              </a:defRPr>
            </a:lvl6pPr>
            <a:lvl7pPr marL="6858000" indent="0">
              <a:buNone/>
              <a:defRPr sz="4000">
                <a:solidFill>
                  <a:schemeClr val="tx1">
                    <a:tint val="75000"/>
                  </a:schemeClr>
                </a:solidFill>
              </a:defRPr>
            </a:lvl7pPr>
            <a:lvl8pPr marL="8001000" indent="0">
              <a:buNone/>
              <a:defRPr sz="4000">
                <a:solidFill>
                  <a:schemeClr val="tx1">
                    <a:tint val="75000"/>
                  </a:schemeClr>
                </a:solidFill>
              </a:defRPr>
            </a:lvl8pPr>
            <a:lvl9pPr marL="9144000" indent="0">
              <a:buNone/>
              <a:defRPr sz="40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4E435BD-4569-4C00-96FD-DE6EEAA430DA}" type="datetimeFigureOut">
              <a:rPr lang="en-US" smtClean="0"/>
              <a:t>7/28/2025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18813406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571625" y="6085417"/>
            <a:ext cx="9715500" cy="145044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1572875" y="6085417"/>
            <a:ext cx="9715500" cy="145044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4E435BD-4569-4C00-96FD-DE6EEAA430DA}" type="datetimeFigureOut">
              <a:rPr lang="en-US" smtClean="0"/>
              <a:t>7/28/2025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24331504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574603" y="1217089"/>
            <a:ext cx="19716750" cy="4418543"/>
          </a:xfrm>
        </p:spPr>
        <p:txBody>
          <a:bodyPr/>
          <a:lstStyle/>
          <a:p>
            <a:r>
              <a:rPr lang="en-US"/>
              <a:t>Click to edit Master title style</a:t>
            </a:r>
            <a:endParaRPr lang="en-US" dirty="0"/>
          </a:p>
        </p:txBody>
      </p:sp>
      <p:sp>
        <p:nvSpPr>
          <p:cNvPr id="3" name="Text Placeholder 2"/>
          <p:cNvSpPr>
            <a:spLocks noGrp="1"/>
          </p:cNvSpPr>
          <p:nvPr>
            <p:ph type="body" idx="1"/>
          </p:nvPr>
        </p:nvSpPr>
        <p:spPr>
          <a:xfrm>
            <a:off x="1574605" y="5603877"/>
            <a:ext cx="9670850" cy="2746373"/>
          </a:xfrm>
        </p:spPr>
        <p:txBody>
          <a:bodyPr anchor="b"/>
          <a:lstStyle>
            <a:lvl1pPr marL="0" indent="0">
              <a:buNone/>
              <a:defRPr sz="6000" b="1"/>
            </a:lvl1pPr>
            <a:lvl2pPr marL="1143000" indent="0">
              <a:buNone/>
              <a:defRPr sz="5000" b="1"/>
            </a:lvl2pPr>
            <a:lvl3pPr marL="2286000" indent="0">
              <a:buNone/>
              <a:defRPr sz="4500" b="1"/>
            </a:lvl3pPr>
            <a:lvl4pPr marL="3429000" indent="0">
              <a:buNone/>
              <a:defRPr sz="4000" b="1"/>
            </a:lvl4pPr>
            <a:lvl5pPr marL="4572000" indent="0">
              <a:buNone/>
              <a:defRPr sz="4000" b="1"/>
            </a:lvl5pPr>
            <a:lvl6pPr marL="5715000" indent="0">
              <a:buNone/>
              <a:defRPr sz="4000" b="1"/>
            </a:lvl6pPr>
            <a:lvl7pPr marL="6858000" indent="0">
              <a:buNone/>
              <a:defRPr sz="4000" b="1"/>
            </a:lvl7pPr>
            <a:lvl8pPr marL="8001000" indent="0">
              <a:buNone/>
              <a:defRPr sz="4000" b="1"/>
            </a:lvl8pPr>
            <a:lvl9pPr marL="9144000" indent="0">
              <a:buNone/>
              <a:defRPr sz="4000" b="1"/>
            </a:lvl9pPr>
          </a:lstStyle>
          <a:p>
            <a:pPr lvl="0"/>
            <a:r>
              <a:rPr lang="en-US"/>
              <a:t>Click to edit Master text styles</a:t>
            </a:r>
          </a:p>
        </p:txBody>
      </p:sp>
      <p:sp>
        <p:nvSpPr>
          <p:cNvPr id="4" name="Content Placeholder 3"/>
          <p:cNvSpPr>
            <a:spLocks noGrp="1"/>
          </p:cNvSpPr>
          <p:nvPr>
            <p:ph sz="half" idx="2"/>
          </p:nvPr>
        </p:nvSpPr>
        <p:spPr>
          <a:xfrm>
            <a:off x="1574605" y="8350250"/>
            <a:ext cx="9670850" cy="12281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1572876" y="5603877"/>
            <a:ext cx="9718478" cy="2746373"/>
          </a:xfrm>
        </p:spPr>
        <p:txBody>
          <a:bodyPr anchor="b"/>
          <a:lstStyle>
            <a:lvl1pPr marL="0" indent="0">
              <a:buNone/>
              <a:defRPr sz="6000" b="1"/>
            </a:lvl1pPr>
            <a:lvl2pPr marL="1143000" indent="0">
              <a:buNone/>
              <a:defRPr sz="5000" b="1"/>
            </a:lvl2pPr>
            <a:lvl3pPr marL="2286000" indent="0">
              <a:buNone/>
              <a:defRPr sz="4500" b="1"/>
            </a:lvl3pPr>
            <a:lvl4pPr marL="3429000" indent="0">
              <a:buNone/>
              <a:defRPr sz="4000" b="1"/>
            </a:lvl4pPr>
            <a:lvl5pPr marL="4572000" indent="0">
              <a:buNone/>
              <a:defRPr sz="4000" b="1"/>
            </a:lvl5pPr>
            <a:lvl6pPr marL="5715000" indent="0">
              <a:buNone/>
              <a:defRPr sz="4000" b="1"/>
            </a:lvl6pPr>
            <a:lvl7pPr marL="6858000" indent="0">
              <a:buNone/>
              <a:defRPr sz="4000" b="1"/>
            </a:lvl7pPr>
            <a:lvl8pPr marL="8001000" indent="0">
              <a:buNone/>
              <a:defRPr sz="4000" b="1"/>
            </a:lvl8pPr>
            <a:lvl9pPr marL="9144000" indent="0">
              <a:buNone/>
              <a:defRPr sz="4000" b="1"/>
            </a:lvl9pPr>
          </a:lstStyle>
          <a:p>
            <a:pPr lvl="0"/>
            <a:r>
              <a:rPr lang="en-US"/>
              <a:t>Click to edit Master text styles</a:t>
            </a:r>
          </a:p>
        </p:txBody>
      </p:sp>
      <p:sp>
        <p:nvSpPr>
          <p:cNvPr id="6" name="Content Placeholder 5"/>
          <p:cNvSpPr>
            <a:spLocks noGrp="1"/>
          </p:cNvSpPr>
          <p:nvPr>
            <p:ph sz="quarter" idx="4"/>
          </p:nvPr>
        </p:nvSpPr>
        <p:spPr>
          <a:xfrm>
            <a:off x="11572876" y="8350250"/>
            <a:ext cx="9718478" cy="12281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4E435BD-4569-4C00-96FD-DE6EEAA430DA}" type="datetimeFigureOut">
              <a:rPr lang="en-US" smtClean="0"/>
              <a:t>7/28/2025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19924973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4E435BD-4569-4C00-96FD-DE6EEAA430DA}" type="datetimeFigureOut">
              <a:rPr lang="en-US" smtClean="0"/>
              <a:t>7/28/2025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21618507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E435BD-4569-4C00-96FD-DE6EEAA430DA}" type="datetimeFigureOut">
              <a:rPr lang="en-US" smtClean="0"/>
              <a:t>7/28/2025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36544603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603" y="1524000"/>
            <a:ext cx="7372945" cy="5334000"/>
          </a:xfrm>
        </p:spPr>
        <p:txBody>
          <a:bodyPr anchor="b"/>
          <a:lstStyle>
            <a:lvl1pPr>
              <a:defRPr sz="8000"/>
            </a:lvl1pPr>
          </a:lstStyle>
          <a:p>
            <a:r>
              <a:rPr lang="en-US"/>
              <a:t>Click to edit Master title style</a:t>
            </a:r>
            <a:endParaRPr lang="en-US" dirty="0"/>
          </a:p>
        </p:txBody>
      </p:sp>
      <p:sp>
        <p:nvSpPr>
          <p:cNvPr id="3" name="Content Placeholder 2"/>
          <p:cNvSpPr>
            <a:spLocks noGrp="1"/>
          </p:cNvSpPr>
          <p:nvPr>
            <p:ph idx="1"/>
          </p:nvPr>
        </p:nvSpPr>
        <p:spPr>
          <a:xfrm>
            <a:off x="9718477" y="3291422"/>
            <a:ext cx="11572875" cy="16245417"/>
          </a:xfrm>
        </p:spPr>
        <p:txBody>
          <a:bodyPr/>
          <a:lstStyle>
            <a:lvl1pPr>
              <a:defRPr sz="8000"/>
            </a:lvl1pPr>
            <a:lvl2pPr>
              <a:defRPr sz="7000"/>
            </a:lvl2pPr>
            <a:lvl3pPr>
              <a:defRPr sz="6000"/>
            </a:lvl3pPr>
            <a:lvl4pPr>
              <a:defRPr sz="5000"/>
            </a:lvl4pPr>
            <a:lvl5pPr>
              <a:defRPr sz="5000"/>
            </a:lvl5pPr>
            <a:lvl6pPr>
              <a:defRPr sz="5000"/>
            </a:lvl6pPr>
            <a:lvl7pPr>
              <a:defRPr sz="5000"/>
            </a:lvl7pPr>
            <a:lvl8pPr>
              <a:defRPr sz="5000"/>
            </a:lvl8pPr>
            <a:lvl9pPr>
              <a:defRPr sz="5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574603" y="6858000"/>
            <a:ext cx="7372945" cy="12705293"/>
          </a:xfrm>
        </p:spPr>
        <p:txBody>
          <a:bodyPr/>
          <a:lstStyle>
            <a:lvl1pPr marL="0" indent="0">
              <a:buNone/>
              <a:defRPr sz="4000"/>
            </a:lvl1pPr>
            <a:lvl2pPr marL="1143000" indent="0">
              <a:buNone/>
              <a:defRPr sz="3500"/>
            </a:lvl2pPr>
            <a:lvl3pPr marL="2286000" indent="0">
              <a:buNone/>
              <a:defRPr sz="3000"/>
            </a:lvl3pPr>
            <a:lvl4pPr marL="3429000" indent="0">
              <a:buNone/>
              <a:defRPr sz="2500"/>
            </a:lvl4pPr>
            <a:lvl5pPr marL="4572000" indent="0">
              <a:buNone/>
              <a:defRPr sz="2500"/>
            </a:lvl5pPr>
            <a:lvl6pPr marL="5715000" indent="0">
              <a:buNone/>
              <a:defRPr sz="2500"/>
            </a:lvl6pPr>
            <a:lvl7pPr marL="6858000" indent="0">
              <a:buNone/>
              <a:defRPr sz="2500"/>
            </a:lvl7pPr>
            <a:lvl8pPr marL="8001000" indent="0">
              <a:buNone/>
              <a:defRPr sz="2500"/>
            </a:lvl8pPr>
            <a:lvl9pPr marL="9144000" indent="0">
              <a:buNone/>
              <a:defRPr sz="2500"/>
            </a:lvl9pPr>
          </a:lstStyle>
          <a:p>
            <a:pPr lvl="0"/>
            <a:r>
              <a:rPr lang="en-US"/>
              <a:t>Click to edit Master text styles</a:t>
            </a:r>
          </a:p>
        </p:txBody>
      </p:sp>
      <p:sp>
        <p:nvSpPr>
          <p:cNvPr id="5" name="Date Placeholder 4"/>
          <p:cNvSpPr>
            <a:spLocks noGrp="1"/>
          </p:cNvSpPr>
          <p:nvPr>
            <p:ph type="dt" sz="half" idx="10"/>
          </p:nvPr>
        </p:nvSpPr>
        <p:spPr/>
        <p:txBody>
          <a:bodyPr/>
          <a:lstStyle/>
          <a:p>
            <a:fld id="{54E435BD-4569-4C00-96FD-DE6EEAA430DA}" type="datetimeFigureOut">
              <a:rPr lang="en-US" smtClean="0"/>
              <a:t>7/28/2025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21332644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603" y="1524000"/>
            <a:ext cx="7372945" cy="5334000"/>
          </a:xfrm>
        </p:spPr>
        <p:txBody>
          <a:bodyPr anchor="b"/>
          <a:lstStyle>
            <a:lvl1pPr>
              <a:defRPr sz="8000"/>
            </a:lvl1pPr>
          </a:lstStyle>
          <a:p>
            <a:r>
              <a:rPr lang="en-US"/>
              <a:t>Click to edit Master title style</a:t>
            </a:r>
            <a:endParaRPr lang="en-US" dirty="0"/>
          </a:p>
        </p:txBody>
      </p:sp>
      <p:sp>
        <p:nvSpPr>
          <p:cNvPr id="3" name="Picture Placeholder 2"/>
          <p:cNvSpPr>
            <a:spLocks noGrp="1" noChangeAspect="1"/>
          </p:cNvSpPr>
          <p:nvPr>
            <p:ph type="pic" idx="1"/>
          </p:nvPr>
        </p:nvSpPr>
        <p:spPr>
          <a:xfrm>
            <a:off x="9718477" y="3291422"/>
            <a:ext cx="11572875" cy="16245417"/>
          </a:xfrm>
        </p:spPr>
        <p:txBody>
          <a:bodyPr anchor="t"/>
          <a:lstStyle>
            <a:lvl1pPr marL="0" indent="0">
              <a:buNone/>
              <a:defRPr sz="8000"/>
            </a:lvl1pPr>
            <a:lvl2pPr marL="1143000" indent="0">
              <a:buNone/>
              <a:defRPr sz="7000"/>
            </a:lvl2pPr>
            <a:lvl3pPr marL="2286000" indent="0">
              <a:buNone/>
              <a:defRPr sz="6000"/>
            </a:lvl3pPr>
            <a:lvl4pPr marL="3429000" indent="0">
              <a:buNone/>
              <a:defRPr sz="5000"/>
            </a:lvl4pPr>
            <a:lvl5pPr marL="4572000" indent="0">
              <a:buNone/>
              <a:defRPr sz="5000"/>
            </a:lvl5pPr>
            <a:lvl6pPr marL="5715000" indent="0">
              <a:buNone/>
              <a:defRPr sz="5000"/>
            </a:lvl6pPr>
            <a:lvl7pPr marL="6858000" indent="0">
              <a:buNone/>
              <a:defRPr sz="5000"/>
            </a:lvl7pPr>
            <a:lvl8pPr marL="8001000" indent="0">
              <a:buNone/>
              <a:defRPr sz="5000"/>
            </a:lvl8pPr>
            <a:lvl9pPr marL="9144000" indent="0">
              <a:buNone/>
              <a:defRPr sz="5000"/>
            </a:lvl9pPr>
          </a:lstStyle>
          <a:p>
            <a:r>
              <a:rPr lang="en-US"/>
              <a:t>Click icon to add picture</a:t>
            </a:r>
            <a:endParaRPr lang="en-US" dirty="0"/>
          </a:p>
        </p:txBody>
      </p:sp>
      <p:sp>
        <p:nvSpPr>
          <p:cNvPr id="4" name="Text Placeholder 3"/>
          <p:cNvSpPr>
            <a:spLocks noGrp="1"/>
          </p:cNvSpPr>
          <p:nvPr>
            <p:ph type="body" sz="half" idx="2"/>
          </p:nvPr>
        </p:nvSpPr>
        <p:spPr>
          <a:xfrm>
            <a:off x="1574603" y="6858000"/>
            <a:ext cx="7372945" cy="12705293"/>
          </a:xfrm>
        </p:spPr>
        <p:txBody>
          <a:bodyPr/>
          <a:lstStyle>
            <a:lvl1pPr marL="0" indent="0">
              <a:buNone/>
              <a:defRPr sz="4000"/>
            </a:lvl1pPr>
            <a:lvl2pPr marL="1143000" indent="0">
              <a:buNone/>
              <a:defRPr sz="3500"/>
            </a:lvl2pPr>
            <a:lvl3pPr marL="2286000" indent="0">
              <a:buNone/>
              <a:defRPr sz="3000"/>
            </a:lvl3pPr>
            <a:lvl4pPr marL="3429000" indent="0">
              <a:buNone/>
              <a:defRPr sz="2500"/>
            </a:lvl4pPr>
            <a:lvl5pPr marL="4572000" indent="0">
              <a:buNone/>
              <a:defRPr sz="2500"/>
            </a:lvl5pPr>
            <a:lvl6pPr marL="5715000" indent="0">
              <a:buNone/>
              <a:defRPr sz="2500"/>
            </a:lvl6pPr>
            <a:lvl7pPr marL="6858000" indent="0">
              <a:buNone/>
              <a:defRPr sz="2500"/>
            </a:lvl7pPr>
            <a:lvl8pPr marL="8001000" indent="0">
              <a:buNone/>
              <a:defRPr sz="2500"/>
            </a:lvl8pPr>
            <a:lvl9pPr marL="9144000" indent="0">
              <a:buNone/>
              <a:defRPr sz="2500"/>
            </a:lvl9pPr>
          </a:lstStyle>
          <a:p>
            <a:pPr lvl="0"/>
            <a:r>
              <a:rPr lang="en-US"/>
              <a:t>Click to edit Master text styles</a:t>
            </a:r>
          </a:p>
        </p:txBody>
      </p:sp>
      <p:sp>
        <p:nvSpPr>
          <p:cNvPr id="5" name="Date Placeholder 4"/>
          <p:cNvSpPr>
            <a:spLocks noGrp="1"/>
          </p:cNvSpPr>
          <p:nvPr>
            <p:ph type="dt" sz="half" idx="10"/>
          </p:nvPr>
        </p:nvSpPr>
        <p:spPr/>
        <p:txBody>
          <a:bodyPr/>
          <a:lstStyle/>
          <a:p>
            <a:fld id="{54E435BD-4569-4C00-96FD-DE6EEAA430DA}" type="datetimeFigureOut">
              <a:rPr lang="en-US" smtClean="0"/>
              <a:t>7/28/2025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2722944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4E435BD-4569-4C00-96FD-DE6EEAA430DA}" type="datetimeFigureOut">
              <a:rPr lang="en-US" smtClean="0"/>
              <a:t>7/28/2025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22864856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359189" y="1217084"/>
            <a:ext cx="4929188" cy="1937279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571626" y="1217084"/>
            <a:ext cx="14501813" cy="1937279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4E435BD-4569-4C00-96FD-DE6EEAA430DA}" type="datetimeFigureOut">
              <a:rPr lang="en-US" smtClean="0"/>
              <a:t>7/28/2025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26170874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571625" y="1217089"/>
            <a:ext cx="19716750" cy="441854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571625" y="6085417"/>
            <a:ext cx="19716750" cy="1450446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571625" y="21187839"/>
            <a:ext cx="5143500" cy="1217083"/>
          </a:xfrm>
          <a:prstGeom prst="rect">
            <a:avLst/>
          </a:prstGeom>
        </p:spPr>
        <p:txBody>
          <a:bodyPr vert="horz" lIns="91440" tIns="45720" rIns="91440" bIns="45720" rtlCol="0" anchor="ctr"/>
          <a:lstStyle>
            <a:lvl1pPr algn="l">
              <a:defRPr sz="3000">
                <a:solidFill>
                  <a:schemeClr val="tx1">
                    <a:tint val="75000"/>
                  </a:schemeClr>
                </a:solidFill>
              </a:defRPr>
            </a:lvl1pPr>
          </a:lstStyle>
          <a:p>
            <a:fld id="{54E435BD-4569-4C00-96FD-DE6EEAA430DA}" type="datetimeFigureOut">
              <a:rPr lang="en-US" smtClean="0"/>
              <a:t>7/28/2025</a:t>
            </a:fld>
            <a:endParaRPr lang="en-US"/>
          </a:p>
        </p:txBody>
      </p:sp>
      <p:sp>
        <p:nvSpPr>
          <p:cNvPr id="5" name="Footer Placeholder 4"/>
          <p:cNvSpPr>
            <a:spLocks noGrp="1"/>
          </p:cNvSpPr>
          <p:nvPr>
            <p:ph type="ftr" sz="quarter" idx="3"/>
          </p:nvPr>
        </p:nvSpPr>
        <p:spPr>
          <a:xfrm>
            <a:off x="7572375" y="21187839"/>
            <a:ext cx="7715250" cy="1217083"/>
          </a:xfrm>
          <a:prstGeom prst="rect">
            <a:avLst/>
          </a:prstGeom>
        </p:spPr>
        <p:txBody>
          <a:bodyPr vert="horz" lIns="91440" tIns="45720" rIns="91440" bIns="45720" rtlCol="0" anchor="ctr"/>
          <a:lstStyle>
            <a:lvl1pPr algn="ctr">
              <a:defRPr sz="3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6144875" y="21187839"/>
            <a:ext cx="5143500" cy="1217083"/>
          </a:xfrm>
          <a:prstGeom prst="rect">
            <a:avLst/>
          </a:prstGeom>
        </p:spPr>
        <p:txBody>
          <a:bodyPr vert="horz" lIns="91440" tIns="45720" rIns="91440" bIns="45720" rtlCol="0" anchor="ctr"/>
          <a:lstStyle>
            <a:lvl1pPr algn="r">
              <a:defRPr sz="3000">
                <a:solidFill>
                  <a:schemeClr val="tx1">
                    <a:tint val="75000"/>
                  </a:schemeClr>
                </a:solidFill>
              </a:defRPr>
            </a:lvl1pPr>
          </a:lstStyle>
          <a:p>
            <a:fld id="{A6F35474-F7C1-45E5-A05F-D70385F49662}" type="slidenum">
              <a:rPr lang="en-US" smtClean="0"/>
              <a:t>‹#›</a:t>
            </a:fld>
            <a:endParaRPr lang="en-US"/>
          </a:p>
        </p:txBody>
      </p:sp>
    </p:spTree>
    <p:extLst>
      <p:ext uri="{BB962C8B-B14F-4D97-AF65-F5344CB8AC3E}">
        <p14:creationId xmlns:p14="http://schemas.microsoft.com/office/powerpoint/2010/main" val="1488885718"/>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2286000" rtl="0" eaLnBrk="1" latinLnBrk="0" hangingPunct="1">
        <a:lnSpc>
          <a:spcPct val="90000"/>
        </a:lnSpc>
        <a:spcBef>
          <a:spcPct val="0"/>
        </a:spcBef>
        <a:buNone/>
        <a:defRPr sz="11000" kern="1200">
          <a:solidFill>
            <a:schemeClr val="tx1"/>
          </a:solidFill>
          <a:latin typeface="+mj-lt"/>
          <a:ea typeface="+mj-ea"/>
          <a:cs typeface="+mj-cs"/>
        </a:defRPr>
      </a:lvl1pPr>
    </p:titleStyle>
    <p:bodyStyle>
      <a:lvl1pPr marL="571500" indent="-571500" algn="l" defTabSz="2286000" rtl="0" eaLnBrk="1" latinLnBrk="0" hangingPunct="1">
        <a:lnSpc>
          <a:spcPct val="90000"/>
        </a:lnSpc>
        <a:spcBef>
          <a:spcPts val="2500"/>
        </a:spcBef>
        <a:buFont typeface="Arial" panose="020B0604020202020204" pitchFamily="34" charset="0"/>
        <a:buChar char="•"/>
        <a:defRPr sz="7000" kern="1200">
          <a:solidFill>
            <a:schemeClr val="tx1"/>
          </a:solidFill>
          <a:latin typeface="+mn-lt"/>
          <a:ea typeface="+mn-ea"/>
          <a:cs typeface="+mn-cs"/>
        </a:defRPr>
      </a:lvl1pPr>
      <a:lvl2pPr marL="1714500" indent="-571500" algn="l" defTabSz="2286000" rtl="0" eaLnBrk="1" latinLnBrk="0" hangingPunct="1">
        <a:lnSpc>
          <a:spcPct val="90000"/>
        </a:lnSpc>
        <a:spcBef>
          <a:spcPts val="1250"/>
        </a:spcBef>
        <a:buFont typeface="Arial" panose="020B0604020202020204" pitchFamily="34" charset="0"/>
        <a:buChar char="•"/>
        <a:defRPr sz="6000" kern="1200">
          <a:solidFill>
            <a:schemeClr val="tx1"/>
          </a:solidFill>
          <a:latin typeface="+mn-lt"/>
          <a:ea typeface="+mn-ea"/>
          <a:cs typeface="+mn-cs"/>
        </a:defRPr>
      </a:lvl2pPr>
      <a:lvl3pPr marL="2857500" indent="-571500" algn="l" defTabSz="2286000" rtl="0" eaLnBrk="1" latinLnBrk="0" hangingPunct="1">
        <a:lnSpc>
          <a:spcPct val="90000"/>
        </a:lnSpc>
        <a:spcBef>
          <a:spcPts val="1250"/>
        </a:spcBef>
        <a:buFont typeface="Arial" panose="020B0604020202020204" pitchFamily="34" charset="0"/>
        <a:buChar char="•"/>
        <a:defRPr sz="5000" kern="1200">
          <a:solidFill>
            <a:schemeClr val="tx1"/>
          </a:solidFill>
          <a:latin typeface="+mn-lt"/>
          <a:ea typeface="+mn-ea"/>
          <a:cs typeface="+mn-cs"/>
        </a:defRPr>
      </a:lvl3pPr>
      <a:lvl4pPr marL="4000500" indent="-571500" algn="l" defTabSz="2286000" rtl="0" eaLnBrk="1" latinLnBrk="0" hangingPunct="1">
        <a:lnSpc>
          <a:spcPct val="90000"/>
        </a:lnSpc>
        <a:spcBef>
          <a:spcPts val="1250"/>
        </a:spcBef>
        <a:buFont typeface="Arial" panose="020B0604020202020204" pitchFamily="34" charset="0"/>
        <a:buChar char="•"/>
        <a:defRPr sz="4500" kern="1200">
          <a:solidFill>
            <a:schemeClr val="tx1"/>
          </a:solidFill>
          <a:latin typeface="+mn-lt"/>
          <a:ea typeface="+mn-ea"/>
          <a:cs typeface="+mn-cs"/>
        </a:defRPr>
      </a:lvl4pPr>
      <a:lvl5pPr marL="5143500" indent="-571500" algn="l" defTabSz="2286000" rtl="0" eaLnBrk="1" latinLnBrk="0" hangingPunct="1">
        <a:lnSpc>
          <a:spcPct val="90000"/>
        </a:lnSpc>
        <a:spcBef>
          <a:spcPts val="1250"/>
        </a:spcBef>
        <a:buFont typeface="Arial" panose="020B0604020202020204" pitchFamily="34" charset="0"/>
        <a:buChar char="•"/>
        <a:defRPr sz="4500" kern="1200">
          <a:solidFill>
            <a:schemeClr val="tx1"/>
          </a:solidFill>
          <a:latin typeface="+mn-lt"/>
          <a:ea typeface="+mn-ea"/>
          <a:cs typeface="+mn-cs"/>
        </a:defRPr>
      </a:lvl5pPr>
      <a:lvl6pPr marL="6286500" indent="-571500" algn="l" defTabSz="2286000" rtl="0" eaLnBrk="1" latinLnBrk="0" hangingPunct="1">
        <a:lnSpc>
          <a:spcPct val="90000"/>
        </a:lnSpc>
        <a:spcBef>
          <a:spcPts val="1250"/>
        </a:spcBef>
        <a:buFont typeface="Arial" panose="020B0604020202020204" pitchFamily="34" charset="0"/>
        <a:buChar char="•"/>
        <a:defRPr sz="4500" kern="1200">
          <a:solidFill>
            <a:schemeClr val="tx1"/>
          </a:solidFill>
          <a:latin typeface="+mn-lt"/>
          <a:ea typeface="+mn-ea"/>
          <a:cs typeface="+mn-cs"/>
        </a:defRPr>
      </a:lvl6pPr>
      <a:lvl7pPr marL="7429500" indent="-571500" algn="l" defTabSz="2286000" rtl="0" eaLnBrk="1" latinLnBrk="0" hangingPunct="1">
        <a:lnSpc>
          <a:spcPct val="90000"/>
        </a:lnSpc>
        <a:spcBef>
          <a:spcPts val="1250"/>
        </a:spcBef>
        <a:buFont typeface="Arial" panose="020B0604020202020204" pitchFamily="34" charset="0"/>
        <a:buChar char="•"/>
        <a:defRPr sz="4500" kern="1200">
          <a:solidFill>
            <a:schemeClr val="tx1"/>
          </a:solidFill>
          <a:latin typeface="+mn-lt"/>
          <a:ea typeface="+mn-ea"/>
          <a:cs typeface="+mn-cs"/>
        </a:defRPr>
      </a:lvl7pPr>
      <a:lvl8pPr marL="8572500" indent="-571500" algn="l" defTabSz="2286000" rtl="0" eaLnBrk="1" latinLnBrk="0" hangingPunct="1">
        <a:lnSpc>
          <a:spcPct val="90000"/>
        </a:lnSpc>
        <a:spcBef>
          <a:spcPts val="1250"/>
        </a:spcBef>
        <a:buFont typeface="Arial" panose="020B0604020202020204" pitchFamily="34" charset="0"/>
        <a:buChar char="•"/>
        <a:defRPr sz="4500" kern="1200">
          <a:solidFill>
            <a:schemeClr val="tx1"/>
          </a:solidFill>
          <a:latin typeface="+mn-lt"/>
          <a:ea typeface="+mn-ea"/>
          <a:cs typeface="+mn-cs"/>
        </a:defRPr>
      </a:lvl8pPr>
      <a:lvl9pPr marL="9715500" indent="-571500" algn="l" defTabSz="2286000" rtl="0" eaLnBrk="1" latinLnBrk="0" hangingPunct="1">
        <a:lnSpc>
          <a:spcPct val="90000"/>
        </a:lnSpc>
        <a:spcBef>
          <a:spcPts val="1250"/>
        </a:spcBef>
        <a:buFont typeface="Arial" panose="020B0604020202020204" pitchFamily="34" charset="0"/>
        <a:buChar char="•"/>
        <a:defRPr sz="4500" kern="1200">
          <a:solidFill>
            <a:schemeClr val="tx1"/>
          </a:solidFill>
          <a:latin typeface="+mn-lt"/>
          <a:ea typeface="+mn-ea"/>
          <a:cs typeface="+mn-cs"/>
        </a:defRPr>
      </a:lvl9pPr>
    </p:bodyStyle>
    <p:otherStyle>
      <a:defPPr>
        <a:defRPr lang="en-US"/>
      </a:defPPr>
      <a:lvl1pPr marL="0" algn="l" defTabSz="2286000" rtl="0" eaLnBrk="1" latinLnBrk="0" hangingPunct="1">
        <a:defRPr sz="4500" kern="1200">
          <a:solidFill>
            <a:schemeClr val="tx1"/>
          </a:solidFill>
          <a:latin typeface="+mn-lt"/>
          <a:ea typeface="+mn-ea"/>
          <a:cs typeface="+mn-cs"/>
        </a:defRPr>
      </a:lvl1pPr>
      <a:lvl2pPr marL="1143000" algn="l" defTabSz="2286000" rtl="0" eaLnBrk="1" latinLnBrk="0" hangingPunct="1">
        <a:defRPr sz="4500" kern="1200">
          <a:solidFill>
            <a:schemeClr val="tx1"/>
          </a:solidFill>
          <a:latin typeface="+mn-lt"/>
          <a:ea typeface="+mn-ea"/>
          <a:cs typeface="+mn-cs"/>
        </a:defRPr>
      </a:lvl2pPr>
      <a:lvl3pPr marL="2286000" algn="l" defTabSz="2286000" rtl="0" eaLnBrk="1" latinLnBrk="0" hangingPunct="1">
        <a:defRPr sz="4500" kern="1200">
          <a:solidFill>
            <a:schemeClr val="tx1"/>
          </a:solidFill>
          <a:latin typeface="+mn-lt"/>
          <a:ea typeface="+mn-ea"/>
          <a:cs typeface="+mn-cs"/>
        </a:defRPr>
      </a:lvl3pPr>
      <a:lvl4pPr marL="3429000" algn="l" defTabSz="2286000" rtl="0" eaLnBrk="1" latinLnBrk="0" hangingPunct="1">
        <a:defRPr sz="4500" kern="1200">
          <a:solidFill>
            <a:schemeClr val="tx1"/>
          </a:solidFill>
          <a:latin typeface="+mn-lt"/>
          <a:ea typeface="+mn-ea"/>
          <a:cs typeface="+mn-cs"/>
        </a:defRPr>
      </a:lvl4pPr>
      <a:lvl5pPr marL="4572000" algn="l" defTabSz="2286000" rtl="0" eaLnBrk="1" latinLnBrk="0" hangingPunct="1">
        <a:defRPr sz="4500" kern="1200">
          <a:solidFill>
            <a:schemeClr val="tx1"/>
          </a:solidFill>
          <a:latin typeface="+mn-lt"/>
          <a:ea typeface="+mn-ea"/>
          <a:cs typeface="+mn-cs"/>
        </a:defRPr>
      </a:lvl5pPr>
      <a:lvl6pPr marL="5715000" algn="l" defTabSz="2286000" rtl="0" eaLnBrk="1" latinLnBrk="0" hangingPunct="1">
        <a:defRPr sz="4500" kern="1200">
          <a:solidFill>
            <a:schemeClr val="tx1"/>
          </a:solidFill>
          <a:latin typeface="+mn-lt"/>
          <a:ea typeface="+mn-ea"/>
          <a:cs typeface="+mn-cs"/>
        </a:defRPr>
      </a:lvl6pPr>
      <a:lvl7pPr marL="6858000" algn="l" defTabSz="2286000" rtl="0" eaLnBrk="1" latinLnBrk="0" hangingPunct="1">
        <a:defRPr sz="4500" kern="1200">
          <a:solidFill>
            <a:schemeClr val="tx1"/>
          </a:solidFill>
          <a:latin typeface="+mn-lt"/>
          <a:ea typeface="+mn-ea"/>
          <a:cs typeface="+mn-cs"/>
        </a:defRPr>
      </a:lvl7pPr>
      <a:lvl8pPr marL="8001000" algn="l" defTabSz="2286000" rtl="0" eaLnBrk="1" latinLnBrk="0" hangingPunct="1">
        <a:defRPr sz="4500" kern="1200">
          <a:solidFill>
            <a:schemeClr val="tx1"/>
          </a:solidFill>
          <a:latin typeface="+mn-lt"/>
          <a:ea typeface="+mn-ea"/>
          <a:cs typeface="+mn-cs"/>
        </a:defRPr>
      </a:lvl8pPr>
      <a:lvl9pPr marL="9144000" algn="l" defTabSz="2286000" rtl="0" eaLnBrk="1" latinLnBrk="0" hangingPunct="1">
        <a:defRPr sz="45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TextBox 55">
            <a:extLst>
              <a:ext uri="{FF2B5EF4-FFF2-40B4-BE49-F238E27FC236}">
                <a16:creationId xmlns:a16="http://schemas.microsoft.com/office/drawing/2014/main" id="{CE0379EF-B99B-A0E7-2B25-7CE7974E7DE2}"/>
              </a:ext>
            </a:extLst>
          </p:cNvPr>
          <p:cNvSpPr txBox="1"/>
          <p:nvPr/>
        </p:nvSpPr>
        <p:spPr>
          <a:xfrm>
            <a:off x="8977670" y="3228893"/>
            <a:ext cx="3315261"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57" name="TextBox 56">
            <a:extLst>
              <a:ext uri="{FF2B5EF4-FFF2-40B4-BE49-F238E27FC236}">
                <a16:creationId xmlns:a16="http://schemas.microsoft.com/office/drawing/2014/main" id="{550B4DEA-843C-20F4-3D56-7894DEFE437C}"/>
              </a:ext>
            </a:extLst>
          </p:cNvPr>
          <p:cNvSpPr txBox="1"/>
          <p:nvPr/>
        </p:nvSpPr>
        <p:spPr>
          <a:xfrm>
            <a:off x="16003713" y="3247791"/>
            <a:ext cx="3560841"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58" name="TextBox 57">
            <a:extLst>
              <a:ext uri="{FF2B5EF4-FFF2-40B4-BE49-F238E27FC236}">
                <a16:creationId xmlns:a16="http://schemas.microsoft.com/office/drawing/2014/main" id="{059A81B6-EE1C-2162-B385-477DE05655E7}"/>
              </a:ext>
            </a:extLst>
          </p:cNvPr>
          <p:cNvSpPr txBox="1"/>
          <p:nvPr/>
        </p:nvSpPr>
        <p:spPr>
          <a:xfrm>
            <a:off x="15592897" y="4074564"/>
            <a:ext cx="4129743"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Two instantaneous size changes</a:t>
            </a:r>
          </a:p>
        </p:txBody>
      </p:sp>
      <p:sp>
        <p:nvSpPr>
          <p:cNvPr id="59" name="TextBox 58">
            <a:extLst>
              <a:ext uri="{FF2B5EF4-FFF2-40B4-BE49-F238E27FC236}">
                <a16:creationId xmlns:a16="http://schemas.microsoft.com/office/drawing/2014/main" id="{197AE925-A4B7-A85C-D444-82A04AB9536B}"/>
              </a:ext>
            </a:extLst>
          </p:cNvPr>
          <p:cNvSpPr txBox="1"/>
          <p:nvPr/>
        </p:nvSpPr>
        <p:spPr>
          <a:xfrm>
            <a:off x="8492342" y="4074565"/>
            <a:ext cx="4014561"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One instantaneous size change</a:t>
            </a:r>
          </a:p>
        </p:txBody>
      </p:sp>
      <p:sp>
        <p:nvSpPr>
          <p:cNvPr id="60" name="TextBox 59">
            <a:extLst>
              <a:ext uri="{FF2B5EF4-FFF2-40B4-BE49-F238E27FC236}">
                <a16:creationId xmlns:a16="http://schemas.microsoft.com/office/drawing/2014/main" id="{C74F9B43-A5A5-81E0-4736-382B7131B8A9}"/>
              </a:ext>
            </a:extLst>
          </p:cNvPr>
          <p:cNvSpPr txBox="1"/>
          <p:nvPr/>
        </p:nvSpPr>
        <p:spPr>
          <a:xfrm>
            <a:off x="3381101" y="3233899"/>
            <a:ext cx="3320480"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One-epoch</a:t>
            </a:r>
          </a:p>
        </p:txBody>
      </p:sp>
      <p:sp>
        <p:nvSpPr>
          <p:cNvPr id="61" name="TextBox 60">
            <a:extLst>
              <a:ext uri="{FF2B5EF4-FFF2-40B4-BE49-F238E27FC236}">
                <a16:creationId xmlns:a16="http://schemas.microsoft.com/office/drawing/2014/main" id="{D14EF38B-B89E-0830-0076-59B41C14CE79}"/>
              </a:ext>
            </a:extLst>
          </p:cNvPr>
          <p:cNvSpPr txBox="1"/>
          <p:nvPr/>
        </p:nvSpPr>
        <p:spPr>
          <a:xfrm>
            <a:off x="3079284" y="4074565"/>
            <a:ext cx="3554530"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Constant effective </a:t>
            </a:r>
          </a:p>
          <a:p>
            <a:pPr algn="ctr"/>
            <a:r>
              <a:rPr lang="en-US" sz="3000" dirty="0">
                <a:latin typeface="Arial" panose="020B0604020202020204" pitchFamily="34" charset="0"/>
                <a:ea typeface="Yu Gothic" panose="020B0400000000000000" pitchFamily="34" charset="-128"/>
                <a:cs typeface="Arial" panose="020B0604020202020204" pitchFamily="34" charset="0"/>
              </a:rPr>
              <a:t>population size</a:t>
            </a:r>
          </a:p>
        </p:txBody>
      </p:sp>
      <p:sp>
        <p:nvSpPr>
          <p:cNvPr id="62" name="Rectangle 61">
            <a:extLst>
              <a:ext uri="{FF2B5EF4-FFF2-40B4-BE49-F238E27FC236}">
                <a16:creationId xmlns:a16="http://schemas.microsoft.com/office/drawing/2014/main" id="{69F1E40A-8A34-FAF4-600E-DBB73398A5A9}"/>
              </a:ext>
            </a:extLst>
          </p:cNvPr>
          <p:cNvSpPr/>
          <p:nvPr/>
        </p:nvSpPr>
        <p:spPr>
          <a:xfrm>
            <a:off x="4287752" y="5488986"/>
            <a:ext cx="1137593" cy="341940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3" name="Rectangle 62">
            <a:extLst>
              <a:ext uri="{FF2B5EF4-FFF2-40B4-BE49-F238E27FC236}">
                <a16:creationId xmlns:a16="http://schemas.microsoft.com/office/drawing/2014/main" id="{8CF7FD89-2B37-5411-78F5-02C6310620A3}"/>
              </a:ext>
            </a:extLst>
          </p:cNvPr>
          <p:cNvSpPr/>
          <p:nvPr/>
        </p:nvSpPr>
        <p:spPr>
          <a:xfrm>
            <a:off x="8922197" y="5488985"/>
            <a:ext cx="1466961" cy="139622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4" name="Rectangle 63">
            <a:extLst>
              <a:ext uri="{FF2B5EF4-FFF2-40B4-BE49-F238E27FC236}">
                <a16:creationId xmlns:a16="http://schemas.microsoft.com/office/drawing/2014/main" id="{FE99F00F-3E23-F3AC-9834-2D5E0DDB6514}"/>
              </a:ext>
            </a:extLst>
          </p:cNvPr>
          <p:cNvSpPr/>
          <p:nvPr/>
        </p:nvSpPr>
        <p:spPr>
          <a:xfrm>
            <a:off x="9243711" y="6885211"/>
            <a:ext cx="823931" cy="202317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5" name="Rectangle 64">
            <a:extLst>
              <a:ext uri="{FF2B5EF4-FFF2-40B4-BE49-F238E27FC236}">
                <a16:creationId xmlns:a16="http://schemas.microsoft.com/office/drawing/2014/main" id="{E9BFE77D-B565-9F30-455F-F2B9A5060D7F}"/>
              </a:ext>
            </a:extLst>
          </p:cNvPr>
          <p:cNvSpPr/>
          <p:nvPr/>
        </p:nvSpPr>
        <p:spPr>
          <a:xfrm>
            <a:off x="10898769" y="5488985"/>
            <a:ext cx="581883" cy="301622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6" name="Rectangle 65">
            <a:extLst>
              <a:ext uri="{FF2B5EF4-FFF2-40B4-BE49-F238E27FC236}">
                <a16:creationId xmlns:a16="http://schemas.microsoft.com/office/drawing/2014/main" id="{FF067CDC-6881-4A50-6064-5EFF5EC19858}"/>
              </a:ext>
            </a:extLst>
          </p:cNvPr>
          <p:cNvSpPr/>
          <p:nvPr/>
        </p:nvSpPr>
        <p:spPr>
          <a:xfrm>
            <a:off x="10291606" y="8505206"/>
            <a:ext cx="1794160" cy="40318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7" name="Rectangle 66">
            <a:extLst>
              <a:ext uri="{FF2B5EF4-FFF2-40B4-BE49-F238E27FC236}">
                <a16:creationId xmlns:a16="http://schemas.microsoft.com/office/drawing/2014/main" id="{26195334-2C88-8CB3-6767-268E6655F5E4}"/>
              </a:ext>
            </a:extLst>
          </p:cNvPr>
          <p:cNvSpPr/>
          <p:nvPr/>
        </p:nvSpPr>
        <p:spPr>
          <a:xfrm>
            <a:off x="16212624" y="5488986"/>
            <a:ext cx="668245" cy="105313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8" name="Rectangle 67">
            <a:extLst>
              <a:ext uri="{FF2B5EF4-FFF2-40B4-BE49-F238E27FC236}">
                <a16:creationId xmlns:a16="http://schemas.microsoft.com/office/drawing/2014/main" id="{F04566C0-5EE9-4E6A-7CC2-3CD2512305F4}"/>
              </a:ext>
            </a:extLst>
          </p:cNvPr>
          <p:cNvSpPr/>
          <p:nvPr/>
        </p:nvSpPr>
        <p:spPr>
          <a:xfrm>
            <a:off x="15862474" y="6542122"/>
            <a:ext cx="1368544" cy="101490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9" name="Rectangle 68">
            <a:extLst>
              <a:ext uri="{FF2B5EF4-FFF2-40B4-BE49-F238E27FC236}">
                <a16:creationId xmlns:a16="http://schemas.microsoft.com/office/drawing/2014/main" id="{110831FE-3105-90C7-A480-FCD35961B123}"/>
              </a:ext>
            </a:extLst>
          </p:cNvPr>
          <p:cNvSpPr/>
          <p:nvPr/>
        </p:nvSpPr>
        <p:spPr>
          <a:xfrm>
            <a:off x="16050020" y="7557030"/>
            <a:ext cx="993451" cy="13547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0" name="Rectangle 69">
            <a:extLst>
              <a:ext uri="{FF2B5EF4-FFF2-40B4-BE49-F238E27FC236}">
                <a16:creationId xmlns:a16="http://schemas.microsoft.com/office/drawing/2014/main" id="{D4DB33C3-13AC-9D5D-0BE0-CF48A48FDF58}"/>
              </a:ext>
            </a:extLst>
          </p:cNvPr>
          <p:cNvSpPr/>
          <p:nvPr/>
        </p:nvSpPr>
        <p:spPr>
          <a:xfrm>
            <a:off x="17414882" y="5488985"/>
            <a:ext cx="1938101" cy="58633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1" name="Rectangle 70">
            <a:extLst>
              <a:ext uri="{FF2B5EF4-FFF2-40B4-BE49-F238E27FC236}">
                <a16:creationId xmlns:a16="http://schemas.microsoft.com/office/drawing/2014/main" id="{4398ECE3-758D-98D7-CF20-3860CD0B59C8}"/>
              </a:ext>
            </a:extLst>
          </p:cNvPr>
          <p:cNvSpPr/>
          <p:nvPr/>
        </p:nvSpPr>
        <p:spPr>
          <a:xfrm>
            <a:off x="17725838" y="6070981"/>
            <a:ext cx="1316186" cy="58633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2" name="Rectangle 71">
            <a:extLst>
              <a:ext uri="{FF2B5EF4-FFF2-40B4-BE49-F238E27FC236}">
                <a16:creationId xmlns:a16="http://schemas.microsoft.com/office/drawing/2014/main" id="{FB78F0CD-CE1D-C075-AE54-6DF3360DC85F}"/>
              </a:ext>
            </a:extLst>
          </p:cNvPr>
          <p:cNvSpPr/>
          <p:nvPr/>
        </p:nvSpPr>
        <p:spPr>
          <a:xfrm>
            <a:off x="18013098" y="6612351"/>
            <a:ext cx="741665" cy="229603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3" name="Rectangle 72">
            <a:extLst>
              <a:ext uri="{FF2B5EF4-FFF2-40B4-BE49-F238E27FC236}">
                <a16:creationId xmlns:a16="http://schemas.microsoft.com/office/drawing/2014/main" id="{C7A64BD1-9F6F-F296-50DC-79777D5FC30A}"/>
              </a:ext>
            </a:extLst>
          </p:cNvPr>
          <p:cNvSpPr/>
          <p:nvPr/>
        </p:nvSpPr>
        <p:spPr>
          <a:xfrm>
            <a:off x="19755195" y="5488985"/>
            <a:ext cx="721366" cy="22927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4" name="Rectangle 73">
            <a:extLst>
              <a:ext uri="{FF2B5EF4-FFF2-40B4-BE49-F238E27FC236}">
                <a16:creationId xmlns:a16="http://schemas.microsoft.com/office/drawing/2014/main" id="{0FE2B0F3-E6FE-87C6-93FF-1BEF026579C0}"/>
              </a:ext>
            </a:extLst>
          </p:cNvPr>
          <p:cNvSpPr/>
          <p:nvPr/>
        </p:nvSpPr>
        <p:spPr>
          <a:xfrm>
            <a:off x="19425902" y="7781781"/>
            <a:ext cx="1376618" cy="56151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5" name="Rectangle 74">
            <a:extLst>
              <a:ext uri="{FF2B5EF4-FFF2-40B4-BE49-F238E27FC236}">
                <a16:creationId xmlns:a16="http://schemas.microsoft.com/office/drawing/2014/main" id="{8E253870-AA94-6109-14E9-BF744EE1E335}"/>
              </a:ext>
            </a:extLst>
          </p:cNvPr>
          <p:cNvSpPr/>
          <p:nvPr/>
        </p:nvSpPr>
        <p:spPr>
          <a:xfrm>
            <a:off x="19107355" y="8343291"/>
            <a:ext cx="2013716" cy="5650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6" name="Rectangle 75">
            <a:extLst>
              <a:ext uri="{FF2B5EF4-FFF2-40B4-BE49-F238E27FC236}">
                <a16:creationId xmlns:a16="http://schemas.microsoft.com/office/drawing/2014/main" id="{5BBBB157-3D13-3DA6-925B-C2B4C06B2AC8}"/>
              </a:ext>
            </a:extLst>
          </p:cNvPr>
          <p:cNvSpPr/>
          <p:nvPr/>
        </p:nvSpPr>
        <p:spPr>
          <a:xfrm>
            <a:off x="14495506" y="5488985"/>
            <a:ext cx="876045" cy="182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7" name="Rectangle 76">
            <a:extLst>
              <a:ext uri="{FF2B5EF4-FFF2-40B4-BE49-F238E27FC236}">
                <a16:creationId xmlns:a16="http://schemas.microsoft.com/office/drawing/2014/main" id="{B6A2D0F9-C38F-55D8-AA4E-80ED88950EDA}"/>
              </a:ext>
            </a:extLst>
          </p:cNvPr>
          <p:cNvSpPr/>
          <p:nvPr/>
        </p:nvSpPr>
        <p:spPr>
          <a:xfrm>
            <a:off x="14267726" y="8628143"/>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8" name="Rectangle 77">
            <a:extLst>
              <a:ext uri="{FF2B5EF4-FFF2-40B4-BE49-F238E27FC236}">
                <a16:creationId xmlns:a16="http://schemas.microsoft.com/office/drawing/2014/main" id="{A217B279-795F-6D2D-76C4-EB71CD776956}"/>
              </a:ext>
            </a:extLst>
          </p:cNvPr>
          <p:cNvSpPr/>
          <p:nvPr/>
        </p:nvSpPr>
        <p:spPr>
          <a:xfrm>
            <a:off x="14693536" y="7313783"/>
            <a:ext cx="479985" cy="131436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cxnSp>
        <p:nvCxnSpPr>
          <p:cNvPr id="79" name="Straight Arrow Connector 78">
            <a:extLst>
              <a:ext uri="{FF2B5EF4-FFF2-40B4-BE49-F238E27FC236}">
                <a16:creationId xmlns:a16="http://schemas.microsoft.com/office/drawing/2014/main" id="{39B927FA-BE68-FB73-4837-532DFFE12AC5}"/>
              </a:ext>
            </a:extLst>
          </p:cNvPr>
          <p:cNvCxnSpPr/>
          <p:nvPr/>
        </p:nvCxnSpPr>
        <p:spPr>
          <a:xfrm>
            <a:off x="2875463" y="5488986"/>
            <a:ext cx="0" cy="3526296"/>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80" name="TextBox 79">
            <a:extLst>
              <a:ext uri="{FF2B5EF4-FFF2-40B4-BE49-F238E27FC236}">
                <a16:creationId xmlns:a16="http://schemas.microsoft.com/office/drawing/2014/main" id="{5F7C8508-EB41-BC5B-FF42-A25F4A5E9E73}"/>
              </a:ext>
            </a:extLst>
          </p:cNvPr>
          <p:cNvSpPr txBox="1"/>
          <p:nvPr/>
        </p:nvSpPr>
        <p:spPr>
          <a:xfrm rot="16200000">
            <a:off x="1865275" y="6916201"/>
            <a:ext cx="1071763" cy="553998"/>
          </a:xfrm>
          <a:prstGeom prst="rect">
            <a:avLst/>
          </a:prstGeom>
          <a:noFill/>
        </p:spPr>
        <p:txBody>
          <a:bodyPr wrap="square" rtlCol="0">
            <a:spAutoFit/>
          </a:bodyPr>
          <a:lstStyle/>
          <a:p>
            <a:r>
              <a:rPr lang="en-US" sz="3000" dirty="0">
                <a:latin typeface="Arial" panose="020B0604020202020204" pitchFamily="34" charset="0"/>
                <a:ea typeface="Yu Gothic" panose="020B0400000000000000" pitchFamily="34" charset="-128"/>
                <a:cs typeface="Arial" panose="020B0604020202020204" pitchFamily="34" charset="0"/>
              </a:rPr>
              <a:t>Time</a:t>
            </a:r>
          </a:p>
        </p:txBody>
      </p:sp>
      <p:sp>
        <p:nvSpPr>
          <p:cNvPr id="81" name="TextBox 80">
            <a:extLst>
              <a:ext uri="{FF2B5EF4-FFF2-40B4-BE49-F238E27FC236}">
                <a16:creationId xmlns:a16="http://schemas.microsoft.com/office/drawing/2014/main" id="{0E41B384-D83F-2C75-E4DA-07D46D552D34}"/>
              </a:ext>
            </a:extLst>
          </p:cNvPr>
          <p:cNvSpPr txBox="1"/>
          <p:nvPr/>
        </p:nvSpPr>
        <p:spPr>
          <a:xfrm>
            <a:off x="2519137" y="9753643"/>
            <a:ext cx="4961699" cy="553998"/>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Effective Population Size</a:t>
            </a:r>
          </a:p>
        </p:txBody>
      </p:sp>
      <p:sp>
        <p:nvSpPr>
          <p:cNvPr id="87" name="TextBox 86">
            <a:extLst>
              <a:ext uri="{FF2B5EF4-FFF2-40B4-BE49-F238E27FC236}">
                <a16:creationId xmlns:a16="http://schemas.microsoft.com/office/drawing/2014/main" id="{4E720F61-AB8F-F176-B7A9-AF4C99F2363A}"/>
              </a:ext>
            </a:extLst>
          </p:cNvPr>
          <p:cNvSpPr txBox="1"/>
          <p:nvPr/>
        </p:nvSpPr>
        <p:spPr>
          <a:xfrm>
            <a:off x="2519136" y="2461598"/>
            <a:ext cx="712653" cy="1015663"/>
          </a:xfrm>
          <a:prstGeom prst="rect">
            <a:avLst/>
          </a:prstGeom>
          <a:noFill/>
        </p:spPr>
        <p:txBody>
          <a:bodyPr wrap="square" rtlCol="0">
            <a:spAutoFit/>
          </a:bodyPr>
          <a:lstStyle/>
          <a:p>
            <a:r>
              <a:rPr lang="en-US" sz="6000" b="1" dirty="0">
                <a:latin typeface="Arial" panose="020B0604020202020204" pitchFamily="34" charset="0"/>
                <a:ea typeface="Yu Gothic" panose="020B0400000000000000" pitchFamily="34" charset="-128"/>
                <a:cs typeface="Arial" panose="020B0604020202020204" pitchFamily="34" charset="0"/>
              </a:rPr>
              <a:t>A</a:t>
            </a:r>
          </a:p>
        </p:txBody>
      </p:sp>
      <p:sp>
        <p:nvSpPr>
          <p:cNvPr id="89" name="TextBox 88">
            <a:extLst>
              <a:ext uri="{FF2B5EF4-FFF2-40B4-BE49-F238E27FC236}">
                <a16:creationId xmlns:a16="http://schemas.microsoft.com/office/drawing/2014/main" id="{3B60D952-59FE-4095-A402-03C94F9F3871}"/>
              </a:ext>
            </a:extLst>
          </p:cNvPr>
          <p:cNvSpPr txBox="1"/>
          <p:nvPr/>
        </p:nvSpPr>
        <p:spPr>
          <a:xfrm>
            <a:off x="8405374" y="2461597"/>
            <a:ext cx="712653" cy="1015663"/>
          </a:xfrm>
          <a:prstGeom prst="rect">
            <a:avLst/>
          </a:prstGeom>
          <a:noFill/>
        </p:spPr>
        <p:txBody>
          <a:bodyPr wrap="square" rtlCol="0">
            <a:spAutoFit/>
          </a:bodyPr>
          <a:lstStyle/>
          <a:p>
            <a:r>
              <a:rPr lang="en-US" sz="6000" b="1" dirty="0">
                <a:latin typeface="Arial" panose="020B0604020202020204" pitchFamily="34" charset="0"/>
                <a:ea typeface="Yu Gothic" panose="020B0400000000000000" pitchFamily="34" charset="-128"/>
                <a:cs typeface="Arial" panose="020B0604020202020204" pitchFamily="34" charset="0"/>
              </a:rPr>
              <a:t>B</a:t>
            </a:r>
          </a:p>
        </p:txBody>
      </p:sp>
      <p:sp>
        <p:nvSpPr>
          <p:cNvPr id="91" name="TextBox 90">
            <a:extLst>
              <a:ext uri="{FF2B5EF4-FFF2-40B4-BE49-F238E27FC236}">
                <a16:creationId xmlns:a16="http://schemas.microsoft.com/office/drawing/2014/main" id="{6D1B1F74-FE28-E904-05EA-E55A46281AD7}"/>
              </a:ext>
            </a:extLst>
          </p:cNvPr>
          <p:cNvSpPr txBox="1"/>
          <p:nvPr/>
        </p:nvSpPr>
        <p:spPr>
          <a:xfrm>
            <a:off x="15543371" y="2467096"/>
            <a:ext cx="712653" cy="1015663"/>
          </a:xfrm>
          <a:prstGeom prst="rect">
            <a:avLst/>
          </a:prstGeom>
          <a:noFill/>
        </p:spPr>
        <p:txBody>
          <a:bodyPr wrap="square" rtlCol="0">
            <a:spAutoFit/>
          </a:bodyPr>
          <a:lstStyle/>
          <a:p>
            <a:r>
              <a:rPr lang="en-US" sz="6000" b="1" dirty="0">
                <a:latin typeface="Arial" panose="020B0604020202020204" pitchFamily="34" charset="0"/>
                <a:ea typeface="Yu Gothic" panose="020B0400000000000000" pitchFamily="34" charset="-128"/>
                <a:cs typeface="Arial" panose="020B0604020202020204" pitchFamily="34" charset="0"/>
              </a:rPr>
              <a:t>C</a:t>
            </a:r>
          </a:p>
        </p:txBody>
      </p:sp>
      <p:cxnSp>
        <p:nvCxnSpPr>
          <p:cNvPr id="2" name="Straight Arrow Connector 1">
            <a:extLst>
              <a:ext uri="{FF2B5EF4-FFF2-40B4-BE49-F238E27FC236}">
                <a16:creationId xmlns:a16="http://schemas.microsoft.com/office/drawing/2014/main" id="{CB4A1A71-F772-0F0B-18AD-A7C49BA38E33}"/>
              </a:ext>
            </a:extLst>
          </p:cNvPr>
          <p:cNvCxnSpPr>
            <a:cxnSpLocks/>
          </p:cNvCxnSpPr>
          <p:nvPr/>
        </p:nvCxnSpPr>
        <p:spPr>
          <a:xfrm>
            <a:off x="3745769" y="9569835"/>
            <a:ext cx="2286000" cy="0"/>
          </a:xfrm>
          <a:prstGeom prst="straightConnector1">
            <a:avLst/>
          </a:prstGeom>
          <a:ln w="76200">
            <a:headEnd type="triangle"/>
            <a:tailEnd type="triangle"/>
          </a:ln>
        </p:spPr>
        <p:style>
          <a:lnRef idx="1">
            <a:schemeClr val="dk1"/>
          </a:lnRef>
          <a:fillRef idx="0">
            <a:schemeClr val="dk1"/>
          </a:fillRef>
          <a:effectRef idx="0">
            <a:schemeClr val="dk1"/>
          </a:effectRef>
          <a:fontRef idx="minor">
            <a:schemeClr val="tx1"/>
          </a:fontRef>
        </p:style>
      </p:cxnSp>
      <p:sp>
        <p:nvSpPr>
          <p:cNvPr id="5" name="TextBox 4">
            <a:extLst>
              <a:ext uri="{FF2B5EF4-FFF2-40B4-BE49-F238E27FC236}">
                <a16:creationId xmlns:a16="http://schemas.microsoft.com/office/drawing/2014/main" id="{FD3A128A-0A72-3130-9EB8-A35673D46126}"/>
              </a:ext>
            </a:extLst>
          </p:cNvPr>
          <p:cNvSpPr txBox="1"/>
          <p:nvPr/>
        </p:nvSpPr>
        <p:spPr>
          <a:xfrm>
            <a:off x="9075221" y="13617791"/>
            <a:ext cx="3315261"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6" name="TextBox 5">
            <a:extLst>
              <a:ext uri="{FF2B5EF4-FFF2-40B4-BE49-F238E27FC236}">
                <a16:creationId xmlns:a16="http://schemas.microsoft.com/office/drawing/2014/main" id="{0461E8FA-41FD-D1B0-279B-F4A7060650EC}"/>
              </a:ext>
            </a:extLst>
          </p:cNvPr>
          <p:cNvSpPr txBox="1"/>
          <p:nvPr/>
        </p:nvSpPr>
        <p:spPr>
          <a:xfrm>
            <a:off x="16192705" y="13636688"/>
            <a:ext cx="3560841"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10" name="TextBox 9">
            <a:extLst>
              <a:ext uri="{FF2B5EF4-FFF2-40B4-BE49-F238E27FC236}">
                <a16:creationId xmlns:a16="http://schemas.microsoft.com/office/drawing/2014/main" id="{CC6D6C3E-E704-FCE4-B0BF-6F8CE1D01931}"/>
              </a:ext>
            </a:extLst>
          </p:cNvPr>
          <p:cNvSpPr txBox="1"/>
          <p:nvPr/>
        </p:nvSpPr>
        <p:spPr>
          <a:xfrm>
            <a:off x="15690449" y="18303941"/>
            <a:ext cx="4129743"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Two instantaneous size changes</a:t>
            </a:r>
          </a:p>
        </p:txBody>
      </p:sp>
      <p:sp>
        <p:nvSpPr>
          <p:cNvPr id="28" name="TextBox 27">
            <a:extLst>
              <a:ext uri="{FF2B5EF4-FFF2-40B4-BE49-F238E27FC236}">
                <a16:creationId xmlns:a16="http://schemas.microsoft.com/office/drawing/2014/main" id="{2CBFBE07-2D83-E997-DAE3-9A967F36100F}"/>
              </a:ext>
            </a:extLst>
          </p:cNvPr>
          <p:cNvSpPr txBox="1"/>
          <p:nvPr/>
        </p:nvSpPr>
        <p:spPr>
          <a:xfrm>
            <a:off x="8589893" y="18303943"/>
            <a:ext cx="4014561"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One instantaneous size change</a:t>
            </a:r>
          </a:p>
        </p:txBody>
      </p:sp>
      <p:sp>
        <p:nvSpPr>
          <p:cNvPr id="82" name="TextBox 81">
            <a:extLst>
              <a:ext uri="{FF2B5EF4-FFF2-40B4-BE49-F238E27FC236}">
                <a16:creationId xmlns:a16="http://schemas.microsoft.com/office/drawing/2014/main" id="{5EAF1081-1CF5-1071-37F2-E7B5D588225A}"/>
              </a:ext>
            </a:extLst>
          </p:cNvPr>
          <p:cNvSpPr txBox="1"/>
          <p:nvPr/>
        </p:nvSpPr>
        <p:spPr>
          <a:xfrm>
            <a:off x="3478653" y="13622797"/>
            <a:ext cx="3320480"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One-epoch</a:t>
            </a:r>
          </a:p>
        </p:txBody>
      </p:sp>
      <p:sp>
        <p:nvSpPr>
          <p:cNvPr id="83" name="TextBox 82">
            <a:extLst>
              <a:ext uri="{FF2B5EF4-FFF2-40B4-BE49-F238E27FC236}">
                <a16:creationId xmlns:a16="http://schemas.microsoft.com/office/drawing/2014/main" id="{702CD765-2FAB-94E0-A19D-5C25D8DAA5F6}"/>
              </a:ext>
            </a:extLst>
          </p:cNvPr>
          <p:cNvSpPr txBox="1"/>
          <p:nvPr/>
        </p:nvSpPr>
        <p:spPr>
          <a:xfrm>
            <a:off x="3176835" y="18303943"/>
            <a:ext cx="3554530"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Constant effective </a:t>
            </a:r>
          </a:p>
          <a:p>
            <a:pPr algn="ctr"/>
            <a:r>
              <a:rPr lang="en-US" sz="3000" dirty="0">
                <a:latin typeface="Arial" panose="020B0604020202020204" pitchFamily="34" charset="0"/>
                <a:ea typeface="Yu Gothic" panose="020B0400000000000000" pitchFamily="34" charset="-128"/>
                <a:cs typeface="Arial" panose="020B0604020202020204" pitchFamily="34" charset="0"/>
              </a:rPr>
              <a:t>population size</a:t>
            </a:r>
          </a:p>
        </p:txBody>
      </p:sp>
      <p:sp>
        <p:nvSpPr>
          <p:cNvPr id="84" name="Rectangle 83">
            <a:extLst>
              <a:ext uri="{FF2B5EF4-FFF2-40B4-BE49-F238E27FC236}">
                <a16:creationId xmlns:a16="http://schemas.microsoft.com/office/drawing/2014/main" id="{4C940484-B1D3-CF07-7C5C-2D1747A3C580}"/>
              </a:ext>
            </a:extLst>
          </p:cNvPr>
          <p:cNvSpPr/>
          <p:nvPr/>
        </p:nvSpPr>
        <p:spPr>
          <a:xfrm>
            <a:off x="4385304" y="14643443"/>
            <a:ext cx="1137593" cy="341940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85" name="Rectangle 84">
            <a:extLst>
              <a:ext uri="{FF2B5EF4-FFF2-40B4-BE49-F238E27FC236}">
                <a16:creationId xmlns:a16="http://schemas.microsoft.com/office/drawing/2014/main" id="{75FD8EE8-A116-D50F-10A7-FEAFFEDD448D}"/>
              </a:ext>
            </a:extLst>
          </p:cNvPr>
          <p:cNvSpPr/>
          <p:nvPr/>
        </p:nvSpPr>
        <p:spPr>
          <a:xfrm>
            <a:off x="9019748" y="14643443"/>
            <a:ext cx="1466961" cy="139622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86" name="Rectangle 85">
            <a:extLst>
              <a:ext uri="{FF2B5EF4-FFF2-40B4-BE49-F238E27FC236}">
                <a16:creationId xmlns:a16="http://schemas.microsoft.com/office/drawing/2014/main" id="{89E2662C-A25A-7BAD-AF03-BBE3E785FF33}"/>
              </a:ext>
            </a:extLst>
          </p:cNvPr>
          <p:cNvSpPr/>
          <p:nvPr/>
        </p:nvSpPr>
        <p:spPr>
          <a:xfrm>
            <a:off x="9341262" y="16039668"/>
            <a:ext cx="823931" cy="202317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88" name="Rectangle 87">
            <a:extLst>
              <a:ext uri="{FF2B5EF4-FFF2-40B4-BE49-F238E27FC236}">
                <a16:creationId xmlns:a16="http://schemas.microsoft.com/office/drawing/2014/main" id="{CC5D9B5C-7CE7-A99D-5401-2C6679DE5907}"/>
              </a:ext>
            </a:extLst>
          </p:cNvPr>
          <p:cNvSpPr/>
          <p:nvPr/>
        </p:nvSpPr>
        <p:spPr>
          <a:xfrm>
            <a:off x="10996320" y="14643443"/>
            <a:ext cx="581883" cy="301622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0" name="Rectangle 89">
            <a:extLst>
              <a:ext uri="{FF2B5EF4-FFF2-40B4-BE49-F238E27FC236}">
                <a16:creationId xmlns:a16="http://schemas.microsoft.com/office/drawing/2014/main" id="{267AB76C-6D63-8EC3-A88E-33DAAE43C8E2}"/>
              </a:ext>
            </a:extLst>
          </p:cNvPr>
          <p:cNvSpPr/>
          <p:nvPr/>
        </p:nvSpPr>
        <p:spPr>
          <a:xfrm>
            <a:off x="10389158" y="17659663"/>
            <a:ext cx="1794160" cy="40318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2" name="Rectangle 91">
            <a:extLst>
              <a:ext uri="{FF2B5EF4-FFF2-40B4-BE49-F238E27FC236}">
                <a16:creationId xmlns:a16="http://schemas.microsoft.com/office/drawing/2014/main" id="{52682DD2-27D9-03DB-C961-24DD50085546}"/>
              </a:ext>
            </a:extLst>
          </p:cNvPr>
          <p:cNvSpPr/>
          <p:nvPr/>
        </p:nvSpPr>
        <p:spPr>
          <a:xfrm>
            <a:off x="16310175" y="14643444"/>
            <a:ext cx="668245" cy="105313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3" name="Rectangle 92">
            <a:extLst>
              <a:ext uri="{FF2B5EF4-FFF2-40B4-BE49-F238E27FC236}">
                <a16:creationId xmlns:a16="http://schemas.microsoft.com/office/drawing/2014/main" id="{865105BA-7B8A-B339-DB31-A6231AD2C1D4}"/>
              </a:ext>
            </a:extLst>
          </p:cNvPr>
          <p:cNvSpPr/>
          <p:nvPr/>
        </p:nvSpPr>
        <p:spPr>
          <a:xfrm>
            <a:off x="15960026" y="15696580"/>
            <a:ext cx="1368544" cy="101490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4" name="Rectangle 93">
            <a:extLst>
              <a:ext uri="{FF2B5EF4-FFF2-40B4-BE49-F238E27FC236}">
                <a16:creationId xmlns:a16="http://schemas.microsoft.com/office/drawing/2014/main" id="{96AA046B-7D66-B640-9083-A1C93FFCB53D}"/>
              </a:ext>
            </a:extLst>
          </p:cNvPr>
          <p:cNvSpPr/>
          <p:nvPr/>
        </p:nvSpPr>
        <p:spPr>
          <a:xfrm>
            <a:off x="16147571" y="16711488"/>
            <a:ext cx="993451" cy="13547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5" name="Rectangle 94">
            <a:extLst>
              <a:ext uri="{FF2B5EF4-FFF2-40B4-BE49-F238E27FC236}">
                <a16:creationId xmlns:a16="http://schemas.microsoft.com/office/drawing/2014/main" id="{8A0D5299-374C-B715-D505-F019248C8945}"/>
              </a:ext>
            </a:extLst>
          </p:cNvPr>
          <p:cNvSpPr/>
          <p:nvPr/>
        </p:nvSpPr>
        <p:spPr>
          <a:xfrm>
            <a:off x="17512433" y="14643443"/>
            <a:ext cx="1938101" cy="58633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6" name="Rectangle 95">
            <a:extLst>
              <a:ext uri="{FF2B5EF4-FFF2-40B4-BE49-F238E27FC236}">
                <a16:creationId xmlns:a16="http://schemas.microsoft.com/office/drawing/2014/main" id="{61A7337C-7627-F7E8-452A-34D3A738389C}"/>
              </a:ext>
            </a:extLst>
          </p:cNvPr>
          <p:cNvSpPr/>
          <p:nvPr/>
        </p:nvSpPr>
        <p:spPr>
          <a:xfrm>
            <a:off x="17823390" y="15225439"/>
            <a:ext cx="1316186" cy="58633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7" name="Rectangle 96">
            <a:extLst>
              <a:ext uri="{FF2B5EF4-FFF2-40B4-BE49-F238E27FC236}">
                <a16:creationId xmlns:a16="http://schemas.microsoft.com/office/drawing/2014/main" id="{79D7610E-473E-B6F2-70E8-543E6C24AE16}"/>
              </a:ext>
            </a:extLst>
          </p:cNvPr>
          <p:cNvSpPr/>
          <p:nvPr/>
        </p:nvSpPr>
        <p:spPr>
          <a:xfrm>
            <a:off x="18110649" y="15766809"/>
            <a:ext cx="741665" cy="229603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8" name="Rectangle 97">
            <a:extLst>
              <a:ext uri="{FF2B5EF4-FFF2-40B4-BE49-F238E27FC236}">
                <a16:creationId xmlns:a16="http://schemas.microsoft.com/office/drawing/2014/main" id="{4BBC0DB2-CA17-0813-AD71-D819E4A55C93}"/>
              </a:ext>
            </a:extLst>
          </p:cNvPr>
          <p:cNvSpPr/>
          <p:nvPr/>
        </p:nvSpPr>
        <p:spPr>
          <a:xfrm>
            <a:off x="19852746" y="14643443"/>
            <a:ext cx="721366" cy="22927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9" name="Rectangle 98">
            <a:extLst>
              <a:ext uri="{FF2B5EF4-FFF2-40B4-BE49-F238E27FC236}">
                <a16:creationId xmlns:a16="http://schemas.microsoft.com/office/drawing/2014/main" id="{7B7FF642-EF04-EB5E-83D3-6BEB2E97298F}"/>
              </a:ext>
            </a:extLst>
          </p:cNvPr>
          <p:cNvSpPr/>
          <p:nvPr/>
        </p:nvSpPr>
        <p:spPr>
          <a:xfrm>
            <a:off x="19523454" y="16936238"/>
            <a:ext cx="1376618" cy="56151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00" name="Rectangle 99">
            <a:extLst>
              <a:ext uri="{FF2B5EF4-FFF2-40B4-BE49-F238E27FC236}">
                <a16:creationId xmlns:a16="http://schemas.microsoft.com/office/drawing/2014/main" id="{A0411819-E78D-D8CC-3635-A1E6C9E06887}"/>
              </a:ext>
            </a:extLst>
          </p:cNvPr>
          <p:cNvSpPr/>
          <p:nvPr/>
        </p:nvSpPr>
        <p:spPr>
          <a:xfrm>
            <a:off x="19204906" y="17497749"/>
            <a:ext cx="2013716" cy="5650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02" name="Rectangle 101">
            <a:extLst>
              <a:ext uri="{FF2B5EF4-FFF2-40B4-BE49-F238E27FC236}">
                <a16:creationId xmlns:a16="http://schemas.microsoft.com/office/drawing/2014/main" id="{5BF47572-1D1A-77E1-C0E9-99E955A426AD}"/>
              </a:ext>
            </a:extLst>
          </p:cNvPr>
          <p:cNvSpPr/>
          <p:nvPr/>
        </p:nvSpPr>
        <p:spPr>
          <a:xfrm>
            <a:off x="14593058" y="14643442"/>
            <a:ext cx="876045" cy="182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13" name="Rectangle 112">
            <a:extLst>
              <a:ext uri="{FF2B5EF4-FFF2-40B4-BE49-F238E27FC236}">
                <a16:creationId xmlns:a16="http://schemas.microsoft.com/office/drawing/2014/main" id="{67D195A9-F297-4871-0D83-D12492937B8E}"/>
              </a:ext>
            </a:extLst>
          </p:cNvPr>
          <p:cNvSpPr/>
          <p:nvPr/>
        </p:nvSpPr>
        <p:spPr>
          <a:xfrm>
            <a:off x="14365278" y="17782601"/>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24" name="Rectangle 123">
            <a:extLst>
              <a:ext uri="{FF2B5EF4-FFF2-40B4-BE49-F238E27FC236}">
                <a16:creationId xmlns:a16="http://schemas.microsoft.com/office/drawing/2014/main" id="{8AABB60B-499E-B673-DC03-CA45858A11A1}"/>
              </a:ext>
            </a:extLst>
          </p:cNvPr>
          <p:cNvSpPr/>
          <p:nvPr/>
        </p:nvSpPr>
        <p:spPr>
          <a:xfrm>
            <a:off x="14791088" y="16468240"/>
            <a:ext cx="479985" cy="131436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cxnSp>
        <p:nvCxnSpPr>
          <p:cNvPr id="135" name="Straight Arrow Connector 134">
            <a:extLst>
              <a:ext uri="{FF2B5EF4-FFF2-40B4-BE49-F238E27FC236}">
                <a16:creationId xmlns:a16="http://schemas.microsoft.com/office/drawing/2014/main" id="{0C100F66-5B1B-E94F-5B88-571F2E814956}"/>
              </a:ext>
            </a:extLst>
          </p:cNvPr>
          <p:cNvCxnSpPr/>
          <p:nvPr/>
        </p:nvCxnSpPr>
        <p:spPr>
          <a:xfrm>
            <a:off x="2973014" y="14643443"/>
            <a:ext cx="0" cy="3526296"/>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148" name="TextBox 147">
            <a:extLst>
              <a:ext uri="{FF2B5EF4-FFF2-40B4-BE49-F238E27FC236}">
                <a16:creationId xmlns:a16="http://schemas.microsoft.com/office/drawing/2014/main" id="{F935A257-0BF8-1EE0-7C5C-4A81B01678C2}"/>
              </a:ext>
            </a:extLst>
          </p:cNvPr>
          <p:cNvSpPr txBox="1"/>
          <p:nvPr/>
        </p:nvSpPr>
        <p:spPr>
          <a:xfrm rot="16200000">
            <a:off x="1962826" y="16070658"/>
            <a:ext cx="1071763" cy="553998"/>
          </a:xfrm>
          <a:prstGeom prst="rect">
            <a:avLst/>
          </a:prstGeom>
          <a:noFill/>
        </p:spPr>
        <p:txBody>
          <a:bodyPr wrap="square" rtlCol="0">
            <a:spAutoFit/>
          </a:bodyPr>
          <a:lstStyle/>
          <a:p>
            <a:r>
              <a:rPr lang="en-US" sz="3000" dirty="0">
                <a:latin typeface="Arial" panose="020B0604020202020204" pitchFamily="34" charset="0"/>
                <a:ea typeface="Yu Gothic" panose="020B0400000000000000" pitchFamily="34" charset="-128"/>
                <a:cs typeface="Arial" panose="020B0604020202020204" pitchFamily="34" charset="0"/>
              </a:rPr>
              <a:t>Time</a:t>
            </a:r>
          </a:p>
        </p:txBody>
      </p:sp>
      <p:sp>
        <p:nvSpPr>
          <p:cNvPr id="150" name="TextBox 149">
            <a:extLst>
              <a:ext uri="{FF2B5EF4-FFF2-40B4-BE49-F238E27FC236}">
                <a16:creationId xmlns:a16="http://schemas.microsoft.com/office/drawing/2014/main" id="{FE44ACEB-EE84-EFAD-6881-66747BCDA8BE}"/>
              </a:ext>
            </a:extLst>
          </p:cNvPr>
          <p:cNvSpPr txBox="1"/>
          <p:nvPr/>
        </p:nvSpPr>
        <p:spPr>
          <a:xfrm>
            <a:off x="2616687" y="12850496"/>
            <a:ext cx="712653" cy="1015663"/>
          </a:xfrm>
          <a:prstGeom prst="rect">
            <a:avLst/>
          </a:prstGeom>
          <a:noFill/>
        </p:spPr>
        <p:txBody>
          <a:bodyPr wrap="square" rtlCol="0">
            <a:spAutoFit/>
          </a:bodyPr>
          <a:lstStyle/>
          <a:p>
            <a:r>
              <a:rPr lang="en-US" sz="6000" b="1" dirty="0">
                <a:latin typeface="Arial" panose="020B0604020202020204" pitchFamily="34" charset="0"/>
                <a:ea typeface="Yu Gothic" panose="020B0400000000000000" pitchFamily="34" charset="-128"/>
                <a:cs typeface="Arial" panose="020B0604020202020204" pitchFamily="34" charset="0"/>
              </a:rPr>
              <a:t>A</a:t>
            </a:r>
          </a:p>
        </p:txBody>
      </p:sp>
      <p:sp>
        <p:nvSpPr>
          <p:cNvPr id="151" name="TextBox 150">
            <a:extLst>
              <a:ext uri="{FF2B5EF4-FFF2-40B4-BE49-F238E27FC236}">
                <a16:creationId xmlns:a16="http://schemas.microsoft.com/office/drawing/2014/main" id="{CFD9D1D4-CED0-4E03-92A3-C69B9D4BAAFB}"/>
              </a:ext>
            </a:extLst>
          </p:cNvPr>
          <p:cNvSpPr txBox="1"/>
          <p:nvPr/>
        </p:nvSpPr>
        <p:spPr>
          <a:xfrm>
            <a:off x="8502925" y="12850494"/>
            <a:ext cx="712653" cy="1015663"/>
          </a:xfrm>
          <a:prstGeom prst="rect">
            <a:avLst/>
          </a:prstGeom>
          <a:noFill/>
        </p:spPr>
        <p:txBody>
          <a:bodyPr wrap="square" rtlCol="0">
            <a:spAutoFit/>
          </a:bodyPr>
          <a:lstStyle/>
          <a:p>
            <a:r>
              <a:rPr lang="en-US" sz="6000" b="1" dirty="0">
                <a:latin typeface="Arial" panose="020B0604020202020204" pitchFamily="34" charset="0"/>
                <a:ea typeface="Yu Gothic" panose="020B0400000000000000" pitchFamily="34" charset="-128"/>
                <a:cs typeface="Arial" panose="020B0604020202020204" pitchFamily="34" charset="0"/>
              </a:rPr>
              <a:t>B</a:t>
            </a:r>
          </a:p>
        </p:txBody>
      </p:sp>
      <p:sp>
        <p:nvSpPr>
          <p:cNvPr id="153" name="TextBox 152">
            <a:extLst>
              <a:ext uri="{FF2B5EF4-FFF2-40B4-BE49-F238E27FC236}">
                <a16:creationId xmlns:a16="http://schemas.microsoft.com/office/drawing/2014/main" id="{72328C27-0A97-E49E-B952-49CC981F3B31}"/>
              </a:ext>
            </a:extLst>
          </p:cNvPr>
          <p:cNvSpPr txBox="1"/>
          <p:nvPr/>
        </p:nvSpPr>
        <p:spPr>
          <a:xfrm>
            <a:off x="15732362" y="12855993"/>
            <a:ext cx="712653" cy="1015663"/>
          </a:xfrm>
          <a:prstGeom prst="rect">
            <a:avLst/>
          </a:prstGeom>
          <a:noFill/>
        </p:spPr>
        <p:txBody>
          <a:bodyPr wrap="square" rtlCol="0">
            <a:spAutoFit/>
          </a:bodyPr>
          <a:lstStyle/>
          <a:p>
            <a:r>
              <a:rPr lang="en-US" sz="6000" b="1" dirty="0">
                <a:latin typeface="Arial" panose="020B0604020202020204" pitchFamily="34" charset="0"/>
                <a:ea typeface="Yu Gothic" panose="020B0400000000000000" pitchFamily="34" charset="-128"/>
                <a:cs typeface="Arial" panose="020B0604020202020204" pitchFamily="34" charset="0"/>
              </a:rPr>
              <a:t>C</a:t>
            </a:r>
          </a:p>
        </p:txBody>
      </p:sp>
    </p:spTree>
    <p:extLst>
      <p:ext uri="{BB962C8B-B14F-4D97-AF65-F5344CB8AC3E}">
        <p14:creationId xmlns:p14="http://schemas.microsoft.com/office/powerpoint/2010/main" val="295722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7D566C64-33B4-D69F-A07A-7AABF0CB533E}"/>
              </a:ext>
            </a:extLst>
          </p:cNvPr>
          <p:cNvSpPr txBox="1"/>
          <p:nvPr/>
        </p:nvSpPr>
        <p:spPr>
          <a:xfrm>
            <a:off x="4122820" y="1209368"/>
            <a:ext cx="2359624"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5" name="TextBox 4">
            <a:extLst>
              <a:ext uri="{FF2B5EF4-FFF2-40B4-BE49-F238E27FC236}">
                <a16:creationId xmlns:a16="http://schemas.microsoft.com/office/drawing/2014/main" id="{0B8DB436-7BEB-6FC3-E818-8DF890279EC5}"/>
              </a:ext>
            </a:extLst>
          </p:cNvPr>
          <p:cNvSpPr txBox="1"/>
          <p:nvPr/>
        </p:nvSpPr>
        <p:spPr>
          <a:xfrm>
            <a:off x="7662185" y="1209368"/>
            <a:ext cx="2699019"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6" name="TextBox 5">
            <a:extLst>
              <a:ext uri="{FF2B5EF4-FFF2-40B4-BE49-F238E27FC236}">
                <a16:creationId xmlns:a16="http://schemas.microsoft.com/office/drawing/2014/main" id="{EEAB0D76-42BF-673D-C73F-9374D561A3FD}"/>
              </a:ext>
            </a:extLst>
          </p:cNvPr>
          <p:cNvSpPr txBox="1"/>
          <p:nvPr/>
        </p:nvSpPr>
        <p:spPr>
          <a:xfrm>
            <a:off x="7149967" y="9831953"/>
            <a:ext cx="4014562" cy="1015663"/>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3000" b="1" dirty="0">
                <a:latin typeface="Arial" panose="020B0604020202020204" pitchFamily="34" charset="0"/>
                <a:ea typeface="Yu Gothic" panose="020B0400000000000000" pitchFamily="34" charset="-128"/>
                <a:cs typeface="Arial" panose="020B0604020202020204" pitchFamily="34" charset="0"/>
              </a:rPr>
              <a:t>Two instantaneous size changes</a:t>
            </a:r>
          </a:p>
        </p:txBody>
      </p:sp>
      <p:sp>
        <p:nvSpPr>
          <p:cNvPr id="7" name="TextBox 6">
            <a:extLst>
              <a:ext uri="{FF2B5EF4-FFF2-40B4-BE49-F238E27FC236}">
                <a16:creationId xmlns:a16="http://schemas.microsoft.com/office/drawing/2014/main" id="{A2CF1071-47A6-D8E9-DD6C-B6918D8C3769}"/>
              </a:ext>
            </a:extLst>
          </p:cNvPr>
          <p:cNvSpPr txBox="1"/>
          <p:nvPr/>
        </p:nvSpPr>
        <p:spPr>
          <a:xfrm>
            <a:off x="3374279" y="9831954"/>
            <a:ext cx="4014561" cy="1015663"/>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3000" b="1" dirty="0">
                <a:latin typeface="Arial" panose="020B0604020202020204" pitchFamily="34" charset="0"/>
                <a:ea typeface="Yu Gothic" panose="020B0400000000000000" pitchFamily="34" charset="-128"/>
                <a:cs typeface="Arial" panose="020B0604020202020204" pitchFamily="34" charset="0"/>
              </a:rPr>
              <a:t>One instantaneous size change</a:t>
            </a:r>
          </a:p>
        </p:txBody>
      </p:sp>
      <p:sp>
        <p:nvSpPr>
          <p:cNvPr id="11" name="Rectangle 10">
            <a:extLst>
              <a:ext uri="{FF2B5EF4-FFF2-40B4-BE49-F238E27FC236}">
                <a16:creationId xmlns:a16="http://schemas.microsoft.com/office/drawing/2014/main" id="{56E5EA01-39A4-5644-DD58-A9DECE617716}"/>
              </a:ext>
            </a:extLst>
          </p:cNvPr>
          <p:cNvSpPr/>
          <p:nvPr/>
        </p:nvSpPr>
        <p:spPr>
          <a:xfrm>
            <a:off x="4450484" y="2113873"/>
            <a:ext cx="1466961" cy="174557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E5347345-A465-EA7C-BD9D-5557D857B2DD}"/>
              </a:ext>
            </a:extLst>
          </p:cNvPr>
          <p:cNvSpPr/>
          <p:nvPr/>
        </p:nvSpPr>
        <p:spPr>
          <a:xfrm>
            <a:off x="4771997" y="3859445"/>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24" name="Rectangle 23">
            <a:extLst>
              <a:ext uri="{FF2B5EF4-FFF2-40B4-BE49-F238E27FC236}">
                <a16:creationId xmlns:a16="http://schemas.microsoft.com/office/drawing/2014/main" id="{BD9F205E-6974-EBA7-9EC3-F6D8954146E7}"/>
              </a:ext>
            </a:extLst>
          </p:cNvPr>
          <p:cNvSpPr/>
          <p:nvPr/>
        </p:nvSpPr>
        <p:spPr>
          <a:xfrm>
            <a:off x="8624923" y="2113873"/>
            <a:ext cx="876045" cy="182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25" name="Rectangle 24">
            <a:extLst>
              <a:ext uri="{FF2B5EF4-FFF2-40B4-BE49-F238E27FC236}">
                <a16:creationId xmlns:a16="http://schemas.microsoft.com/office/drawing/2014/main" id="{C08057AF-0E75-5686-1F68-EFEE23F32660}"/>
              </a:ext>
            </a:extLst>
          </p:cNvPr>
          <p:cNvSpPr/>
          <p:nvPr/>
        </p:nvSpPr>
        <p:spPr>
          <a:xfrm>
            <a:off x="8397143" y="5253032"/>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26" name="Rectangle 25">
            <a:extLst>
              <a:ext uri="{FF2B5EF4-FFF2-40B4-BE49-F238E27FC236}">
                <a16:creationId xmlns:a16="http://schemas.microsoft.com/office/drawing/2014/main" id="{59567512-1A9A-EA11-8BC1-EC0E68658617}"/>
              </a:ext>
            </a:extLst>
          </p:cNvPr>
          <p:cNvSpPr/>
          <p:nvPr/>
        </p:nvSpPr>
        <p:spPr>
          <a:xfrm>
            <a:off x="8822953" y="3938671"/>
            <a:ext cx="479985" cy="131436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cxnSp>
        <p:nvCxnSpPr>
          <p:cNvPr id="27" name="Straight Arrow Connector 26">
            <a:extLst>
              <a:ext uri="{FF2B5EF4-FFF2-40B4-BE49-F238E27FC236}">
                <a16:creationId xmlns:a16="http://schemas.microsoft.com/office/drawing/2014/main" id="{EE434D0C-00F8-6B98-67EE-E4BBD25DD68F}"/>
              </a:ext>
            </a:extLst>
          </p:cNvPr>
          <p:cNvCxnSpPr/>
          <p:nvPr/>
        </p:nvCxnSpPr>
        <p:spPr>
          <a:xfrm>
            <a:off x="3304655" y="6428402"/>
            <a:ext cx="0" cy="3526296"/>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28" name="TextBox 27">
            <a:extLst>
              <a:ext uri="{FF2B5EF4-FFF2-40B4-BE49-F238E27FC236}">
                <a16:creationId xmlns:a16="http://schemas.microsoft.com/office/drawing/2014/main" id="{D113EFA9-1AF6-F6FE-7EF0-75ECC3CA5812}"/>
              </a:ext>
            </a:extLst>
          </p:cNvPr>
          <p:cNvSpPr txBox="1"/>
          <p:nvPr/>
        </p:nvSpPr>
        <p:spPr>
          <a:xfrm rot="16200000">
            <a:off x="2294467" y="7855617"/>
            <a:ext cx="1071763"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Time</a:t>
            </a:r>
          </a:p>
        </p:txBody>
      </p:sp>
      <p:sp>
        <p:nvSpPr>
          <p:cNvPr id="29" name="TextBox 28">
            <a:extLst>
              <a:ext uri="{FF2B5EF4-FFF2-40B4-BE49-F238E27FC236}">
                <a16:creationId xmlns:a16="http://schemas.microsoft.com/office/drawing/2014/main" id="{8531D876-88AE-4755-8979-FF8D4C7F2CCB}"/>
              </a:ext>
            </a:extLst>
          </p:cNvPr>
          <p:cNvSpPr txBox="1"/>
          <p:nvPr/>
        </p:nvSpPr>
        <p:spPr>
          <a:xfrm>
            <a:off x="1181884" y="6304052"/>
            <a:ext cx="2122772"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30" name="TextBox 29">
            <a:extLst>
              <a:ext uri="{FF2B5EF4-FFF2-40B4-BE49-F238E27FC236}">
                <a16:creationId xmlns:a16="http://schemas.microsoft.com/office/drawing/2014/main" id="{A3FBB3F6-CDF7-8F7E-B9FE-31F381005430}"/>
              </a:ext>
            </a:extLst>
          </p:cNvPr>
          <p:cNvSpPr txBox="1"/>
          <p:nvPr/>
        </p:nvSpPr>
        <p:spPr>
          <a:xfrm>
            <a:off x="1472264" y="9408826"/>
            <a:ext cx="1664764"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2" name="Rectangle 1">
            <a:extLst>
              <a:ext uri="{FF2B5EF4-FFF2-40B4-BE49-F238E27FC236}">
                <a16:creationId xmlns:a16="http://schemas.microsoft.com/office/drawing/2014/main" id="{D80223C5-416F-C8FF-AB89-F746F6089ADB}"/>
              </a:ext>
            </a:extLst>
          </p:cNvPr>
          <p:cNvSpPr/>
          <p:nvPr/>
        </p:nvSpPr>
        <p:spPr>
          <a:xfrm>
            <a:off x="4874910" y="6304051"/>
            <a:ext cx="581883" cy="313915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41AB1750-CAEE-FABA-8A61-7CF844081CCA}"/>
              </a:ext>
            </a:extLst>
          </p:cNvPr>
          <p:cNvSpPr/>
          <p:nvPr/>
        </p:nvSpPr>
        <p:spPr>
          <a:xfrm>
            <a:off x="4267748" y="9443207"/>
            <a:ext cx="1794160" cy="280247"/>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31" name="Rectangle 30">
            <a:extLst>
              <a:ext uri="{FF2B5EF4-FFF2-40B4-BE49-F238E27FC236}">
                <a16:creationId xmlns:a16="http://schemas.microsoft.com/office/drawing/2014/main" id="{C872BB63-91B1-8C0D-B675-B26ED4579D0C}"/>
              </a:ext>
            </a:extLst>
          </p:cNvPr>
          <p:cNvSpPr/>
          <p:nvPr/>
        </p:nvSpPr>
        <p:spPr>
          <a:xfrm>
            <a:off x="8673777" y="6304050"/>
            <a:ext cx="876045" cy="182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32" name="Rectangle 31">
            <a:extLst>
              <a:ext uri="{FF2B5EF4-FFF2-40B4-BE49-F238E27FC236}">
                <a16:creationId xmlns:a16="http://schemas.microsoft.com/office/drawing/2014/main" id="{92DC2879-A3CB-3542-49F0-10AB63CDE34A}"/>
              </a:ext>
            </a:extLst>
          </p:cNvPr>
          <p:cNvSpPr/>
          <p:nvPr/>
        </p:nvSpPr>
        <p:spPr>
          <a:xfrm>
            <a:off x="8445997" y="9443209"/>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33" name="Rectangle 32">
            <a:extLst>
              <a:ext uri="{FF2B5EF4-FFF2-40B4-BE49-F238E27FC236}">
                <a16:creationId xmlns:a16="http://schemas.microsoft.com/office/drawing/2014/main" id="{ED20DA58-FF88-86A7-448E-F35C4EC4C144}"/>
              </a:ext>
            </a:extLst>
          </p:cNvPr>
          <p:cNvSpPr/>
          <p:nvPr/>
        </p:nvSpPr>
        <p:spPr>
          <a:xfrm>
            <a:off x="8871807" y="8128848"/>
            <a:ext cx="479985" cy="131436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cxnSp>
        <p:nvCxnSpPr>
          <p:cNvPr id="34" name="Straight Arrow Connector 33">
            <a:extLst>
              <a:ext uri="{FF2B5EF4-FFF2-40B4-BE49-F238E27FC236}">
                <a16:creationId xmlns:a16="http://schemas.microsoft.com/office/drawing/2014/main" id="{E40D1039-6D84-ACBB-2BDF-B10D95FF53F3}"/>
              </a:ext>
            </a:extLst>
          </p:cNvPr>
          <p:cNvCxnSpPr/>
          <p:nvPr/>
        </p:nvCxnSpPr>
        <p:spPr>
          <a:xfrm>
            <a:off x="3304656" y="2155295"/>
            <a:ext cx="0" cy="3526296"/>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07B205D6-34CB-BB0F-9EF1-350A345C2080}"/>
              </a:ext>
            </a:extLst>
          </p:cNvPr>
          <p:cNvSpPr txBox="1"/>
          <p:nvPr/>
        </p:nvSpPr>
        <p:spPr>
          <a:xfrm rot="16200000">
            <a:off x="2294468" y="3582510"/>
            <a:ext cx="1071763"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Time</a:t>
            </a:r>
          </a:p>
        </p:txBody>
      </p:sp>
      <p:sp>
        <p:nvSpPr>
          <p:cNvPr id="36" name="TextBox 35">
            <a:extLst>
              <a:ext uri="{FF2B5EF4-FFF2-40B4-BE49-F238E27FC236}">
                <a16:creationId xmlns:a16="http://schemas.microsoft.com/office/drawing/2014/main" id="{6FA518AA-29E2-F719-CB42-62AC6A0C1E3D}"/>
              </a:ext>
            </a:extLst>
          </p:cNvPr>
          <p:cNvSpPr txBox="1"/>
          <p:nvPr/>
        </p:nvSpPr>
        <p:spPr>
          <a:xfrm>
            <a:off x="1181885" y="2030945"/>
            <a:ext cx="2122772"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37" name="TextBox 36">
            <a:extLst>
              <a:ext uri="{FF2B5EF4-FFF2-40B4-BE49-F238E27FC236}">
                <a16:creationId xmlns:a16="http://schemas.microsoft.com/office/drawing/2014/main" id="{0398B865-D378-B0C9-1ABA-5A09D85E46A1}"/>
              </a:ext>
            </a:extLst>
          </p:cNvPr>
          <p:cNvSpPr txBox="1"/>
          <p:nvPr/>
        </p:nvSpPr>
        <p:spPr>
          <a:xfrm>
            <a:off x="1472265" y="5135719"/>
            <a:ext cx="1664764"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38" name="Right Brace 37">
            <a:extLst>
              <a:ext uri="{FF2B5EF4-FFF2-40B4-BE49-F238E27FC236}">
                <a16:creationId xmlns:a16="http://schemas.microsoft.com/office/drawing/2014/main" id="{6CABFD97-21D1-3540-BB20-28E0252FD00D}"/>
              </a:ext>
            </a:extLst>
          </p:cNvPr>
          <p:cNvSpPr/>
          <p:nvPr/>
        </p:nvSpPr>
        <p:spPr>
          <a:xfrm>
            <a:off x="11007601" y="2150749"/>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39" name="Right Brace 38">
            <a:extLst>
              <a:ext uri="{FF2B5EF4-FFF2-40B4-BE49-F238E27FC236}">
                <a16:creationId xmlns:a16="http://schemas.microsoft.com/office/drawing/2014/main" id="{1DDE22A2-11C9-B369-63B9-177ACABD96D2}"/>
              </a:ext>
            </a:extLst>
          </p:cNvPr>
          <p:cNvSpPr/>
          <p:nvPr/>
        </p:nvSpPr>
        <p:spPr>
          <a:xfrm>
            <a:off x="11007601" y="6278163"/>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40" name="Rectangle 39">
            <a:extLst>
              <a:ext uri="{FF2B5EF4-FFF2-40B4-BE49-F238E27FC236}">
                <a16:creationId xmlns:a16="http://schemas.microsoft.com/office/drawing/2014/main" id="{6F338A14-0521-FB0D-0107-2C0AF7AC64C8}"/>
              </a:ext>
            </a:extLst>
          </p:cNvPr>
          <p:cNvSpPr/>
          <p:nvPr/>
        </p:nvSpPr>
        <p:spPr>
          <a:xfrm>
            <a:off x="12040034" y="2150749"/>
            <a:ext cx="717709" cy="3382528"/>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2" name="Straight Connector 41">
            <a:extLst>
              <a:ext uri="{FF2B5EF4-FFF2-40B4-BE49-F238E27FC236}">
                <a16:creationId xmlns:a16="http://schemas.microsoft.com/office/drawing/2014/main" id="{622FAC87-0BD0-5735-4101-ABDDEFB840FD}"/>
              </a:ext>
            </a:extLst>
          </p:cNvPr>
          <p:cNvCxnSpPr>
            <a:stCxn id="40" idx="1"/>
            <a:endCxn id="40" idx="3"/>
          </p:cNvCxnSpPr>
          <p:nvPr/>
        </p:nvCxnSpPr>
        <p:spPr>
          <a:xfrm>
            <a:off x="12040034" y="3842013"/>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43" name="Straight Connector 42">
            <a:extLst>
              <a:ext uri="{FF2B5EF4-FFF2-40B4-BE49-F238E27FC236}">
                <a16:creationId xmlns:a16="http://schemas.microsoft.com/office/drawing/2014/main" id="{089AA565-5602-C266-7478-CB825AD375E0}"/>
              </a:ext>
            </a:extLst>
          </p:cNvPr>
          <p:cNvCxnSpPr/>
          <p:nvPr/>
        </p:nvCxnSpPr>
        <p:spPr>
          <a:xfrm>
            <a:off x="12040034" y="4299213"/>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44" name="Straight Connector 43">
            <a:extLst>
              <a:ext uri="{FF2B5EF4-FFF2-40B4-BE49-F238E27FC236}">
                <a16:creationId xmlns:a16="http://schemas.microsoft.com/office/drawing/2014/main" id="{5E9CB227-78CD-1821-DF36-B14915826C4D}"/>
              </a:ext>
            </a:extLst>
          </p:cNvPr>
          <p:cNvCxnSpPr/>
          <p:nvPr/>
        </p:nvCxnSpPr>
        <p:spPr>
          <a:xfrm>
            <a:off x="12040034" y="4710693"/>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46" name="Straight Connector 45">
            <a:extLst>
              <a:ext uri="{FF2B5EF4-FFF2-40B4-BE49-F238E27FC236}">
                <a16:creationId xmlns:a16="http://schemas.microsoft.com/office/drawing/2014/main" id="{12C7B8CA-979F-5553-0839-C36866B002A5}"/>
              </a:ext>
            </a:extLst>
          </p:cNvPr>
          <p:cNvCxnSpPr/>
          <p:nvPr/>
        </p:nvCxnSpPr>
        <p:spPr>
          <a:xfrm>
            <a:off x="12040034" y="5067139"/>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51" name="Straight Connector 50">
            <a:extLst>
              <a:ext uri="{FF2B5EF4-FFF2-40B4-BE49-F238E27FC236}">
                <a16:creationId xmlns:a16="http://schemas.microsoft.com/office/drawing/2014/main" id="{47693939-031A-6F2A-1224-A9A81A40D1A8}"/>
              </a:ext>
            </a:extLst>
          </p:cNvPr>
          <p:cNvCxnSpPr/>
          <p:nvPr/>
        </p:nvCxnSpPr>
        <p:spPr>
          <a:xfrm>
            <a:off x="12040034" y="5334006"/>
            <a:ext cx="717709" cy="0"/>
          </a:xfrm>
          <a:prstGeom prst="line">
            <a:avLst/>
          </a:prstGeom>
        </p:spPr>
        <p:style>
          <a:lnRef idx="1">
            <a:schemeClr val="dk1"/>
          </a:lnRef>
          <a:fillRef idx="0">
            <a:schemeClr val="dk1"/>
          </a:fillRef>
          <a:effectRef idx="0">
            <a:schemeClr val="dk1"/>
          </a:effectRef>
          <a:fontRef idx="minor">
            <a:schemeClr val="tx1"/>
          </a:fontRef>
        </p:style>
      </p:cxnSp>
      <p:sp>
        <p:nvSpPr>
          <p:cNvPr id="56" name="Rectangle 55">
            <a:extLst>
              <a:ext uri="{FF2B5EF4-FFF2-40B4-BE49-F238E27FC236}">
                <a16:creationId xmlns:a16="http://schemas.microsoft.com/office/drawing/2014/main" id="{A9300C9A-DB03-2EA8-B8F6-A874D298B821}"/>
              </a:ext>
            </a:extLst>
          </p:cNvPr>
          <p:cNvSpPr/>
          <p:nvPr/>
        </p:nvSpPr>
        <p:spPr>
          <a:xfrm>
            <a:off x="12040034" y="6304050"/>
            <a:ext cx="717709" cy="3382528"/>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Connector 56">
            <a:extLst>
              <a:ext uri="{FF2B5EF4-FFF2-40B4-BE49-F238E27FC236}">
                <a16:creationId xmlns:a16="http://schemas.microsoft.com/office/drawing/2014/main" id="{7CC6AACF-84FE-3C11-2379-01DAC0BFFCA1}"/>
              </a:ext>
            </a:extLst>
          </p:cNvPr>
          <p:cNvCxnSpPr>
            <a:stCxn id="56" idx="1"/>
            <a:endCxn id="56" idx="3"/>
          </p:cNvCxnSpPr>
          <p:nvPr/>
        </p:nvCxnSpPr>
        <p:spPr>
          <a:xfrm>
            <a:off x="12040034" y="799531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58" name="Straight Connector 57">
            <a:extLst>
              <a:ext uri="{FF2B5EF4-FFF2-40B4-BE49-F238E27FC236}">
                <a16:creationId xmlns:a16="http://schemas.microsoft.com/office/drawing/2014/main" id="{9AA012A9-070B-A453-4E26-7C0C0FC1C82E}"/>
              </a:ext>
            </a:extLst>
          </p:cNvPr>
          <p:cNvCxnSpPr/>
          <p:nvPr/>
        </p:nvCxnSpPr>
        <p:spPr>
          <a:xfrm>
            <a:off x="12040034" y="860491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59" name="Straight Connector 58">
            <a:extLst>
              <a:ext uri="{FF2B5EF4-FFF2-40B4-BE49-F238E27FC236}">
                <a16:creationId xmlns:a16="http://schemas.microsoft.com/office/drawing/2014/main" id="{E9CCD1A5-EBCD-DE13-EA50-B367BC6401D5}"/>
              </a:ext>
            </a:extLst>
          </p:cNvPr>
          <p:cNvCxnSpPr/>
          <p:nvPr/>
        </p:nvCxnSpPr>
        <p:spPr>
          <a:xfrm>
            <a:off x="12040034" y="892495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0" name="Straight Connector 59">
            <a:extLst>
              <a:ext uri="{FF2B5EF4-FFF2-40B4-BE49-F238E27FC236}">
                <a16:creationId xmlns:a16="http://schemas.microsoft.com/office/drawing/2014/main" id="{0ECB0001-7B5E-74E9-079D-BBAE9A435CF1}"/>
              </a:ext>
            </a:extLst>
          </p:cNvPr>
          <p:cNvCxnSpPr/>
          <p:nvPr/>
        </p:nvCxnSpPr>
        <p:spPr>
          <a:xfrm>
            <a:off x="12040034" y="916117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1" name="Straight Connector 60">
            <a:extLst>
              <a:ext uri="{FF2B5EF4-FFF2-40B4-BE49-F238E27FC236}">
                <a16:creationId xmlns:a16="http://schemas.microsoft.com/office/drawing/2014/main" id="{EFC977ED-3172-59E3-FB02-3070649AC55D}"/>
              </a:ext>
            </a:extLst>
          </p:cNvPr>
          <p:cNvCxnSpPr/>
          <p:nvPr/>
        </p:nvCxnSpPr>
        <p:spPr>
          <a:xfrm>
            <a:off x="12040034" y="9289020"/>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2" name="Straight Connector 61">
            <a:extLst>
              <a:ext uri="{FF2B5EF4-FFF2-40B4-BE49-F238E27FC236}">
                <a16:creationId xmlns:a16="http://schemas.microsoft.com/office/drawing/2014/main" id="{AE644FA0-90EE-8EB7-1BA4-C790C078FE6A}"/>
              </a:ext>
            </a:extLst>
          </p:cNvPr>
          <p:cNvCxnSpPr/>
          <p:nvPr/>
        </p:nvCxnSpPr>
        <p:spPr>
          <a:xfrm>
            <a:off x="12040034" y="9374325"/>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3" name="Straight Connector 62">
            <a:extLst>
              <a:ext uri="{FF2B5EF4-FFF2-40B4-BE49-F238E27FC236}">
                <a16:creationId xmlns:a16="http://schemas.microsoft.com/office/drawing/2014/main" id="{FFD7C198-E05D-297C-060F-02F406DCC08D}"/>
              </a:ext>
            </a:extLst>
          </p:cNvPr>
          <p:cNvCxnSpPr/>
          <p:nvPr/>
        </p:nvCxnSpPr>
        <p:spPr>
          <a:xfrm>
            <a:off x="12040034" y="942787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4" name="Straight Connector 63">
            <a:extLst>
              <a:ext uri="{FF2B5EF4-FFF2-40B4-BE49-F238E27FC236}">
                <a16:creationId xmlns:a16="http://schemas.microsoft.com/office/drawing/2014/main" id="{BEA43D34-01C2-B69F-097B-6C9B996E4213}"/>
              </a:ext>
            </a:extLst>
          </p:cNvPr>
          <p:cNvCxnSpPr/>
          <p:nvPr/>
        </p:nvCxnSpPr>
        <p:spPr>
          <a:xfrm>
            <a:off x="12040034" y="947359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5" name="Straight Connector 64">
            <a:extLst>
              <a:ext uri="{FF2B5EF4-FFF2-40B4-BE49-F238E27FC236}">
                <a16:creationId xmlns:a16="http://schemas.microsoft.com/office/drawing/2014/main" id="{F59FE7AE-8CC2-D654-9900-7237D98F2A4F}"/>
              </a:ext>
            </a:extLst>
          </p:cNvPr>
          <p:cNvCxnSpPr/>
          <p:nvPr/>
        </p:nvCxnSpPr>
        <p:spPr>
          <a:xfrm>
            <a:off x="12040034" y="9510167"/>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6" name="Straight Connector 65">
            <a:extLst>
              <a:ext uri="{FF2B5EF4-FFF2-40B4-BE49-F238E27FC236}">
                <a16:creationId xmlns:a16="http://schemas.microsoft.com/office/drawing/2014/main" id="{297C2DC5-B94F-A9FF-01FA-CB1952061A3F}"/>
              </a:ext>
            </a:extLst>
          </p:cNvPr>
          <p:cNvCxnSpPr/>
          <p:nvPr/>
        </p:nvCxnSpPr>
        <p:spPr>
          <a:xfrm>
            <a:off x="12040034" y="9555887"/>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7" name="Straight Connector 66">
            <a:extLst>
              <a:ext uri="{FF2B5EF4-FFF2-40B4-BE49-F238E27FC236}">
                <a16:creationId xmlns:a16="http://schemas.microsoft.com/office/drawing/2014/main" id="{6CAE23A1-4620-5BF5-30C4-FA3A303F865C}"/>
              </a:ext>
            </a:extLst>
          </p:cNvPr>
          <p:cNvCxnSpPr/>
          <p:nvPr/>
        </p:nvCxnSpPr>
        <p:spPr>
          <a:xfrm>
            <a:off x="12040034" y="958789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id="{878B5FE7-86D4-A2C0-D367-BC50899620DC}"/>
              </a:ext>
            </a:extLst>
          </p:cNvPr>
          <p:cNvCxnSpPr/>
          <p:nvPr/>
        </p:nvCxnSpPr>
        <p:spPr>
          <a:xfrm>
            <a:off x="12040034" y="9616847"/>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9" name="Straight Connector 68">
            <a:extLst>
              <a:ext uri="{FF2B5EF4-FFF2-40B4-BE49-F238E27FC236}">
                <a16:creationId xmlns:a16="http://schemas.microsoft.com/office/drawing/2014/main" id="{2C34BC83-4E30-0B52-2849-E78A03754EBD}"/>
              </a:ext>
            </a:extLst>
          </p:cNvPr>
          <p:cNvCxnSpPr/>
          <p:nvPr/>
        </p:nvCxnSpPr>
        <p:spPr>
          <a:xfrm>
            <a:off x="12040034" y="9639331"/>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70" name="Straight Connector 69">
            <a:extLst>
              <a:ext uri="{FF2B5EF4-FFF2-40B4-BE49-F238E27FC236}">
                <a16:creationId xmlns:a16="http://schemas.microsoft.com/office/drawing/2014/main" id="{8FB52A12-5E7E-6A2C-C7ED-25F2585EEC1D}"/>
              </a:ext>
            </a:extLst>
          </p:cNvPr>
          <p:cNvCxnSpPr/>
          <p:nvPr/>
        </p:nvCxnSpPr>
        <p:spPr>
          <a:xfrm>
            <a:off x="12040034" y="9662191"/>
            <a:ext cx="717709" cy="0"/>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1269339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ABA38-C7D3-585D-CE42-25A1FCE1A17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E1540C7-14CA-40F0-5CA8-92853EDA5393}"/>
              </a:ext>
            </a:extLst>
          </p:cNvPr>
          <p:cNvSpPr txBox="1"/>
          <p:nvPr/>
        </p:nvSpPr>
        <p:spPr>
          <a:xfrm>
            <a:off x="7574987" y="1796421"/>
            <a:ext cx="1665932"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6" name="TextBox 5">
            <a:extLst>
              <a:ext uri="{FF2B5EF4-FFF2-40B4-BE49-F238E27FC236}">
                <a16:creationId xmlns:a16="http://schemas.microsoft.com/office/drawing/2014/main" id="{9160EB17-883E-0B7B-2B81-484C6D598F42}"/>
              </a:ext>
            </a:extLst>
          </p:cNvPr>
          <p:cNvSpPr txBox="1"/>
          <p:nvPr/>
        </p:nvSpPr>
        <p:spPr>
          <a:xfrm>
            <a:off x="7450140" y="9331423"/>
            <a:ext cx="1768277" cy="58477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1600" b="1" dirty="0">
                <a:latin typeface="Arial" panose="020B0604020202020204" pitchFamily="34" charset="0"/>
                <a:ea typeface="Yu Gothic" panose="020B0400000000000000" pitchFamily="34" charset="-128"/>
                <a:cs typeface="Arial" panose="020B0604020202020204" pitchFamily="34" charset="0"/>
              </a:rPr>
              <a:t>Two size </a:t>
            </a:r>
          </a:p>
          <a:p>
            <a:pPr algn="ctr"/>
            <a:r>
              <a:rPr lang="en-US" sz="1600" b="1" dirty="0">
                <a:latin typeface="Arial" panose="020B0604020202020204" pitchFamily="34" charset="0"/>
                <a:ea typeface="Yu Gothic" panose="020B0400000000000000" pitchFamily="34" charset="-128"/>
                <a:cs typeface="Arial" panose="020B0604020202020204" pitchFamily="34" charset="0"/>
              </a:rPr>
              <a:t>changes</a:t>
            </a:r>
          </a:p>
        </p:txBody>
      </p:sp>
      <p:sp>
        <p:nvSpPr>
          <p:cNvPr id="24" name="Rectangle 23">
            <a:extLst>
              <a:ext uri="{FF2B5EF4-FFF2-40B4-BE49-F238E27FC236}">
                <a16:creationId xmlns:a16="http://schemas.microsoft.com/office/drawing/2014/main" id="{84993CD9-337D-ADA4-91F3-2DFE8B8865A9}"/>
              </a:ext>
            </a:extLst>
          </p:cNvPr>
          <p:cNvSpPr/>
          <p:nvPr/>
        </p:nvSpPr>
        <p:spPr>
          <a:xfrm>
            <a:off x="7945614" y="2738578"/>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25" name="Rectangle 24">
            <a:extLst>
              <a:ext uri="{FF2B5EF4-FFF2-40B4-BE49-F238E27FC236}">
                <a16:creationId xmlns:a16="http://schemas.microsoft.com/office/drawing/2014/main" id="{F465BAA8-681A-D5C6-C32D-4E34EFC3096B}"/>
              </a:ext>
            </a:extLst>
          </p:cNvPr>
          <p:cNvSpPr/>
          <p:nvPr/>
        </p:nvSpPr>
        <p:spPr>
          <a:xfrm>
            <a:off x="7720004" y="5078196"/>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26" name="Rectangle 25">
            <a:extLst>
              <a:ext uri="{FF2B5EF4-FFF2-40B4-BE49-F238E27FC236}">
                <a16:creationId xmlns:a16="http://schemas.microsoft.com/office/drawing/2014/main" id="{F7AE871F-00DB-AAEE-90F9-99616EEAE020}"/>
              </a:ext>
            </a:extLst>
          </p:cNvPr>
          <p:cNvSpPr/>
          <p:nvPr/>
        </p:nvSpPr>
        <p:spPr>
          <a:xfrm>
            <a:off x="8145814" y="3710009"/>
            <a:ext cx="479985" cy="136818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34" name="Straight Arrow Connector 33">
            <a:extLst>
              <a:ext uri="{FF2B5EF4-FFF2-40B4-BE49-F238E27FC236}">
                <a16:creationId xmlns:a16="http://schemas.microsoft.com/office/drawing/2014/main" id="{D0BA5B5F-5DBA-5FBE-5FB7-C51C11AA6505}"/>
              </a:ext>
            </a:extLst>
          </p:cNvPr>
          <p:cNvCxnSpPr>
            <a:cxnSpLocks/>
          </p:cNvCxnSpPr>
          <p:nvPr/>
        </p:nvCxnSpPr>
        <p:spPr>
          <a:xfrm>
            <a:off x="7516619" y="2826263"/>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8DED98B2-9791-8335-20DF-EACF4A4DFD3B}"/>
              </a:ext>
            </a:extLst>
          </p:cNvPr>
          <p:cNvSpPr txBox="1"/>
          <p:nvPr/>
        </p:nvSpPr>
        <p:spPr>
          <a:xfrm rot="16200000">
            <a:off x="6712972" y="3652846"/>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36" name="TextBox 35">
            <a:extLst>
              <a:ext uri="{FF2B5EF4-FFF2-40B4-BE49-F238E27FC236}">
                <a16:creationId xmlns:a16="http://schemas.microsoft.com/office/drawing/2014/main" id="{7B45B846-7AB3-9C79-E068-227AD53D4FD6}"/>
              </a:ext>
            </a:extLst>
          </p:cNvPr>
          <p:cNvSpPr txBox="1"/>
          <p:nvPr/>
        </p:nvSpPr>
        <p:spPr>
          <a:xfrm>
            <a:off x="6087873" y="2674548"/>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37" name="TextBox 36">
            <a:extLst>
              <a:ext uri="{FF2B5EF4-FFF2-40B4-BE49-F238E27FC236}">
                <a16:creationId xmlns:a16="http://schemas.microsoft.com/office/drawing/2014/main" id="{637402CA-94A2-7A6D-AC4F-433FB2DD8C14}"/>
              </a:ext>
            </a:extLst>
          </p:cNvPr>
          <p:cNvSpPr txBox="1"/>
          <p:nvPr/>
        </p:nvSpPr>
        <p:spPr>
          <a:xfrm>
            <a:off x="6236677" y="4909004"/>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38" name="Right Brace 37">
            <a:extLst>
              <a:ext uri="{FF2B5EF4-FFF2-40B4-BE49-F238E27FC236}">
                <a16:creationId xmlns:a16="http://schemas.microsoft.com/office/drawing/2014/main" id="{F8A67FEB-D131-C70E-38AC-81199569CBCB}"/>
              </a:ext>
            </a:extLst>
          </p:cNvPr>
          <p:cNvSpPr/>
          <p:nvPr/>
        </p:nvSpPr>
        <p:spPr>
          <a:xfrm>
            <a:off x="10779001" y="2150749"/>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39" name="Right Brace 38">
            <a:extLst>
              <a:ext uri="{FF2B5EF4-FFF2-40B4-BE49-F238E27FC236}">
                <a16:creationId xmlns:a16="http://schemas.microsoft.com/office/drawing/2014/main" id="{75181FFF-4A0B-C576-74C0-3EC0FC1BBCF3}"/>
              </a:ext>
            </a:extLst>
          </p:cNvPr>
          <p:cNvSpPr/>
          <p:nvPr/>
        </p:nvSpPr>
        <p:spPr>
          <a:xfrm>
            <a:off x="10779001" y="6278163"/>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40" name="Rectangle 39">
            <a:extLst>
              <a:ext uri="{FF2B5EF4-FFF2-40B4-BE49-F238E27FC236}">
                <a16:creationId xmlns:a16="http://schemas.microsoft.com/office/drawing/2014/main" id="{4BADBDCF-86B6-D17F-1D38-3D1292745407}"/>
              </a:ext>
            </a:extLst>
          </p:cNvPr>
          <p:cNvSpPr/>
          <p:nvPr/>
        </p:nvSpPr>
        <p:spPr>
          <a:xfrm>
            <a:off x="11811434" y="2150749"/>
            <a:ext cx="717709" cy="3382528"/>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2" name="Straight Connector 41">
            <a:extLst>
              <a:ext uri="{FF2B5EF4-FFF2-40B4-BE49-F238E27FC236}">
                <a16:creationId xmlns:a16="http://schemas.microsoft.com/office/drawing/2014/main" id="{6352D362-9A9F-C93A-55DB-6B5743FADFA9}"/>
              </a:ext>
            </a:extLst>
          </p:cNvPr>
          <p:cNvCxnSpPr>
            <a:stCxn id="40" idx="1"/>
            <a:endCxn id="40" idx="3"/>
          </p:cNvCxnSpPr>
          <p:nvPr/>
        </p:nvCxnSpPr>
        <p:spPr>
          <a:xfrm>
            <a:off x="11811434" y="3842013"/>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3" name="Straight Connector 42">
            <a:extLst>
              <a:ext uri="{FF2B5EF4-FFF2-40B4-BE49-F238E27FC236}">
                <a16:creationId xmlns:a16="http://schemas.microsoft.com/office/drawing/2014/main" id="{0647F9EB-6456-AE24-65DA-EA4757D24CFF}"/>
              </a:ext>
            </a:extLst>
          </p:cNvPr>
          <p:cNvCxnSpPr/>
          <p:nvPr/>
        </p:nvCxnSpPr>
        <p:spPr>
          <a:xfrm>
            <a:off x="11811434" y="4671142"/>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4" name="Straight Connector 43">
            <a:extLst>
              <a:ext uri="{FF2B5EF4-FFF2-40B4-BE49-F238E27FC236}">
                <a16:creationId xmlns:a16="http://schemas.microsoft.com/office/drawing/2014/main" id="{1AF2C6E5-CBB5-1AB2-C438-02589CA06572}"/>
              </a:ext>
            </a:extLst>
          </p:cNvPr>
          <p:cNvCxnSpPr/>
          <p:nvPr/>
        </p:nvCxnSpPr>
        <p:spPr>
          <a:xfrm>
            <a:off x="11811434" y="5155191"/>
            <a:ext cx="717709" cy="0"/>
          </a:xfrm>
          <a:prstGeom prst="line">
            <a:avLst/>
          </a:prstGeom>
          <a:ln w="28575"/>
        </p:spPr>
        <p:style>
          <a:lnRef idx="1">
            <a:schemeClr val="dk1"/>
          </a:lnRef>
          <a:fillRef idx="0">
            <a:schemeClr val="dk1"/>
          </a:fillRef>
          <a:effectRef idx="0">
            <a:schemeClr val="dk1"/>
          </a:effectRef>
          <a:fontRef idx="minor">
            <a:schemeClr val="tx1"/>
          </a:fontRef>
        </p:style>
      </p:cxnSp>
      <p:sp>
        <p:nvSpPr>
          <p:cNvPr id="8" name="Rectangle 7">
            <a:extLst>
              <a:ext uri="{FF2B5EF4-FFF2-40B4-BE49-F238E27FC236}">
                <a16:creationId xmlns:a16="http://schemas.microsoft.com/office/drawing/2014/main" id="{E4C19948-9DC0-5FD6-37A1-A17971347241}"/>
              </a:ext>
            </a:extLst>
          </p:cNvPr>
          <p:cNvSpPr/>
          <p:nvPr/>
        </p:nvSpPr>
        <p:spPr>
          <a:xfrm>
            <a:off x="11820497" y="6304050"/>
            <a:ext cx="717709" cy="3382528"/>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294E77DF-C4EE-31C1-85F5-E12AE9F549E2}"/>
              </a:ext>
            </a:extLst>
          </p:cNvPr>
          <p:cNvCxnSpPr>
            <a:stCxn id="8" idx="1"/>
            <a:endCxn id="8" idx="3"/>
          </p:cNvCxnSpPr>
          <p:nvPr/>
        </p:nvCxnSpPr>
        <p:spPr>
          <a:xfrm>
            <a:off x="11820497" y="799531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D66FC7D2-07C2-6441-2457-AF1BC3B3B7B4}"/>
              </a:ext>
            </a:extLst>
          </p:cNvPr>
          <p:cNvCxnSpPr/>
          <p:nvPr/>
        </p:nvCxnSpPr>
        <p:spPr>
          <a:xfrm>
            <a:off x="11820497" y="845251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AF03396F-A389-E53A-7188-56EB3ABDF502}"/>
              </a:ext>
            </a:extLst>
          </p:cNvPr>
          <p:cNvCxnSpPr/>
          <p:nvPr/>
        </p:nvCxnSpPr>
        <p:spPr>
          <a:xfrm>
            <a:off x="11820497" y="886399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BF699CDF-6B5A-5006-49BB-77AE2E475670}"/>
              </a:ext>
            </a:extLst>
          </p:cNvPr>
          <p:cNvCxnSpPr/>
          <p:nvPr/>
        </p:nvCxnSpPr>
        <p:spPr>
          <a:xfrm>
            <a:off x="11820497" y="9220440"/>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C62369F2-B0CB-FED4-2B90-FF533F506543}"/>
              </a:ext>
            </a:extLst>
          </p:cNvPr>
          <p:cNvCxnSpPr/>
          <p:nvPr/>
        </p:nvCxnSpPr>
        <p:spPr>
          <a:xfrm>
            <a:off x="11820497" y="9487307"/>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AF3CF3DA-12F7-E7E8-D214-AC6EE0B7887F}"/>
              </a:ext>
            </a:extLst>
          </p:cNvPr>
          <p:cNvCxnSpPr/>
          <p:nvPr/>
        </p:nvCxnSpPr>
        <p:spPr>
          <a:xfrm>
            <a:off x="14120812" y="1903906"/>
            <a:ext cx="0" cy="267579"/>
          </a:xfrm>
          <a:prstGeom prst="line">
            <a:avLst/>
          </a:prstGeom>
          <a:ln w="28575"/>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42F8AF2A-7B8F-A175-39B1-888A145D274B}"/>
              </a:ext>
            </a:extLst>
          </p:cNvPr>
          <p:cNvCxnSpPr>
            <a:cxnSpLocks/>
          </p:cNvCxnSpPr>
          <p:nvPr/>
        </p:nvCxnSpPr>
        <p:spPr>
          <a:xfrm>
            <a:off x="13487400" y="2172353"/>
            <a:ext cx="0" cy="1687092"/>
          </a:xfrm>
          <a:prstGeom prst="line">
            <a:avLst/>
          </a:prstGeom>
          <a:ln w="28575"/>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182D8AB6-C14D-E017-B126-EC80F544ED56}"/>
              </a:ext>
            </a:extLst>
          </p:cNvPr>
          <p:cNvCxnSpPr>
            <a:cxnSpLocks/>
          </p:cNvCxnSpPr>
          <p:nvPr/>
        </p:nvCxnSpPr>
        <p:spPr>
          <a:xfrm>
            <a:off x="14754224" y="2169104"/>
            <a:ext cx="0" cy="2913436"/>
          </a:xfrm>
          <a:prstGeom prst="line">
            <a:avLst/>
          </a:prstGeom>
          <a:ln w="28575"/>
        </p:spPr>
        <p:style>
          <a:lnRef idx="1">
            <a:schemeClr val="dk1"/>
          </a:lnRef>
          <a:fillRef idx="0">
            <a:schemeClr val="dk1"/>
          </a:fillRef>
          <a:effectRef idx="0">
            <a:schemeClr val="dk1"/>
          </a:effectRef>
          <a:fontRef idx="minor">
            <a:schemeClr val="tx1"/>
          </a:fontRef>
        </p:style>
      </p:cxnSp>
      <p:cxnSp>
        <p:nvCxnSpPr>
          <p:cNvPr id="22" name="Straight Connector 21">
            <a:extLst>
              <a:ext uri="{FF2B5EF4-FFF2-40B4-BE49-F238E27FC236}">
                <a16:creationId xmlns:a16="http://schemas.microsoft.com/office/drawing/2014/main" id="{4714411E-9E15-C044-FD20-FDD95B3CD81F}"/>
              </a:ext>
            </a:extLst>
          </p:cNvPr>
          <p:cNvCxnSpPr>
            <a:cxnSpLocks/>
          </p:cNvCxnSpPr>
          <p:nvPr/>
        </p:nvCxnSpPr>
        <p:spPr>
          <a:xfrm flipH="1">
            <a:off x="13487400" y="2171485"/>
            <a:ext cx="1266824"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8" name="Straight Connector 47">
            <a:extLst>
              <a:ext uri="{FF2B5EF4-FFF2-40B4-BE49-F238E27FC236}">
                <a16:creationId xmlns:a16="http://schemas.microsoft.com/office/drawing/2014/main" id="{9B6738AE-FF7E-EEDD-EE75-0F62D938570C}"/>
              </a:ext>
            </a:extLst>
          </p:cNvPr>
          <p:cNvCxnSpPr/>
          <p:nvPr/>
        </p:nvCxnSpPr>
        <p:spPr>
          <a:xfrm>
            <a:off x="13128545" y="3859445"/>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4" name="Straight Connector 53">
            <a:extLst>
              <a:ext uri="{FF2B5EF4-FFF2-40B4-BE49-F238E27FC236}">
                <a16:creationId xmlns:a16="http://schemas.microsoft.com/office/drawing/2014/main" id="{E5EA91F2-176D-298A-EAFF-7550A8200703}"/>
              </a:ext>
            </a:extLst>
          </p:cNvPr>
          <p:cNvCxnSpPr>
            <a:cxnSpLocks/>
          </p:cNvCxnSpPr>
          <p:nvPr/>
        </p:nvCxnSpPr>
        <p:spPr>
          <a:xfrm>
            <a:off x="13846254" y="3859445"/>
            <a:ext cx="0" cy="791136"/>
          </a:xfrm>
          <a:prstGeom prst="line">
            <a:avLst/>
          </a:prstGeom>
          <a:ln w="28575"/>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EBE1E538-3CB1-8174-CD37-3BCC678EF595}"/>
              </a:ext>
            </a:extLst>
          </p:cNvPr>
          <p:cNvCxnSpPr>
            <a:cxnSpLocks/>
          </p:cNvCxnSpPr>
          <p:nvPr/>
        </p:nvCxnSpPr>
        <p:spPr>
          <a:xfrm>
            <a:off x="13128545" y="3851825"/>
            <a:ext cx="0" cy="1673832"/>
          </a:xfrm>
          <a:prstGeom prst="line">
            <a:avLst/>
          </a:prstGeom>
          <a:ln w="28575"/>
        </p:spPr>
        <p:style>
          <a:lnRef idx="1">
            <a:schemeClr val="dk1"/>
          </a:lnRef>
          <a:fillRef idx="0">
            <a:schemeClr val="dk1"/>
          </a:fillRef>
          <a:effectRef idx="0">
            <a:schemeClr val="dk1"/>
          </a:effectRef>
          <a:fontRef idx="minor">
            <a:schemeClr val="tx1"/>
          </a:fontRef>
        </p:style>
      </p:cxnSp>
      <p:sp>
        <p:nvSpPr>
          <p:cNvPr id="538" name="TextBox 537">
            <a:extLst>
              <a:ext uri="{FF2B5EF4-FFF2-40B4-BE49-F238E27FC236}">
                <a16:creationId xmlns:a16="http://schemas.microsoft.com/office/drawing/2014/main" id="{6330B629-D011-F42B-B0E3-A53B714D3870}"/>
              </a:ext>
            </a:extLst>
          </p:cNvPr>
          <p:cNvSpPr txBox="1"/>
          <p:nvPr/>
        </p:nvSpPr>
        <p:spPr>
          <a:xfrm>
            <a:off x="11992064" y="2845527"/>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2</a:t>
            </a:r>
          </a:p>
        </p:txBody>
      </p:sp>
      <p:sp>
        <p:nvSpPr>
          <p:cNvPr id="539" name="TextBox 538">
            <a:extLst>
              <a:ext uri="{FF2B5EF4-FFF2-40B4-BE49-F238E27FC236}">
                <a16:creationId xmlns:a16="http://schemas.microsoft.com/office/drawing/2014/main" id="{288CF384-909F-D4CB-763F-B61C4A338A8B}"/>
              </a:ext>
            </a:extLst>
          </p:cNvPr>
          <p:cNvSpPr txBox="1"/>
          <p:nvPr/>
        </p:nvSpPr>
        <p:spPr>
          <a:xfrm>
            <a:off x="11995698" y="4081206"/>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3</a:t>
            </a:r>
          </a:p>
        </p:txBody>
      </p:sp>
      <p:sp>
        <p:nvSpPr>
          <p:cNvPr id="540" name="TextBox 539">
            <a:extLst>
              <a:ext uri="{FF2B5EF4-FFF2-40B4-BE49-F238E27FC236}">
                <a16:creationId xmlns:a16="http://schemas.microsoft.com/office/drawing/2014/main" id="{44ED7668-2965-3F3C-8515-93D74C3EEF98}"/>
              </a:ext>
            </a:extLst>
          </p:cNvPr>
          <p:cNvSpPr txBox="1"/>
          <p:nvPr/>
        </p:nvSpPr>
        <p:spPr>
          <a:xfrm>
            <a:off x="11988792" y="4753548"/>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4</a:t>
            </a:r>
          </a:p>
        </p:txBody>
      </p:sp>
      <p:sp>
        <p:nvSpPr>
          <p:cNvPr id="541" name="TextBox 540">
            <a:extLst>
              <a:ext uri="{FF2B5EF4-FFF2-40B4-BE49-F238E27FC236}">
                <a16:creationId xmlns:a16="http://schemas.microsoft.com/office/drawing/2014/main" id="{8FFC02D5-F71E-13F4-1E75-32C44BB7F7D2}"/>
              </a:ext>
            </a:extLst>
          </p:cNvPr>
          <p:cNvSpPr txBox="1"/>
          <p:nvPr/>
        </p:nvSpPr>
        <p:spPr>
          <a:xfrm>
            <a:off x="11996256" y="5195672"/>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5</a:t>
            </a:r>
          </a:p>
        </p:txBody>
      </p:sp>
      <p:sp>
        <p:nvSpPr>
          <p:cNvPr id="542" name="TextBox 541">
            <a:extLst>
              <a:ext uri="{FF2B5EF4-FFF2-40B4-BE49-F238E27FC236}">
                <a16:creationId xmlns:a16="http://schemas.microsoft.com/office/drawing/2014/main" id="{5C4849F4-CE36-7363-C00B-F53250F6ACEC}"/>
              </a:ext>
            </a:extLst>
          </p:cNvPr>
          <p:cNvSpPr txBox="1"/>
          <p:nvPr/>
        </p:nvSpPr>
        <p:spPr>
          <a:xfrm>
            <a:off x="11995400" y="6906247"/>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2</a:t>
            </a:r>
          </a:p>
        </p:txBody>
      </p:sp>
      <p:sp>
        <p:nvSpPr>
          <p:cNvPr id="543" name="TextBox 542">
            <a:extLst>
              <a:ext uri="{FF2B5EF4-FFF2-40B4-BE49-F238E27FC236}">
                <a16:creationId xmlns:a16="http://schemas.microsoft.com/office/drawing/2014/main" id="{14780343-7233-C5D1-07FC-2B477302258F}"/>
              </a:ext>
            </a:extLst>
          </p:cNvPr>
          <p:cNvSpPr txBox="1"/>
          <p:nvPr/>
        </p:nvSpPr>
        <p:spPr>
          <a:xfrm>
            <a:off x="12004463" y="8077720"/>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3</a:t>
            </a:r>
          </a:p>
        </p:txBody>
      </p:sp>
      <p:sp>
        <p:nvSpPr>
          <p:cNvPr id="544" name="TextBox 543">
            <a:extLst>
              <a:ext uri="{FF2B5EF4-FFF2-40B4-BE49-F238E27FC236}">
                <a16:creationId xmlns:a16="http://schemas.microsoft.com/office/drawing/2014/main" id="{36EDF656-7D13-ADFC-D4C9-2E881468601A}"/>
              </a:ext>
            </a:extLst>
          </p:cNvPr>
          <p:cNvSpPr txBox="1"/>
          <p:nvPr/>
        </p:nvSpPr>
        <p:spPr>
          <a:xfrm>
            <a:off x="11995400" y="8518530"/>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4</a:t>
            </a:r>
          </a:p>
        </p:txBody>
      </p:sp>
      <p:sp>
        <p:nvSpPr>
          <p:cNvPr id="545" name="TextBox 544">
            <a:extLst>
              <a:ext uri="{FF2B5EF4-FFF2-40B4-BE49-F238E27FC236}">
                <a16:creationId xmlns:a16="http://schemas.microsoft.com/office/drawing/2014/main" id="{7D232405-6066-6177-5FC8-3FA331A2172B}"/>
              </a:ext>
            </a:extLst>
          </p:cNvPr>
          <p:cNvSpPr txBox="1"/>
          <p:nvPr/>
        </p:nvSpPr>
        <p:spPr>
          <a:xfrm>
            <a:off x="11995400" y="8896023"/>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5</a:t>
            </a:r>
          </a:p>
        </p:txBody>
      </p:sp>
      <p:sp>
        <p:nvSpPr>
          <p:cNvPr id="546" name="TextBox 545">
            <a:extLst>
              <a:ext uri="{FF2B5EF4-FFF2-40B4-BE49-F238E27FC236}">
                <a16:creationId xmlns:a16="http://schemas.microsoft.com/office/drawing/2014/main" id="{EC3C7F2D-A40A-9398-EFFD-E9FBF720EAE9}"/>
              </a:ext>
            </a:extLst>
          </p:cNvPr>
          <p:cNvSpPr txBox="1"/>
          <p:nvPr/>
        </p:nvSpPr>
        <p:spPr>
          <a:xfrm>
            <a:off x="11995400" y="9194919"/>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6</a:t>
            </a:r>
          </a:p>
        </p:txBody>
      </p:sp>
      <p:sp>
        <p:nvSpPr>
          <p:cNvPr id="547" name="TextBox 546">
            <a:extLst>
              <a:ext uri="{FF2B5EF4-FFF2-40B4-BE49-F238E27FC236}">
                <a16:creationId xmlns:a16="http://schemas.microsoft.com/office/drawing/2014/main" id="{2C4AE86C-9595-E99B-F26D-B14308D5F3F4}"/>
              </a:ext>
            </a:extLst>
          </p:cNvPr>
          <p:cNvSpPr txBox="1"/>
          <p:nvPr/>
        </p:nvSpPr>
        <p:spPr>
          <a:xfrm>
            <a:off x="11995400" y="9435743"/>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7</a:t>
            </a:r>
          </a:p>
        </p:txBody>
      </p:sp>
      <p:sp>
        <p:nvSpPr>
          <p:cNvPr id="548" name="Rectangle 547">
            <a:extLst>
              <a:ext uri="{FF2B5EF4-FFF2-40B4-BE49-F238E27FC236}">
                <a16:creationId xmlns:a16="http://schemas.microsoft.com/office/drawing/2014/main" id="{E0CEC3CF-CFEC-4C06-35AB-C8137FF4567C}"/>
              </a:ext>
            </a:extLst>
          </p:cNvPr>
          <p:cNvSpPr/>
          <p:nvPr/>
        </p:nvSpPr>
        <p:spPr>
          <a:xfrm>
            <a:off x="7928922" y="6676843"/>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49" name="Rectangle 548">
            <a:extLst>
              <a:ext uri="{FF2B5EF4-FFF2-40B4-BE49-F238E27FC236}">
                <a16:creationId xmlns:a16="http://schemas.microsoft.com/office/drawing/2014/main" id="{0D0F3972-67EB-D5F8-FB48-ABE1642E691D}"/>
              </a:ext>
            </a:extLst>
          </p:cNvPr>
          <p:cNvSpPr/>
          <p:nvPr/>
        </p:nvSpPr>
        <p:spPr>
          <a:xfrm>
            <a:off x="7703312" y="9016461"/>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50" name="Rectangle 549">
            <a:extLst>
              <a:ext uri="{FF2B5EF4-FFF2-40B4-BE49-F238E27FC236}">
                <a16:creationId xmlns:a16="http://schemas.microsoft.com/office/drawing/2014/main" id="{AA2181C5-EFDD-C2F3-7168-C6356D1B66DF}"/>
              </a:ext>
            </a:extLst>
          </p:cNvPr>
          <p:cNvSpPr/>
          <p:nvPr/>
        </p:nvSpPr>
        <p:spPr>
          <a:xfrm>
            <a:off x="8129122" y="7617680"/>
            <a:ext cx="479985" cy="139877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552" name="Straight Arrow Connector 551">
            <a:extLst>
              <a:ext uri="{FF2B5EF4-FFF2-40B4-BE49-F238E27FC236}">
                <a16:creationId xmlns:a16="http://schemas.microsoft.com/office/drawing/2014/main" id="{1A15B325-1724-F456-3A8A-78C1884924D0}"/>
              </a:ext>
            </a:extLst>
          </p:cNvPr>
          <p:cNvCxnSpPr>
            <a:cxnSpLocks/>
          </p:cNvCxnSpPr>
          <p:nvPr/>
        </p:nvCxnSpPr>
        <p:spPr>
          <a:xfrm>
            <a:off x="7516619" y="6662107"/>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553" name="TextBox 552">
            <a:extLst>
              <a:ext uri="{FF2B5EF4-FFF2-40B4-BE49-F238E27FC236}">
                <a16:creationId xmlns:a16="http://schemas.microsoft.com/office/drawing/2014/main" id="{68CF7246-BBE2-E326-411D-4267B73A82B3}"/>
              </a:ext>
            </a:extLst>
          </p:cNvPr>
          <p:cNvSpPr txBox="1"/>
          <p:nvPr/>
        </p:nvSpPr>
        <p:spPr>
          <a:xfrm rot="16200000">
            <a:off x="6712972" y="7488690"/>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554" name="TextBox 553">
            <a:extLst>
              <a:ext uri="{FF2B5EF4-FFF2-40B4-BE49-F238E27FC236}">
                <a16:creationId xmlns:a16="http://schemas.microsoft.com/office/drawing/2014/main" id="{3C3EC8A2-6780-01EC-11DC-2639F99B7407}"/>
              </a:ext>
            </a:extLst>
          </p:cNvPr>
          <p:cNvSpPr txBox="1"/>
          <p:nvPr/>
        </p:nvSpPr>
        <p:spPr>
          <a:xfrm>
            <a:off x="6087873" y="6510392"/>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555" name="TextBox 554">
            <a:extLst>
              <a:ext uri="{FF2B5EF4-FFF2-40B4-BE49-F238E27FC236}">
                <a16:creationId xmlns:a16="http://schemas.microsoft.com/office/drawing/2014/main" id="{20DFA889-14F4-AE23-80BC-7C6C7AF62347}"/>
              </a:ext>
            </a:extLst>
          </p:cNvPr>
          <p:cNvSpPr txBox="1"/>
          <p:nvPr/>
        </p:nvSpPr>
        <p:spPr>
          <a:xfrm>
            <a:off x="6236677" y="8744848"/>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cxnSp>
        <p:nvCxnSpPr>
          <p:cNvPr id="559" name="Straight Connector 558">
            <a:extLst>
              <a:ext uri="{FF2B5EF4-FFF2-40B4-BE49-F238E27FC236}">
                <a16:creationId xmlns:a16="http://schemas.microsoft.com/office/drawing/2014/main" id="{872B991D-0ADA-E25A-D346-8B4B3892DB9F}"/>
              </a:ext>
            </a:extLst>
          </p:cNvPr>
          <p:cNvCxnSpPr/>
          <p:nvPr/>
        </p:nvCxnSpPr>
        <p:spPr>
          <a:xfrm>
            <a:off x="13571219" y="4650581"/>
            <a:ext cx="54864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60" name="Straight Connector 559">
            <a:extLst>
              <a:ext uri="{FF2B5EF4-FFF2-40B4-BE49-F238E27FC236}">
                <a16:creationId xmlns:a16="http://schemas.microsoft.com/office/drawing/2014/main" id="{E9E6ABFA-AA21-27AA-354C-0D017E6BD393}"/>
              </a:ext>
            </a:extLst>
          </p:cNvPr>
          <p:cNvCxnSpPr>
            <a:cxnSpLocks/>
          </p:cNvCxnSpPr>
          <p:nvPr/>
        </p:nvCxnSpPr>
        <p:spPr>
          <a:xfrm>
            <a:off x="13571934" y="4635885"/>
            <a:ext cx="0" cy="889772"/>
          </a:xfrm>
          <a:prstGeom prst="line">
            <a:avLst/>
          </a:prstGeom>
          <a:ln w="28575"/>
        </p:spPr>
        <p:style>
          <a:lnRef idx="1">
            <a:schemeClr val="dk1"/>
          </a:lnRef>
          <a:fillRef idx="0">
            <a:schemeClr val="dk1"/>
          </a:fillRef>
          <a:effectRef idx="0">
            <a:schemeClr val="dk1"/>
          </a:effectRef>
          <a:fontRef idx="minor">
            <a:schemeClr val="tx1"/>
          </a:fontRef>
        </p:style>
      </p:cxnSp>
      <p:cxnSp>
        <p:nvCxnSpPr>
          <p:cNvPr id="562" name="Straight Connector 561">
            <a:extLst>
              <a:ext uri="{FF2B5EF4-FFF2-40B4-BE49-F238E27FC236}">
                <a16:creationId xmlns:a16="http://schemas.microsoft.com/office/drawing/2014/main" id="{10ED7B93-EB71-3679-38B5-10F02460AA5F}"/>
              </a:ext>
            </a:extLst>
          </p:cNvPr>
          <p:cNvCxnSpPr>
            <a:cxnSpLocks/>
          </p:cNvCxnSpPr>
          <p:nvPr/>
        </p:nvCxnSpPr>
        <p:spPr>
          <a:xfrm>
            <a:off x="14102476" y="4643505"/>
            <a:ext cx="0" cy="889772"/>
          </a:xfrm>
          <a:prstGeom prst="line">
            <a:avLst/>
          </a:prstGeom>
          <a:ln w="28575"/>
        </p:spPr>
        <p:style>
          <a:lnRef idx="1">
            <a:schemeClr val="dk1"/>
          </a:lnRef>
          <a:fillRef idx="0">
            <a:schemeClr val="dk1"/>
          </a:fillRef>
          <a:effectRef idx="0">
            <a:schemeClr val="dk1"/>
          </a:effectRef>
          <a:fontRef idx="minor">
            <a:schemeClr val="tx1"/>
          </a:fontRef>
        </p:style>
      </p:cxnSp>
      <p:cxnSp>
        <p:nvCxnSpPr>
          <p:cNvPr id="563" name="Straight Connector 562">
            <a:extLst>
              <a:ext uri="{FF2B5EF4-FFF2-40B4-BE49-F238E27FC236}">
                <a16:creationId xmlns:a16="http://schemas.microsoft.com/office/drawing/2014/main" id="{20F222D5-9752-5E7E-9A52-739900DA19F6}"/>
              </a:ext>
            </a:extLst>
          </p:cNvPr>
          <p:cNvCxnSpPr/>
          <p:nvPr/>
        </p:nvCxnSpPr>
        <p:spPr>
          <a:xfrm>
            <a:off x="14508479" y="5108969"/>
            <a:ext cx="54864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64" name="Straight Connector 563">
            <a:extLst>
              <a:ext uri="{FF2B5EF4-FFF2-40B4-BE49-F238E27FC236}">
                <a16:creationId xmlns:a16="http://schemas.microsoft.com/office/drawing/2014/main" id="{9FB62C51-2790-B690-650A-B143CE5F4095}"/>
              </a:ext>
            </a:extLst>
          </p:cNvPr>
          <p:cNvCxnSpPr>
            <a:cxnSpLocks/>
          </p:cNvCxnSpPr>
          <p:nvPr/>
        </p:nvCxnSpPr>
        <p:spPr>
          <a:xfrm>
            <a:off x="14509194" y="5094273"/>
            <a:ext cx="0" cy="431384"/>
          </a:xfrm>
          <a:prstGeom prst="line">
            <a:avLst/>
          </a:prstGeom>
          <a:ln w="28575"/>
        </p:spPr>
        <p:style>
          <a:lnRef idx="1">
            <a:schemeClr val="dk1"/>
          </a:lnRef>
          <a:fillRef idx="0">
            <a:schemeClr val="dk1"/>
          </a:fillRef>
          <a:effectRef idx="0">
            <a:schemeClr val="dk1"/>
          </a:effectRef>
          <a:fontRef idx="minor">
            <a:schemeClr val="tx1"/>
          </a:fontRef>
        </p:style>
      </p:cxnSp>
      <p:cxnSp>
        <p:nvCxnSpPr>
          <p:cNvPr id="565" name="Straight Connector 564">
            <a:extLst>
              <a:ext uri="{FF2B5EF4-FFF2-40B4-BE49-F238E27FC236}">
                <a16:creationId xmlns:a16="http://schemas.microsoft.com/office/drawing/2014/main" id="{9BDB81DF-E3C8-8441-EBD5-6FB7720377F9}"/>
              </a:ext>
            </a:extLst>
          </p:cNvPr>
          <p:cNvCxnSpPr>
            <a:cxnSpLocks/>
          </p:cNvCxnSpPr>
          <p:nvPr/>
        </p:nvCxnSpPr>
        <p:spPr>
          <a:xfrm>
            <a:off x="15039736" y="5101893"/>
            <a:ext cx="0" cy="423764"/>
          </a:xfrm>
          <a:prstGeom prst="line">
            <a:avLst/>
          </a:prstGeom>
          <a:ln w="28575"/>
        </p:spPr>
        <p:style>
          <a:lnRef idx="1">
            <a:schemeClr val="dk1"/>
          </a:lnRef>
          <a:fillRef idx="0">
            <a:schemeClr val="dk1"/>
          </a:fillRef>
          <a:effectRef idx="0">
            <a:schemeClr val="dk1"/>
          </a:effectRef>
          <a:fontRef idx="minor">
            <a:schemeClr val="tx1"/>
          </a:fontRef>
        </p:style>
      </p:cxnSp>
      <p:cxnSp>
        <p:nvCxnSpPr>
          <p:cNvPr id="569" name="Straight Connector 568">
            <a:extLst>
              <a:ext uri="{FF2B5EF4-FFF2-40B4-BE49-F238E27FC236}">
                <a16:creationId xmlns:a16="http://schemas.microsoft.com/office/drawing/2014/main" id="{F9D00522-688F-B292-BBED-4009D19E2390}"/>
              </a:ext>
            </a:extLst>
          </p:cNvPr>
          <p:cNvCxnSpPr/>
          <p:nvPr/>
        </p:nvCxnSpPr>
        <p:spPr>
          <a:xfrm>
            <a:off x="14120812" y="6012866"/>
            <a:ext cx="0" cy="267579"/>
          </a:xfrm>
          <a:prstGeom prst="line">
            <a:avLst/>
          </a:prstGeom>
          <a:ln w="28575"/>
        </p:spPr>
        <p:style>
          <a:lnRef idx="1">
            <a:schemeClr val="dk1"/>
          </a:lnRef>
          <a:fillRef idx="0">
            <a:schemeClr val="dk1"/>
          </a:fillRef>
          <a:effectRef idx="0">
            <a:schemeClr val="dk1"/>
          </a:effectRef>
          <a:fontRef idx="minor">
            <a:schemeClr val="tx1"/>
          </a:fontRef>
        </p:style>
      </p:cxnSp>
      <p:cxnSp>
        <p:nvCxnSpPr>
          <p:cNvPr id="570" name="Straight Connector 569">
            <a:extLst>
              <a:ext uri="{FF2B5EF4-FFF2-40B4-BE49-F238E27FC236}">
                <a16:creationId xmlns:a16="http://schemas.microsoft.com/office/drawing/2014/main" id="{0EDCD4B7-8670-7730-79C3-3C47661FC309}"/>
              </a:ext>
            </a:extLst>
          </p:cNvPr>
          <p:cNvCxnSpPr>
            <a:cxnSpLocks/>
          </p:cNvCxnSpPr>
          <p:nvPr/>
        </p:nvCxnSpPr>
        <p:spPr>
          <a:xfrm>
            <a:off x="13487400" y="6281313"/>
            <a:ext cx="0" cy="1687092"/>
          </a:xfrm>
          <a:prstGeom prst="line">
            <a:avLst/>
          </a:prstGeom>
          <a:ln w="28575"/>
        </p:spPr>
        <p:style>
          <a:lnRef idx="1">
            <a:schemeClr val="dk1"/>
          </a:lnRef>
          <a:fillRef idx="0">
            <a:schemeClr val="dk1"/>
          </a:fillRef>
          <a:effectRef idx="0">
            <a:schemeClr val="dk1"/>
          </a:effectRef>
          <a:fontRef idx="minor">
            <a:schemeClr val="tx1"/>
          </a:fontRef>
        </p:style>
      </p:cxnSp>
      <p:cxnSp>
        <p:nvCxnSpPr>
          <p:cNvPr id="571" name="Straight Connector 570">
            <a:extLst>
              <a:ext uri="{FF2B5EF4-FFF2-40B4-BE49-F238E27FC236}">
                <a16:creationId xmlns:a16="http://schemas.microsoft.com/office/drawing/2014/main" id="{5AC7219F-555D-3B5A-F8DB-45AB55019A25}"/>
              </a:ext>
            </a:extLst>
          </p:cNvPr>
          <p:cNvCxnSpPr>
            <a:cxnSpLocks/>
          </p:cNvCxnSpPr>
          <p:nvPr/>
        </p:nvCxnSpPr>
        <p:spPr>
          <a:xfrm>
            <a:off x="14754224" y="6278064"/>
            <a:ext cx="0" cy="2913436"/>
          </a:xfrm>
          <a:prstGeom prst="line">
            <a:avLst/>
          </a:prstGeom>
          <a:ln w="28575"/>
        </p:spPr>
        <p:style>
          <a:lnRef idx="1">
            <a:schemeClr val="dk1"/>
          </a:lnRef>
          <a:fillRef idx="0">
            <a:schemeClr val="dk1"/>
          </a:fillRef>
          <a:effectRef idx="0">
            <a:schemeClr val="dk1"/>
          </a:effectRef>
          <a:fontRef idx="minor">
            <a:schemeClr val="tx1"/>
          </a:fontRef>
        </p:style>
      </p:cxnSp>
      <p:cxnSp>
        <p:nvCxnSpPr>
          <p:cNvPr id="572" name="Straight Connector 571">
            <a:extLst>
              <a:ext uri="{FF2B5EF4-FFF2-40B4-BE49-F238E27FC236}">
                <a16:creationId xmlns:a16="http://schemas.microsoft.com/office/drawing/2014/main" id="{8F5BB56F-0992-196D-DD5D-B3E9C2E88702}"/>
              </a:ext>
            </a:extLst>
          </p:cNvPr>
          <p:cNvCxnSpPr>
            <a:cxnSpLocks/>
          </p:cNvCxnSpPr>
          <p:nvPr/>
        </p:nvCxnSpPr>
        <p:spPr>
          <a:xfrm flipH="1">
            <a:off x="13487400" y="6280445"/>
            <a:ext cx="1266824"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73" name="Straight Connector 572">
            <a:extLst>
              <a:ext uri="{FF2B5EF4-FFF2-40B4-BE49-F238E27FC236}">
                <a16:creationId xmlns:a16="http://schemas.microsoft.com/office/drawing/2014/main" id="{ACDAF4E8-6457-CFD4-AFDB-8BAFE7EA8259}"/>
              </a:ext>
            </a:extLst>
          </p:cNvPr>
          <p:cNvCxnSpPr/>
          <p:nvPr/>
        </p:nvCxnSpPr>
        <p:spPr>
          <a:xfrm>
            <a:off x="13128545" y="7968405"/>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74" name="Straight Connector 573">
            <a:extLst>
              <a:ext uri="{FF2B5EF4-FFF2-40B4-BE49-F238E27FC236}">
                <a16:creationId xmlns:a16="http://schemas.microsoft.com/office/drawing/2014/main" id="{26DB2F09-18C3-A96E-3539-2165FC1394D0}"/>
              </a:ext>
            </a:extLst>
          </p:cNvPr>
          <p:cNvCxnSpPr>
            <a:cxnSpLocks/>
          </p:cNvCxnSpPr>
          <p:nvPr/>
        </p:nvCxnSpPr>
        <p:spPr>
          <a:xfrm>
            <a:off x="13846254" y="7968405"/>
            <a:ext cx="0" cy="835586"/>
          </a:xfrm>
          <a:prstGeom prst="line">
            <a:avLst/>
          </a:prstGeom>
          <a:ln w="28575"/>
        </p:spPr>
        <p:style>
          <a:lnRef idx="1">
            <a:schemeClr val="dk1"/>
          </a:lnRef>
          <a:fillRef idx="0">
            <a:schemeClr val="dk1"/>
          </a:fillRef>
          <a:effectRef idx="0">
            <a:schemeClr val="dk1"/>
          </a:effectRef>
          <a:fontRef idx="minor">
            <a:schemeClr val="tx1"/>
          </a:fontRef>
        </p:style>
      </p:cxnSp>
      <p:cxnSp>
        <p:nvCxnSpPr>
          <p:cNvPr id="575" name="Straight Connector 574">
            <a:extLst>
              <a:ext uri="{FF2B5EF4-FFF2-40B4-BE49-F238E27FC236}">
                <a16:creationId xmlns:a16="http://schemas.microsoft.com/office/drawing/2014/main" id="{3E892C6B-AA7F-B1F0-CDD8-EEAAC360894D}"/>
              </a:ext>
            </a:extLst>
          </p:cNvPr>
          <p:cNvCxnSpPr>
            <a:cxnSpLocks/>
          </p:cNvCxnSpPr>
          <p:nvPr/>
        </p:nvCxnSpPr>
        <p:spPr>
          <a:xfrm>
            <a:off x="13128545" y="7960785"/>
            <a:ext cx="0" cy="491729"/>
          </a:xfrm>
          <a:prstGeom prst="line">
            <a:avLst/>
          </a:prstGeom>
          <a:ln w="28575"/>
        </p:spPr>
        <p:style>
          <a:lnRef idx="1">
            <a:schemeClr val="dk1"/>
          </a:lnRef>
          <a:fillRef idx="0">
            <a:schemeClr val="dk1"/>
          </a:fillRef>
          <a:effectRef idx="0">
            <a:schemeClr val="dk1"/>
          </a:effectRef>
          <a:fontRef idx="minor">
            <a:schemeClr val="tx1"/>
          </a:fontRef>
        </p:style>
      </p:cxnSp>
      <p:cxnSp>
        <p:nvCxnSpPr>
          <p:cNvPr id="577" name="Straight Connector 576">
            <a:extLst>
              <a:ext uri="{FF2B5EF4-FFF2-40B4-BE49-F238E27FC236}">
                <a16:creationId xmlns:a16="http://schemas.microsoft.com/office/drawing/2014/main" id="{CA8E42D5-03A2-1786-AC06-B3FCE1CF58E4}"/>
              </a:ext>
            </a:extLst>
          </p:cNvPr>
          <p:cNvCxnSpPr>
            <a:cxnSpLocks/>
          </p:cNvCxnSpPr>
          <p:nvPr/>
        </p:nvCxnSpPr>
        <p:spPr>
          <a:xfrm>
            <a:off x="13679884" y="8800907"/>
            <a:ext cx="5357" cy="701789"/>
          </a:xfrm>
          <a:prstGeom prst="line">
            <a:avLst/>
          </a:prstGeom>
          <a:ln w="28575"/>
        </p:spPr>
        <p:style>
          <a:lnRef idx="1">
            <a:schemeClr val="dk1"/>
          </a:lnRef>
          <a:fillRef idx="0">
            <a:schemeClr val="dk1"/>
          </a:fillRef>
          <a:effectRef idx="0">
            <a:schemeClr val="dk1"/>
          </a:effectRef>
          <a:fontRef idx="minor">
            <a:schemeClr val="tx1"/>
          </a:fontRef>
        </p:style>
      </p:cxnSp>
      <p:cxnSp>
        <p:nvCxnSpPr>
          <p:cNvPr id="578" name="Straight Connector 577">
            <a:extLst>
              <a:ext uri="{FF2B5EF4-FFF2-40B4-BE49-F238E27FC236}">
                <a16:creationId xmlns:a16="http://schemas.microsoft.com/office/drawing/2014/main" id="{27EA79BC-625C-1A43-7527-9B19A003E9BC}"/>
              </a:ext>
            </a:extLst>
          </p:cNvPr>
          <p:cNvCxnSpPr>
            <a:cxnSpLocks/>
          </p:cNvCxnSpPr>
          <p:nvPr/>
        </p:nvCxnSpPr>
        <p:spPr>
          <a:xfrm>
            <a:off x="14019926" y="8800907"/>
            <a:ext cx="0" cy="854189"/>
          </a:xfrm>
          <a:prstGeom prst="line">
            <a:avLst/>
          </a:prstGeom>
          <a:ln w="28575"/>
        </p:spPr>
        <p:style>
          <a:lnRef idx="1">
            <a:schemeClr val="dk1"/>
          </a:lnRef>
          <a:fillRef idx="0">
            <a:schemeClr val="dk1"/>
          </a:fillRef>
          <a:effectRef idx="0">
            <a:schemeClr val="dk1"/>
          </a:effectRef>
          <a:fontRef idx="minor">
            <a:schemeClr val="tx1"/>
          </a:fontRef>
        </p:style>
      </p:cxnSp>
      <p:cxnSp>
        <p:nvCxnSpPr>
          <p:cNvPr id="580" name="Straight Connector 579">
            <a:extLst>
              <a:ext uri="{FF2B5EF4-FFF2-40B4-BE49-F238E27FC236}">
                <a16:creationId xmlns:a16="http://schemas.microsoft.com/office/drawing/2014/main" id="{BAB087DE-5B56-C2BD-D028-669BFC2713EF}"/>
              </a:ext>
            </a:extLst>
          </p:cNvPr>
          <p:cNvCxnSpPr>
            <a:cxnSpLocks/>
          </p:cNvCxnSpPr>
          <p:nvPr/>
        </p:nvCxnSpPr>
        <p:spPr>
          <a:xfrm>
            <a:off x="14591744" y="9196883"/>
            <a:ext cx="0" cy="431384"/>
          </a:xfrm>
          <a:prstGeom prst="line">
            <a:avLst/>
          </a:prstGeom>
          <a:ln w="28575"/>
        </p:spPr>
        <p:style>
          <a:lnRef idx="1">
            <a:schemeClr val="dk1"/>
          </a:lnRef>
          <a:fillRef idx="0">
            <a:schemeClr val="dk1"/>
          </a:fillRef>
          <a:effectRef idx="0">
            <a:schemeClr val="dk1"/>
          </a:effectRef>
          <a:fontRef idx="minor">
            <a:schemeClr val="tx1"/>
          </a:fontRef>
        </p:style>
      </p:cxnSp>
      <p:cxnSp>
        <p:nvCxnSpPr>
          <p:cNvPr id="581" name="Straight Connector 580">
            <a:extLst>
              <a:ext uri="{FF2B5EF4-FFF2-40B4-BE49-F238E27FC236}">
                <a16:creationId xmlns:a16="http://schemas.microsoft.com/office/drawing/2014/main" id="{8B435891-6841-4A2C-6957-5C4EDFE7BE76}"/>
              </a:ext>
            </a:extLst>
          </p:cNvPr>
          <p:cNvCxnSpPr>
            <a:cxnSpLocks/>
          </p:cNvCxnSpPr>
          <p:nvPr/>
        </p:nvCxnSpPr>
        <p:spPr>
          <a:xfrm>
            <a:off x="14925436" y="9198153"/>
            <a:ext cx="0" cy="423764"/>
          </a:xfrm>
          <a:prstGeom prst="line">
            <a:avLst/>
          </a:prstGeom>
          <a:ln w="28575"/>
        </p:spPr>
        <p:style>
          <a:lnRef idx="1">
            <a:schemeClr val="dk1"/>
          </a:lnRef>
          <a:fillRef idx="0">
            <a:schemeClr val="dk1"/>
          </a:fillRef>
          <a:effectRef idx="0">
            <a:schemeClr val="dk1"/>
          </a:effectRef>
          <a:fontRef idx="minor">
            <a:schemeClr val="tx1"/>
          </a:fontRef>
        </p:style>
      </p:cxnSp>
      <p:cxnSp>
        <p:nvCxnSpPr>
          <p:cNvPr id="589" name="Straight Connector 588">
            <a:extLst>
              <a:ext uri="{FF2B5EF4-FFF2-40B4-BE49-F238E27FC236}">
                <a16:creationId xmlns:a16="http://schemas.microsoft.com/office/drawing/2014/main" id="{E2EF270C-B1C2-FFC5-8E60-41B8074E0852}"/>
              </a:ext>
            </a:extLst>
          </p:cNvPr>
          <p:cNvCxnSpPr>
            <a:cxnSpLocks/>
          </p:cNvCxnSpPr>
          <p:nvPr/>
        </p:nvCxnSpPr>
        <p:spPr>
          <a:xfrm>
            <a:off x="12961182" y="8458864"/>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1" name="Straight Connector 590">
            <a:extLst>
              <a:ext uri="{FF2B5EF4-FFF2-40B4-BE49-F238E27FC236}">
                <a16:creationId xmlns:a16="http://schemas.microsoft.com/office/drawing/2014/main" id="{7A64E399-57DD-3338-AD6A-2982E857BB67}"/>
              </a:ext>
            </a:extLst>
          </p:cNvPr>
          <p:cNvCxnSpPr>
            <a:cxnSpLocks/>
          </p:cNvCxnSpPr>
          <p:nvPr/>
        </p:nvCxnSpPr>
        <p:spPr>
          <a:xfrm>
            <a:off x="13685241" y="8813607"/>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2" name="Straight Connector 591">
            <a:extLst>
              <a:ext uri="{FF2B5EF4-FFF2-40B4-BE49-F238E27FC236}">
                <a16:creationId xmlns:a16="http://schemas.microsoft.com/office/drawing/2014/main" id="{E8C55E4C-4DF3-12AE-9000-E027753029DC}"/>
              </a:ext>
            </a:extLst>
          </p:cNvPr>
          <p:cNvCxnSpPr>
            <a:cxnSpLocks/>
          </p:cNvCxnSpPr>
          <p:nvPr/>
        </p:nvCxnSpPr>
        <p:spPr>
          <a:xfrm>
            <a:off x="14596306" y="9207740"/>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5" name="Straight Connector 594">
            <a:extLst>
              <a:ext uri="{FF2B5EF4-FFF2-40B4-BE49-F238E27FC236}">
                <a16:creationId xmlns:a16="http://schemas.microsoft.com/office/drawing/2014/main" id="{E338373A-0901-6E9A-295D-C9E42A4A909E}"/>
              </a:ext>
            </a:extLst>
          </p:cNvPr>
          <p:cNvCxnSpPr>
            <a:cxnSpLocks/>
          </p:cNvCxnSpPr>
          <p:nvPr/>
        </p:nvCxnSpPr>
        <p:spPr>
          <a:xfrm>
            <a:off x="13524229" y="9487971"/>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6" name="Straight Connector 595">
            <a:extLst>
              <a:ext uri="{FF2B5EF4-FFF2-40B4-BE49-F238E27FC236}">
                <a16:creationId xmlns:a16="http://schemas.microsoft.com/office/drawing/2014/main" id="{AD93D329-74A3-DAF7-C8D9-272EF765F09D}"/>
              </a:ext>
            </a:extLst>
          </p:cNvPr>
          <p:cNvCxnSpPr>
            <a:cxnSpLocks/>
          </p:cNvCxnSpPr>
          <p:nvPr/>
        </p:nvCxnSpPr>
        <p:spPr>
          <a:xfrm>
            <a:off x="13837641" y="9480957"/>
            <a:ext cx="0" cy="167789"/>
          </a:xfrm>
          <a:prstGeom prst="line">
            <a:avLst/>
          </a:prstGeom>
          <a:ln w="28575"/>
        </p:spPr>
        <p:style>
          <a:lnRef idx="1">
            <a:schemeClr val="dk1"/>
          </a:lnRef>
          <a:fillRef idx="0">
            <a:schemeClr val="dk1"/>
          </a:fillRef>
          <a:effectRef idx="0">
            <a:schemeClr val="dk1"/>
          </a:effectRef>
          <a:fontRef idx="minor">
            <a:schemeClr val="tx1"/>
          </a:fontRef>
        </p:style>
      </p:cxnSp>
      <p:cxnSp>
        <p:nvCxnSpPr>
          <p:cNvPr id="598" name="Straight Connector 597">
            <a:extLst>
              <a:ext uri="{FF2B5EF4-FFF2-40B4-BE49-F238E27FC236}">
                <a16:creationId xmlns:a16="http://schemas.microsoft.com/office/drawing/2014/main" id="{37CA5E2A-E086-A72F-AFBB-8848C866F1DF}"/>
              </a:ext>
            </a:extLst>
          </p:cNvPr>
          <p:cNvCxnSpPr>
            <a:cxnSpLocks/>
          </p:cNvCxnSpPr>
          <p:nvPr/>
        </p:nvCxnSpPr>
        <p:spPr>
          <a:xfrm>
            <a:off x="13531570" y="9480957"/>
            <a:ext cx="0" cy="167789"/>
          </a:xfrm>
          <a:prstGeom prst="line">
            <a:avLst/>
          </a:prstGeom>
          <a:ln w="28575"/>
        </p:spPr>
        <p:style>
          <a:lnRef idx="1">
            <a:schemeClr val="dk1"/>
          </a:lnRef>
          <a:fillRef idx="0">
            <a:schemeClr val="dk1"/>
          </a:fillRef>
          <a:effectRef idx="0">
            <a:schemeClr val="dk1"/>
          </a:effectRef>
          <a:fontRef idx="minor">
            <a:schemeClr val="tx1"/>
          </a:fontRef>
        </p:style>
      </p:cxnSp>
      <p:cxnSp>
        <p:nvCxnSpPr>
          <p:cNvPr id="601" name="Straight Connector 600">
            <a:extLst>
              <a:ext uri="{FF2B5EF4-FFF2-40B4-BE49-F238E27FC236}">
                <a16:creationId xmlns:a16="http://schemas.microsoft.com/office/drawing/2014/main" id="{011358C1-7000-F30F-78B1-D43856F98EE6}"/>
              </a:ext>
            </a:extLst>
          </p:cNvPr>
          <p:cNvCxnSpPr>
            <a:cxnSpLocks/>
          </p:cNvCxnSpPr>
          <p:nvPr/>
        </p:nvCxnSpPr>
        <p:spPr>
          <a:xfrm>
            <a:off x="13274138" y="8452514"/>
            <a:ext cx="0" cy="1202582"/>
          </a:xfrm>
          <a:prstGeom prst="line">
            <a:avLst/>
          </a:prstGeom>
          <a:ln w="28575"/>
        </p:spPr>
        <p:style>
          <a:lnRef idx="1">
            <a:schemeClr val="dk1"/>
          </a:lnRef>
          <a:fillRef idx="0">
            <a:schemeClr val="dk1"/>
          </a:fillRef>
          <a:effectRef idx="0">
            <a:schemeClr val="dk1"/>
          </a:effectRef>
          <a:fontRef idx="minor">
            <a:schemeClr val="tx1"/>
          </a:fontRef>
        </p:style>
      </p:cxnSp>
      <p:cxnSp>
        <p:nvCxnSpPr>
          <p:cNvPr id="604" name="Straight Connector 603">
            <a:extLst>
              <a:ext uri="{FF2B5EF4-FFF2-40B4-BE49-F238E27FC236}">
                <a16:creationId xmlns:a16="http://schemas.microsoft.com/office/drawing/2014/main" id="{30C27DFC-C26F-13AF-97C3-9C72015BB73F}"/>
              </a:ext>
            </a:extLst>
          </p:cNvPr>
          <p:cNvCxnSpPr>
            <a:cxnSpLocks/>
          </p:cNvCxnSpPr>
          <p:nvPr/>
        </p:nvCxnSpPr>
        <p:spPr>
          <a:xfrm>
            <a:off x="12967532" y="8446164"/>
            <a:ext cx="0" cy="1202582"/>
          </a:xfrm>
          <a:prstGeom prst="line">
            <a:avLst/>
          </a:prstGeom>
          <a:ln w="28575"/>
        </p:spPr>
        <p:style>
          <a:lnRef idx="1">
            <a:schemeClr val="dk1"/>
          </a:lnRef>
          <a:fillRef idx="0">
            <a:schemeClr val="dk1"/>
          </a:fillRef>
          <a:effectRef idx="0">
            <a:schemeClr val="dk1"/>
          </a:effectRef>
          <a:fontRef idx="minor">
            <a:schemeClr val="tx1"/>
          </a:fontRef>
        </p:style>
      </p:cxnSp>
      <p:sp>
        <p:nvSpPr>
          <p:cNvPr id="605" name="TextBox 604">
            <a:extLst>
              <a:ext uri="{FF2B5EF4-FFF2-40B4-BE49-F238E27FC236}">
                <a16:creationId xmlns:a16="http://schemas.microsoft.com/office/drawing/2014/main" id="{845BCD1A-0AE7-CA83-5C96-5186D0CE7F60}"/>
              </a:ext>
            </a:extLst>
          </p:cNvPr>
          <p:cNvSpPr txBox="1"/>
          <p:nvPr/>
        </p:nvSpPr>
        <p:spPr>
          <a:xfrm>
            <a:off x="9320427" y="1796421"/>
            <a:ext cx="151216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606" name="TextBox 605">
            <a:extLst>
              <a:ext uri="{FF2B5EF4-FFF2-40B4-BE49-F238E27FC236}">
                <a16:creationId xmlns:a16="http://schemas.microsoft.com/office/drawing/2014/main" id="{44AD9D2E-DB42-58B3-E088-DD447AB0C8D1}"/>
              </a:ext>
            </a:extLst>
          </p:cNvPr>
          <p:cNvSpPr txBox="1"/>
          <p:nvPr/>
        </p:nvSpPr>
        <p:spPr>
          <a:xfrm>
            <a:off x="9038433" y="9331421"/>
            <a:ext cx="2016648" cy="58477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1600" b="1" dirty="0">
                <a:latin typeface="Arial" panose="020B0604020202020204" pitchFamily="34" charset="0"/>
                <a:ea typeface="Yu Gothic" panose="020B0400000000000000" pitchFamily="34" charset="-128"/>
                <a:cs typeface="Arial" panose="020B0604020202020204" pitchFamily="34" charset="0"/>
              </a:rPr>
              <a:t>One size </a:t>
            </a:r>
          </a:p>
          <a:p>
            <a:pPr algn="ctr"/>
            <a:r>
              <a:rPr lang="en-US" sz="1600" b="1" dirty="0">
                <a:latin typeface="Arial" panose="020B0604020202020204" pitchFamily="34" charset="0"/>
                <a:ea typeface="Yu Gothic" panose="020B0400000000000000" pitchFamily="34" charset="-128"/>
                <a:cs typeface="Arial" panose="020B0604020202020204" pitchFamily="34" charset="0"/>
              </a:rPr>
              <a:t>change</a:t>
            </a:r>
          </a:p>
        </p:txBody>
      </p:sp>
      <p:sp>
        <p:nvSpPr>
          <p:cNvPr id="607" name="Rectangle 606">
            <a:extLst>
              <a:ext uri="{FF2B5EF4-FFF2-40B4-BE49-F238E27FC236}">
                <a16:creationId xmlns:a16="http://schemas.microsoft.com/office/drawing/2014/main" id="{699ADAEC-A47E-DBDF-C35F-1E56C289782A}"/>
              </a:ext>
            </a:extLst>
          </p:cNvPr>
          <p:cNvSpPr/>
          <p:nvPr/>
        </p:nvSpPr>
        <p:spPr>
          <a:xfrm>
            <a:off x="9317238" y="2738577"/>
            <a:ext cx="1466961" cy="97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08" name="Rectangle 607">
            <a:extLst>
              <a:ext uri="{FF2B5EF4-FFF2-40B4-BE49-F238E27FC236}">
                <a16:creationId xmlns:a16="http://schemas.microsoft.com/office/drawing/2014/main" id="{54E1AFF0-1B4E-9352-2401-CCA98F2E5134}"/>
              </a:ext>
            </a:extLst>
          </p:cNvPr>
          <p:cNvSpPr/>
          <p:nvPr/>
        </p:nvSpPr>
        <p:spPr>
          <a:xfrm>
            <a:off x="9640921" y="3710008"/>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09" name="Rectangle 608">
            <a:extLst>
              <a:ext uri="{FF2B5EF4-FFF2-40B4-BE49-F238E27FC236}">
                <a16:creationId xmlns:a16="http://schemas.microsoft.com/office/drawing/2014/main" id="{C11E6C42-96FD-12BA-6421-2DA0BF9EF21A}"/>
              </a:ext>
            </a:extLst>
          </p:cNvPr>
          <p:cNvSpPr/>
          <p:nvPr/>
        </p:nvSpPr>
        <p:spPr>
          <a:xfrm>
            <a:off x="9740640" y="6662106"/>
            <a:ext cx="581883" cy="237352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10" name="Rectangle 609">
            <a:extLst>
              <a:ext uri="{FF2B5EF4-FFF2-40B4-BE49-F238E27FC236}">
                <a16:creationId xmlns:a16="http://schemas.microsoft.com/office/drawing/2014/main" id="{11865559-E351-B484-FB2D-0405E5E1652C}"/>
              </a:ext>
            </a:extLst>
          </p:cNvPr>
          <p:cNvSpPr/>
          <p:nvPr/>
        </p:nvSpPr>
        <p:spPr>
          <a:xfrm>
            <a:off x="9342325" y="9029351"/>
            <a:ext cx="1371600" cy="28653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37063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8021486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601061642"/>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 2013 - 2022</Template>
  <TotalTime>7088</TotalTime>
  <Words>176</Words>
  <Application>Microsoft Office PowerPoint</Application>
  <PresentationFormat>Custom</PresentationFormat>
  <Paragraphs>57</Paragraphs>
  <Slides>5</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vt:i4>
      </vt:variant>
    </vt:vector>
  </HeadingPairs>
  <TitlesOfParts>
    <vt:vector size="9" baseType="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Jonathan Mah</dc:creator>
  <cp:lastModifiedBy>Jonathan Mah</cp:lastModifiedBy>
  <cp:revision>4</cp:revision>
  <dcterms:created xsi:type="dcterms:W3CDTF">2023-05-03T19:41:22Z</dcterms:created>
  <dcterms:modified xsi:type="dcterms:W3CDTF">2025-07-28T22:06:26Z</dcterms:modified>
</cp:coreProperties>
</file>