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4"/>
  </p:notesMasterIdLst>
  <p:sldIdLst>
    <p:sldId id="514" r:id="rId2"/>
    <p:sldId id="520" r:id="rId3"/>
    <p:sldId id="511" r:id="rId4"/>
    <p:sldId id="512" r:id="rId5"/>
    <p:sldId id="517" r:id="rId6"/>
    <p:sldId id="524" r:id="rId7"/>
    <p:sldId id="525" r:id="rId8"/>
    <p:sldId id="518" r:id="rId9"/>
    <p:sldId id="519" r:id="rId10"/>
    <p:sldId id="522" r:id="rId11"/>
    <p:sldId id="521" r:id="rId12"/>
    <p:sldId id="523" r:id="rId13"/>
  </p:sldIdLst>
  <p:sldSz cx="22860000" cy="2286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riginal_submission" id="{E4BD4140-1328-4ECB-9711-031F54ACF92C}">
          <p14:sldIdLst>
            <p14:sldId id="514"/>
            <p14:sldId id="520"/>
            <p14:sldId id="511"/>
            <p14:sldId id="512"/>
            <p14:sldId id="517"/>
            <p14:sldId id="524"/>
            <p14:sldId id="525"/>
            <p14:sldId id="518"/>
            <p14:sldId id="519"/>
            <p14:sldId id="522"/>
            <p14:sldId id="521"/>
            <p14:sldId id="52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9F79"/>
    <a:srgbClr val="D75600"/>
    <a:srgbClr val="716BB0"/>
    <a:srgbClr val="92D050"/>
    <a:srgbClr val="D2232E"/>
    <a:srgbClr val="393F7C"/>
    <a:srgbClr val="000000"/>
    <a:srgbClr val="5ABA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93BDFE-E7B1-48C6-AB80-E9611D4B0775}" v="8" dt="2026-04-07T18:52:54.5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74" autoAdjust="0"/>
    <p:restoredTop sz="94660"/>
  </p:normalViewPr>
  <p:slideViewPr>
    <p:cSldViewPr snapToGrid="0">
      <p:cViewPr>
        <p:scale>
          <a:sx n="200" d="100"/>
          <a:sy n="200" d="100"/>
        </p:scale>
        <p:origin x="-9222" y="-4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Mah" userId="5261b2f2f3e51194" providerId="LiveId" clId="{DB9BCF8B-E91B-491C-8171-92D39BBC1534}"/>
    <pc:docChg chg="undo redo custSel addSld delSld modSld sldOrd modSection">
      <pc:chgData name="Jonathan Mah" userId="5261b2f2f3e51194" providerId="LiveId" clId="{DB9BCF8B-E91B-491C-8171-92D39BBC1534}" dt="2026-04-07T18:53:03.011" v="1522" actId="1076"/>
      <pc:docMkLst>
        <pc:docMk/>
      </pc:docMkLst>
      <pc:sldChg chg="del">
        <pc:chgData name="Jonathan Mah" userId="5261b2f2f3e51194" providerId="LiveId" clId="{DB9BCF8B-E91B-491C-8171-92D39BBC1534}" dt="2026-04-06T19:00:20.242" v="1464" actId="47"/>
        <pc:sldMkLst>
          <pc:docMk/>
          <pc:sldMk cId="29572235" sldId="422"/>
        </pc:sldMkLst>
      </pc:sldChg>
      <pc:sldChg chg="del">
        <pc:chgData name="Jonathan Mah" userId="5261b2f2f3e51194" providerId="LiveId" clId="{DB9BCF8B-E91B-491C-8171-92D39BBC1534}" dt="2026-04-06T19:00:21.464" v="1465" actId="47"/>
        <pc:sldMkLst>
          <pc:docMk/>
          <pc:sldMk cId="2126933953" sldId="423"/>
        </pc:sldMkLst>
      </pc:sldChg>
      <pc:sldChg chg="addSp delSp modSp mod">
        <pc:chgData name="Jonathan Mah" userId="5261b2f2f3e51194" providerId="LiveId" clId="{DB9BCF8B-E91B-491C-8171-92D39BBC1534}" dt="2026-04-07T18:53:03.011" v="1522" actId="1076"/>
        <pc:sldMkLst>
          <pc:docMk/>
          <pc:sldMk cId="1601061642" sldId="512"/>
        </pc:sldMkLst>
        <pc:spChg chg="add mod">
          <ac:chgData name="Jonathan Mah" userId="5261b2f2f3e51194" providerId="LiveId" clId="{DB9BCF8B-E91B-491C-8171-92D39BBC1534}" dt="2026-04-07T18:52:33.412" v="1517" actId="1076"/>
          <ac:spMkLst>
            <pc:docMk/>
            <pc:sldMk cId="1601061642" sldId="512"/>
            <ac:spMk id="18" creationId="{E693494A-1F6E-3828-5FF9-CDAB056D0BCE}"/>
          </ac:spMkLst>
        </pc:spChg>
        <pc:spChg chg="add mod">
          <ac:chgData name="Jonathan Mah" userId="5261b2f2f3e51194" providerId="LiveId" clId="{DB9BCF8B-E91B-491C-8171-92D39BBC1534}" dt="2026-04-07T18:52:33.412" v="1517" actId="1076"/>
          <ac:spMkLst>
            <pc:docMk/>
            <pc:sldMk cId="1601061642" sldId="512"/>
            <ac:spMk id="19" creationId="{C1E6029E-39DA-FD90-8B4A-32E98571088F}"/>
          </ac:spMkLst>
        </pc:spChg>
        <pc:spChg chg="add mod">
          <ac:chgData name="Jonathan Mah" userId="5261b2f2f3e51194" providerId="LiveId" clId="{DB9BCF8B-E91B-491C-8171-92D39BBC1534}" dt="2026-04-07T18:52:33.412" v="1517" actId="1076"/>
          <ac:spMkLst>
            <pc:docMk/>
            <pc:sldMk cId="1601061642" sldId="512"/>
            <ac:spMk id="22" creationId="{1CE5FA1F-948A-538B-E275-31FE8E471619}"/>
          </ac:spMkLst>
        </pc:spChg>
        <pc:spChg chg="add mod">
          <ac:chgData name="Jonathan Mah" userId="5261b2f2f3e51194" providerId="LiveId" clId="{DB9BCF8B-E91B-491C-8171-92D39BBC1534}" dt="2026-04-07T18:52:33.412" v="1517" actId="1076"/>
          <ac:spMkLst>
            <pc:docMk/>
            <pc:sldMk cId="1601061642" sldId="512"/>
            <ac:spMk id="23" creationId="{FE72382F-F6F9-66C7-4183-4E055D409F7D}"/>
          </ac:spMkLst>
        </pc:spChg>
        <pc:spChg chg="mod">
          <ac:chgData name="Jonathan Mah" userId="5261b2f2f3e51194" providerId="LiveId" clId="{DB9BCF8B-E91B-491C-8171-92D39BBC1534}" dt="2026-04-07T18:52:40.930" v="1518" actId="1076"/>
          <ac:spMkLst>
            <pc:docMk/>
            <pc:sldMk cId="1601061642" sldId="512"/>
            <ac:spMk id="24" creationId="{ACB078C8-4156-AC31-CFB4-4A88C1B62115}"/>
          </ac:spMkLst>
        </pc:spChg>
        <pc:spChg chg="add mod">
          <ac:chgData name="Jonathan Mah" userId="5261b2f2f3e51194" providerId="LiveId" clId="{DB9BCF8B-E91B-491C-8171-92D39BBC1534}" dt="2026-04-07T18:52:33.412" v="1517" actId="1076"/>
          <ac:spMkLst>
            <pc:docMk/>
            <pc:sldMk cId="1601061642" sldId="512"/>
            <ac:spMk id="38" creationId="{FC0509F7-8873-EC72-329F-1640ED6E36B3}"/>
          </ac:spMkLst>
        </pc:spChg>
        <pc:spChg chg="add mod">
          <ac:chgData name="Jonathan Mah" userId="5261b2f2f3e51194" providerId="LiveId" clId="{DB9BCF8B-E91B-491C-8171-92D39BBC1534}" dt="2026-04-07T18:52:33.412" v="1517" actId="1076"/>
          <ac:spMkLst>
            <pc:docMk/>
            <pc:sldMk cId="1601061642" sldId="512"/>
            <ac:spMk id="39" creationId="{5680E036-C301-C623-414E-BC2D5E341D9A}"/>
          </ac:spMkLst>
        </pc:spChg>
        <pc:spChg chg="add mod">
          <ac:chgData name="Jonathan Mah" userId="5261b2f2f3e51194" providerId="LiveId" clId="{DB9BCF8B-E91B-491C-8171-92D39BBC1534}" dt="2026-04-07T18:52:52.005" v="1520" actId="1076"/>
          <ac:spMkLst>
            <pc:docMk/>
            <pc:sldMk cId="1601061642" sldId="512"/>
            <ac:spMk id="40" creationId="{7688E15F-1386-C937-0163-2EC5DDC4ACE1}"/>
          </ac:spMkLst>
        </pc:spChg>
        <pc:spChg chg="add mod">
          <ac:chgData name="Jonathan Mah" userId="5261b2f2f3e51194" providerId="LiveId" clId="{DB9BCF8B-E91B-491C-8171-92D39BBC1534}" dt="2026-04-07T18:52:52.005" v="1520" actId="1076"/>
          <ac:spMkLst>
            <pc:docMk/>
            <pc:sldMk cId="1601061642" sldId="512"/>
            <ac:spMk id="41" creationId="{B641507C-62A6-FF4F-D8BC-CDF153439BD5}"/>
          </ac:spMkLst>
        </pc:spChg>
        <pc:spChg chg="add mod">
          <ac:chgData name="Jonathan Mah" userId="5261b2f2f3e51194" providerId="LiveId" clId="{DB9BCF8B-E91B-491C-8171-92D39BBC1534}" dt="2026-04-07T18:52:52.005" v="1520" actId="1076"/>
          <ac:spMkLst>
            <pc:docMk/>
            <pc:sldMk cId="1601061642" sldId="512"/>
            <ac:spMk id="42" creationId="{DE6853C4-E8CA-CF2A-8099-234DC2B4E289}"/>
          </ac:spMkLst>
        </pc:spChg>
        <pc:spChg chg="add mod">
          <ac:chgData name="Jonathan Mah" userId="5261b2f2f3e51194" providerId="LiveId" clId="{DB9BCF8B-E91B-491C-8171-92D39BBC1534}" dt="2026-04-07T18:52:52.005" v="1520" actId="1076"/>
          <ac:spMkLst>
            <pc:docMk/>
            <pc:sldMk cId="1601061642" sldId="512"/>
            <ac:spMk id="43" creationId="{305571C5-AE62-5FEB-178F-92AF31427263}"/>
          </ac:spMkLst>
        </pc:spChg>
        <pc:spChg chg="add mod">
          <ac:chgData name="Jonathan Mah" userId="5261b2f2f3e51194" providerId="LiveId" clId="{DB9BCF8B-E91B-491C-8171-92D39BBC1534}" dt="2026-04-07T18:52:52.005" v="1520" actId="1076"/>
          <ac:spMkLst>
            <pc:docMk/>
            <pc:sldMk cId="1601061642" sldId="512"/>
            <ac:spMk id="44" creationId="{A5BD21AD-9160-37C5-E402-1912AF878518}"/>
          </ac:spMkLst>
        </pc:spChg>
        <pc:spChg chg="add mod">
          <ac:chgData name="Jonathan Mah" userId="5261b2f2f3e51194" providerId="LiveId" clId="{DB9BCF8B-E91B-491C-8171-92D39BBC1534}" dt="2026-04-07T18:52:52.005" v="1520" actId="1076"/>
          <ac:spMkLst>
            <pc:docMk/>
            <pc:sldMk cId="1601061642" sldId="512"/>
            <ac:spMk id="45" creationId="{871380D0-3166-4CAB-8D48-B8B10A1216F4}"/>
          </ac:spMkLst>
        </pc:spChg>
        <pc:spChg chg="add mod">
          <ac:chgData name="Jonathan Mah" userId="5261b2f2f3e51194" providerId="LiveId" clId="{DB9BCF8B-E91B-491C-8171-92D39BBC1534}" dt="2026-04-07T18:53:03.011" v="1522" actId="1076"/>
          <ac:spMkLst>
            <pc:docMk/>
            <pc:sldMk cId="1601061642" sldId="512"/>
            <ac:spMk id="46" creationId="{669993EF-587D-E4B8-4DCB-745E77C10007}"/>
          </ac:spMkLst>
        </pc:spChg>
        <pc:spChg chg="add mod">
          <ac:chgData name="Jonathan Mah" userId="5261b2f2f3e51194" providerId="LiveId" clId="{DB9BCF8B-E91B-491C-8171-92D39BBC1534}" dt="2026-04-07T18:53:03.011" v="1522" actId="1076"/>
          <ac:spMkLst>
            <pc:docMk/>
            <pc:sldMk cId="1601061642" sldId="512"/>
            <ac:spMk id="47" creationId="{4315D537-113D-8E6A-1582-C204AA39D1FF}"/>
          </ac:spMkLst>
        </pc:spChg>
        <pc:spChg chg="add mod">
          <ac:chgData name="Jonathan Mah" userId="5261b2f2f3e51194" providerId="LiveId" clId="{DB9BCF8B-E91B-491C-8171-92D39BBC1534}" dt="2026-04-07T18:53:03.011" v="1522" actId="1076"/>
          <ac:spMkLst>
            <pc:docMk/>
            <pc:sldMk cId="1601061642" sldId="512"/>
            <ac:spMk id="48" creationId="{963E9682-998A-6596-A3B2-CF7BDC9DF45C}"/>
          </ac:spMkLst>
        </pc:spChg>
        <pc:spChg chg="add mod">
          <ac:chgData name="Jonathan Mah" userId="5261b2f2f3e51194" providerId="LiveId" clId="{DB9BCF8B-E91B-491C-8171-92D39BBC1534}" dt="2026-04-07T18:53:03.011" v="1522" actId="1076"/>
          <ac:spMkLst>
            <pc:docMk/>
            <pc:sldMk cId="1601061642" sldId="512"/>
            <ac:spMk id="49" creationId="{BB2FCBC0-DF2A-1EB3-1EB7-9D014B509F6B}"/>
          </ac:spMkLst>
        </pc:spChg>
        <pc:spChg chg="add mod">
          <ac:chgData name="Jonathan Mah" userId="5261b2f2f3e51194" providerId="LiveId" clId="{DB9BCF8B-E91B-491C-8171-92D39BBC1534}" dt="2026-04-07T18:53:03.011" v="1522" actId="1076"/>
          <ac:spMkLst>
            <pc:docMk/>
            <pc:sldMk cId="1601061642" sldId="512"/>
            <ac:spMk id="50" creationId="{380B9967-3D2A-6290-9C24-45B1B3248F5A}"/>
          </ac:spMkLst>
        </pc:spChg>
        <pc:spChg chg="add mod">
          <ac:chgData name="Jonathan Mah" userId="5261b2f2f3e51194" providerId="LiveId" clId="{DB9BCF8B-E91B-491C-8171-92D39BBC1534}" dt="2026-04-07T18:53:03.011" v="1522" actId="1076"/>
          <ac:spMkLst>
            <pc:docMk/>
            <pc:sldMk cId="1601061642" sldId="512"/>
            <ac:spMk id="51" creationId="{9BBB25C2-AD51-EF46-0526-6F8284826624}"/>
          </ac:spMkLst>
        </pc:spChg>
        <pc:picChg chg="del">
          <ac:chgData name="Jonathan Mah" userId="5261b2f2f3e51194" providerId="LiveId" clId="{DB9BCF8B-E91B-491C-8171-92D39BBC1534}" dt="2026-04-07T18:50:16.367" v="1472" actId="478"/>
          <ac:picMkLst>
            <pc:docMk/>
            <pc:sldMk cId="1601061642" sldId="512"/>
            <ac:picMk id="20" creationId="{63E7276F-F01B-934A-CFDD-FB6D5F2EC7FE}"/>
          </ac:picMkLst>
        </pc:picChg>
        <pc:picChg chg="del">
          <ac:chgData name="Jonathan Mah" userId="5261b2f2f3e51194" providerId="LiveId" clId="{DB9BCF8B-E91B-491C-8171-92D39BBC1534}" dt="2026-04-07T18:50:15.402" v="1470" actId="478"/>
          <ac:picMkLst>
            <pc:docMk/>
            <pc:sldMk cId="1601061642" sldId="512"/>
            <ac:picMk id="27" creationId="{2D97DDCB-7229-9321-0F73-E66F51B159CC}"/>
          </ac:picMkLst>
        </pc:picChg>
        <pc:picChg chg="del">
          <ac:chgData name="Jonathan Mah" userId="5261b2f2f3e51194" providerId="LiveId" clId="{DB9BCF8B-E91B-491C-8171-92D39BBC1534}" dt="2026-04-07T18:50:15.709" v="1471" actId="478"/>
          <ac:picMkLst>
            <pc:docMk/>
            <pc:sldMk cId="1601061642" sldId="512"/>
            <ac:picMk id="28" creationId="{D84EF3F0-23DB-F3D5-FE38-1150762ADF3E}"/>
          </ac:picMkLst>
        </pc:picChg>
      </pc:sldChg>
      <pc:sldChg chg="del">
        <pc:chgData name="Jonathan Mah" userId="5261b2f2f3e51194" providerId="LiveId" clId="{DB9BCF8B-E91B-491C-8171-92D39BBC1534}" dt="2026-04-06T19:00:30.307" v="1466" actId="47"/>
        <pc:sldMkLst>
          <pc:docMk/>
          <pc:sldMk cId="1666089732" sldId="515"/>
        </pc:sldMkLst>
      </pc:sldChg>
      <pc:sldChg chg="del">
        <pc:chgData name="Jonathan Mah" userId="5261b2f2f3e51194" providerId="LiveId" clId="{DB9BCF8B-E91B-491C-8171-92D39BBC1534}" dt="2026-04-06T19:00:37.829" v="1467" actId="47"/>
        <pc:sldMkLst>
          <pc:docMk/>
          <pc:sldMk cId="3124559289" sldId="516"/>
        </pc:sldMkLst>
      </pc:sldChg>
      <pc:sldChg chg="addSp delSp modSp new mod">
        <pc:chgData name="Jonathan Mah" userId="5261b2f2f3e51194" providerId="LiveId" clId="{DB9BCF8B-E91B-491C-8171-92D39BBC1534}" dt="2026-03-25T23:37:21.726" v="1455" actId="1076"/>
        <pc:sldMkLst>
          <pc:docMk/>
          <pc:sldMk cId="3447533911" sldId="518"/>
        </pc:sldMkLst>
        <pc:spChg chg="mod">
          <ac:chgData name="Jonathan Mah" userId="5261b2f2f3e51194" providerId="LiveId" clId="{DB9BCF8B-E91B-491C-8171-92D39BBC1534}" dt="2026-03-25T21:53:47.927" v="1239" actId="1076"/>
          <ac:spMkLst>
            <pc:docMk/>
            <pc:sldMk cId="3447533911" sldId="518"/>
            <ac:spMk id="13" creationId="{BA3CE13A-4BC0-6F8A-E8D7-F89223C4B80C}"/>
          </ac:spMkLst>
        </pc:spChg>
        <pc:spChg chg="mod">
          <ac:chgData name="Jonathan Mah" userId="5261b2f2f3e51194" providerId="LiveId" clId="{DB9BCF8B-E91B-491C-8171-92D39BBC1534}" dt="2026-03-25T21:53:47.927" v="1239" actId="1076"/>
          <ac:spMkLst>
            <pc:docMk/>
            <pc:sldMk cId="3447533911" sldId="518"/>
            <ac:spMk id="14" creationId="{BA5C2273-0936-0A08-0DD7-0D874F81A86A}"/>
          </ac:spMkLst>
        </pc:spChg>
        <pc:picChg chg="add mod ord">
          <ac:chgData name="Jonathan Mah" userId="5261b2f2f3e51194" providerId="LiveId" clId="{DB9BCF8B-E91B-491C-8171-92D39BBC1534}" dt="2026-03-25T21:56:14.011" v="1248" actId="1076"/>
          <ac:picMkLst>
            <pc:docMk/>
            <pc:sldMk cId="3447533911" sldId="518"/>
            <ac:picMk id="19" creationId="{DF550CA2-A406-342A-BFDD-9B5A868241B4}"/>
          </ac:picMkLst>
        </pc:picChg>
        <pc:picChg chg="add mod ord">
          <ac:chgData name="Jonathan Mah" userId="5261b2f2f3e51194" providerId="LiveId" clId="{DB9BCF8B-E91B-491C-8171-92D39BBC1534}" dt="2026-03-25T23:37:21.726" v="1455" actId="1076"/>
          <ac:picMkLst>
            <pc:docMk/>
            <pc:sldMk cId="3447533911" sldId="518"/>
            <ac:picMk id="21" creationId="{8A0FAE3F-C4F4-F3C9-B535-34E1FB9A9CD5}"/>
          </ac:picMkLst>
        </pc:picChg>
      </pc:sldChg>
      <pc:sldChg chg="addSp modSp mod">
        <pc:chgData name="Jonathan Mah" userId="5261b2f2f3e51194" providerId="LiveId" clId="{DB9BCF8B-E91B-491C-8171-92D39BBC1534}" dt="2026-03-25T22:46:06.253" v="1437" actId="1076"/>
        <pc:sldMkLst>
          <pc:docMk/>
          <pc:sldMk cId="2539197924" sldId="519"/>
        </pc:sldMkLst>
        <pc:spChg chg="add mod">
          <ac:chgData name="Jonathan Mah" userId="5261b2f2f3e51194" providerId="LiveId" clId="{DB9BCF8B-E91B-491C-8171-92D39BBC1534}" dt="2026-03-25T22:43:07.713" v="1319" actId="1076"/>
          <ac:spMkLst>
            <pc:docMk/>
            <pc:sldMk cId="2539197924" sldId="519"/>
            <ac:spMk id="4" creationId="{45BE83D9-0901-790F-C335-67392430DBF5}"/>
          </ac:spMkLst>
        </pc:spChg>
        <pc:spChg chg="add mod">
          <ac:chgData name="Jonathan Mah" userId="5261b2f2f3e51194" providerId="LiveId" clId="{DB9BCF8B-E91B-491C-8171-92D39BBC1534}" dt="2026-03-25T22:43:07.713" v="1319" actId="1076"/>
          <ac:spMkLst>
            <pc:docMk/>
            <pc:sldMk cId="2539197924" sldId="519"/>
            <ac:spMk id="5" creationId="{7CE18130-3E01-6536-9924-05E96FBCAD96}"/>
          </ac:spMkLst>
        </pc:spChg>
        <pc:spChg chg="add mod">
          <ac:chgData name="Jonathan Mah" userId="5261b2f2f3e51194" providerId="LiveId" clId="{DB9BCF8B-E91B-491C-8171-92D39BBC1534}" dt="2026-03-25T22:44:47.523" v="1361" actId="20577"/>
          <ac:spMkLst>
            <pc:docMk/>
            <pc:sldMk cId="2539197924" sldId="519"/>
            <ac:spMk id="6" creationId="{345385C6-425D-3B2A-EAE2-2DF85A727844}"/>
          </ac:spMkLst>
        </pc:spChg>
        <pc:spChg chg="add mod">
          <ac:chgData name="Jonathan Mah" userId="5261b2f2f3e51194" providerId="LiveId" clId="{DB9BCF8B-E91B-491C-8171-92D39BBC1534}" dt="2026-03-25T22:44:52.288" v="1366" actId="20577"/>
          <ac:spMkLst>
            <pc:docMk/>
            <pc:sldMk cId="2539197924" sldId="519"/>
            <ac:spMk id="7" creationId="{702FB91F-3125-88C6-67FF-FA234FD9A05C}"/>
          </ac:spMkLst>
        </pc:spChg>
        <pc:spChg chg="add mod">
          <ac:chgData name="Jonathan Mah" userId="5261b2f2f3e51194" providerId="LiveId" clId="{DB9BCF8B-E91B-491C-8171-92D39BBC1534}" dt="2026-03-25T22:46:03.847" v="1436" actId="1076"/>
          <ac:spMkLst>
            <pc:docMk/>
            <pc:sldMk cId="2539197924" sldId="519"/>
            <ac:spMk id="8" creationId="{4F2B3C38-B5A3-CACD-639F-C1E95A53A5C4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11" creationId="{4673E64F-6E77-00CD-6CF2-D15E853CA723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12" creationId="{3E6FEDB1-C7FA-D7F4-E59E-663953FD7115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13" creationId="{DBE30083-F436-846E-DA62-08A5B16657E2}"/>
          </ac:spMkLst>
        </pc:spChg>
        <pc:spChg chg="mod">
          <ac:chgData name="Jonathan Mah" userId="5261b2f2f3e51194" providerId="LiveId" clId="{DB9BCF8B-E91B-491C-8171-92D39BBC1534}" dt="2026-03-25T22:42:41.608" v="1314" actId="1037"/>
          <ac:spMkLst>
            <pc:docMk/>
            <pc:sldMk cId="2539197924" sldId="519"/>
            <ac:spMk id="19" creationId="{8E6D9933-6ACA-E39D-069D-D9384B62930F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29" creationId="{D9C4A69C-2F5A-C74D-E288-127EB93B7013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31" creationId="{DF1FBC5B-CB60-D10F-0B0C-044C75AB1B17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33" creationId="{BC5CFE60-7CDC-A5CC-4580-7260E2DEFE2C}"/>
          </ac:spMkLst>
        </pc:spChg>
        <pc:spChg chg="mod">
          <ac:chgData name="Jonathan Mah" userId="5261b2f2f3e51194" providerId="LiveId" clId="{DB9BCF8B-E91B-491C-8171-92D39BBC1534}" dt="2026-03-25T22:42:41.608" v="1314" actId="1037"/>
          <ac:spMkLst>
            <pc:docMk/>
            <pc:sldMk cId="2539197924" sldId="519"/>
            <ac:spMk id="46" creationId="{8E3229D3-5E02-4035-E9F2-A07AF7596170}"/>
          </ac:spMkLst>
        </pc:spChg>
        <pc:spChg chg="mod">
          <ac:chgData name="Jonathan Mah" userId="5261b2f2f3e51194" providerId="LiveId" clId="{DB9BCF8B-E91B-491C-8171-92D39BBC1534}" dt="2026-03-25T22:42:16.169" v="1286" actId="1038"/>
          <ac:spMkLst>
            <pc:docMk/>
            <pc:sldMk cId="2539197924" sldId="519"/>
            <ac:spMk id="55" creationId="{2B858FCE-A8F0-CF7F-ED57-A96D0C27F71E}"/>
          </ac:spMkLst>
        </pc:spChg>
        <pc:spChg chg="mod">
          <ac:chgData name="Jonathan Mah" userId="5261b2f2f3e51194" providerId="LiveId" clId="{DB9BCF8B-E91B-491C-8171-92D39BBC1534}" dt="2026-03-25T22:42:41.608" v="1314" actId="1037"/>
          <ac:spMkLst>
            <pc:docMk/>
            <pc:sldMk cId="2539197924" sldId="519"/>
            <ac:spMk id="56" creationId="{6E8DA381-AB04-D3D3-2737-05E252105667}"/>
          </ac:spMkLst>
        </pc:spChg>
        <pc:spChg chg="mod">
          <ac:chgData name="Jonathan Mah" userId="5261b2f2f3e51194" providerId="LiveId" clId="{DB9BCF8B-E91B-491C-8171-92D39BBC1534}" dt="2026-03-25T22:42:41.608" v="1314" actId="1037"/>
          <ac:spMkLst>
            <pc:docMk/>
            <pc:sldMk cId="2539197924" sldId="519"/>
            <ac:spMk id="57" creationId="{CA52712B-45A6-FF99-137F-63692735A9AB}"/>
          </ac:spMkLst>
        </pc:spChg>
        <pc:spChg chg="mod">
          <ac:chgData name="Jonathan Mah" userId="5261b2f2f3e51194" providerId="LiveId" clId="{DB9BCF8B-E91B-491C-8171-92D39BBC1534}" dt="2026-03-25T22:42:41.608" v="1314" actId="1037"/>
          <ac:spMkLst>
            <pc:docMk/>
            <pc:sldMk cId="2539197924" sldId="519"/>
            <ac:spMk id="58" creationId="{1F46A9F2-E49A-5698-4473-3CE1CCCECFC4}"/>
          </ac:spMkLst>
        </pc:spChg>
        <pc:spChg chg="mod">
          <ac:chgData name="Jonathan Mah" userId="5261b2f2f3e51194" providerId="LiveId" clId="{DB9BCF8B-E91B-491C-8171-92D39BBC1534}" dt="2026-03-25T22:42:41.608" v="1314" actId="1037"/>
          <ac:spMkLst>
            <pc:docMk/>
            <pc:sldMk cId="2539197924" sldId="519"/>
            <ac:spMk id="61" creationId="{8ABCBADA-2C1F-4F1D-3094-5DB30251B97A}"/>
          </ac:spMkLst>
        </pc:spChg>
        <pc:spChg chg="mod">
          <ac:chgData name="Jonathan Mah" userId="5261b2f2f3e51194" providerId="LiveId" clId="{DB9BCF8B-E91B-491C-8171-92D39BBC1534}" dt="2026-03-25T22:42:16.169" v="1286" actId="1038"/>
          <ac:spMkLst>
            <pc:docMk/>
            <pc:sldMk cId="2539197924" sldId="519"/>
            <ac:spMk id="62" creationId="{C838240F-AF01-0D98-F725-3FF931D2CDDB}"/>
          </ac:spMkLst>
        </pc:spChg>
        <pc:spChg chg="mod">
          <ac:chgData name="Jonathan Mah" userId="5261b2f2f3e51194" providerId="LiveId" clId="{DB9BCF8B-E91B-491C-8171-92D39BBC1534}" dt="2026-03-25T22:42:16.169" v="1286" actId="1038"/>
          <ac:spMkLst>
            <pc:docMk/>
            <pc:sldMk cId="2539197924" sldId="519"/>
            <ac:spMk id="63" creationId="{04D3E363-5EE1-5C72-6DF2-5CC225CC20F0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65" creationId="{521B8B53-F0CA-545A-F1C5-C1794DB4311A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66" creationId="{59B8791C-37F7-36D8-9553-CC0BDD123CFA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67" creationId="{EA152CB6-9056-75BB-3306-5F726704FDF4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68" creationId="{D6DE076F-EC41-C275-4B07-0F268067F411}"/>
          </ac:spMkLst>
        </pc:spChg>
        <pc:spChg chg="mod">
          <ac:chgData name="Jonathan Mah" userId="5261b2f2f3e51194" providerId="LiveId" clId="{DB9BCF8B-E91B-491C-8171-92D39BBC1534}" dt="2026-03-25T22:42:41.608" v="1314" actId="1037"/>
          <ac:spMkLst>
            <pc:docMk/>
            <pc:sldMk cId="2539197924" sldId="519"/>
            <ac:spMk id="70" creationId="{C6CF11AB-C4F8-3CF3-A928-1C191951A134}"/>
          </ac:spMkLst>
        </pc:spChg>
        <pc:spChg chg="mod">
          <ac:chgData name="Jonathan Mah" userId="5261b2f2f3e51194" providerId="LiveId" clId="{DB9BCF8B-E91B-491C-8171-92D39BBC1534}" dt="2026-03-25T22:46:06.253" v="1437" actId="1076"/>
          <ac:spMkLst>
            <pc:docMk/>
            <pc:sldMk cId="2539197924" sldId="519"/>
            <ac:spMk id="71" creationId="{CC17C4FC-0B6E-E13F-C393-0013EC5A3A74}"/>
          </ac:spMkLst>
        </pc:spChg>
        <pc:picChg chg="add mod">
          <ac:chgData name="Jonathan Mah" userId="5261b2f2f3e51194" providerId="LiveId" clId="{DB9BCF8B-E91B-491C-8171-92D39BBC1534}" dt="2026-03-25T22:44:59.296" v="1367" actId="14100"/>
          <ac:picMkLst>
            <pc:docMk/>
            <pc:sldMk cId="2539197924" sldId="519"/>
            <ac:picMk id="3" creationId="{597EFDAB-6DB5-D669-E95C-64C5ACF1B48E}"/>
          </ac:picMkLst>
        </pc:picChg>
      </pc:sldChg>
      <pc:sldChg chg="addSp delSp modSp mod">
        <pc:chgData name="Jonathan Mah" userId="5261b2f2f3e51194" providerId="LiveId" clId="{DB9BCF8B-E91B-491C-8171-92D39BBC1534}" dt="2026-03-26T22:46:19.234" v="1463" actId="1076"/>
        <pc:sldMkLst>
          <pc:docMk/>
          <pc:sldMk cId="2504765150" sldId="521"/>
        </pc:sldMkLst>
        <pc:picChg chg="add mod ord">
          <ac:chgData name="Jonathan Mah" userId="5261b2f2f3e51194" providerId="LiveId" clId="{DB9BCF8B-E91B-491C-8171-92D39BBC1534}" dt="2026-03-26T22:46:19.234" v="1463" actId="1076"/>
          <ac:picMkLst>
            <pc:docMk/>
            <pc:sldMk cId="2504765150" sldId="521"/>
            <ac:picMk id="11" creationId="{236AFD76-191F-03BB-39DB-7D56743A2B8A}"/>
          </ac:picMkLst>
        </pc:picChg>
      </pc:sldChg>
      <pc:sldChg chg="ord">
        <pc:chgData name="Jonathan Mah" userId="5261b2f2f3e51194" providerId="LiveId" clId="{DB9BCF8B-E91B-491C-8171-92D39BBC1534}" dt="2026-04-06T19:01:41.481" v="1469"/>
        <pc:sldMkLst>
          <pc:docMk/>
          <pc:sldMk cId="2894852093" sldId="52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4F4B04-6A50-4A51-B675-D86EC6563060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E66EEF-0D0A-4529-B3B7-A8E483F72D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3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1pPr>
    <a:lvl2pPr marL="109728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2pPr>
    <a:lvl3pPr marL="219456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3pPr>
    <a:lvl4pPr marL="329184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4pPr>
    <a:lvl5pPr marL="438912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5pPr>
    <a:lvl6pPr marL="548640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6pPr>
    <a:lvl7pPr marL="658368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7pPr>
    <a:lvl8pPr marL="768096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8pPr>
    <a:lvl9pPr marL="877824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3741210"/>
            <a:ext cx="19431000" cy="7958667"/>
          </a:xfrm>
        </p:spPr>
        <p:txBody>
          <a:bodyPr anchor="b"/>
          <a:lstStyle>
            <a:lvl1pPr algn="ctr"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0" y="12006793"/>
            <a:ext cx="17145000" cy="5519207"/>
          </a:xfrm>
        </p:spPr>
        <p:txBody>
          <a:bodyPr/>
          <a:lstStyle>
            <a:lvl1pPr marL="0" indent="0" algn="ctr">
              <a:buNone/>
              <a:defRPr sz="6000"/>
            </a:lvl1pPr>
            <a:lvl2pPr marL="1143000" indent="0" algn="ctr">
              <a:buNone/>
              <a:defRPr sz="5000"/>
            </a:lvl2pPr>
            <a:lvl3pPr marL="2286000" indent="0" algn="ctr">
              <a:buNone/>
              <a:defRPr sz="4500"/>
            </a:lvl3pPr>
            <a:lvl4pPr marL="3429000" indent="0" algn="ctr">
              <a:buNone/>
              <a:defRPr sz="4000"/>
            </a:lvl4pPr>
            <a:lvl5pPr marL="4572000" indent="0" algn="ctr">
              <a:buNone/>
              <a:defRPr sz="4000"/>
            </a:lvl5pPr>
            <a:lvl6pPr marL="5715000" indent="0" algn="ctr">
              <a:buNone/>
              <a:defRPr sz="4000"/>
            </a:lvl6pPr>
            <a:lvl7pPr marL="6858000" indent="0" algn="ctr">
              <a:buNone/>
              <a:defRPr sz="4000"/>
            </a:lvl7pPr>
            <a:lvl8pPr marL="8001000" indent="0" algn="ctr">
              <a:buNone/>
              <a:defRPr sz="4000"/>
            </a:lvl8pPr>
            <a:lvl9pPr marL="9144000" indent="0" algn="ctr">
              <a:buNone/>
              <a:defRPr sz="4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833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485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720" y="5699132"/>
            <a:ext cx="19716750" cy="9509123"/>
          </a:xfrm>
        </p:spPr>
        <p:txBody>
          <a:bodyPr anchor="b"/>
          <a:lstStyle>
            <a:lvl1pPr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9720" y="15298215"/>
            <a:ext cx="19716750" cy="5000623"/>
          </a:xfrm>
        </p:spPr>
        <p:txBody>
          <a:bodyPr/>
          <a:lstStyle>
            <a:lvl1pPr marL="0" indent="0">
              <a:buNone/>
              <a:defRPr sz="6000">
                <a:solidFill>
                  <a:schemeClr val="tx1"/>
                </a:solidFill>
              </a:defRPr>
            </a:lvl1pPr>
            <a:lvl2pPr marL="1143000" indent="0">
              <a:buNone/>
              <a:defRPr sz="5000">
                <a:solidFill>
                  <a:schemeClr val="tx1">
                    <a:tint val="75000"/>
                  </a:schemeClr>
                </a:solidFill>
              </a:defRPr>
            </a:lvl2pPr>
            <a:lvl3pPr marL="2286000" indent="0">
              <a:buNone/>
              <a:defRPr sz="4500">
                <a:solidFill>
                  <a:schemeClr val="tx1">
                    <a:tint val="75000"/>
                  </a:schemeClr>
                </a:solidFill>
              </a:defRPr>
            </a:lvl3pPr>
            <a:lvl4pPr marL="34290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4pPr>
            <a:lvl5pPr marL="45720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5pPr>
            <a:lvl6pPr marL="57150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6pPr>
            <a:lvl7pPr marL="68580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7pPr>
            <a:lvl8pPr marL="80010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8pPr>
            <a:lvl9pPr marL="91440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340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1625" y="6085417"/>
            <a:ext cx="9715500" cy="145044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72875" y="6085417"/>
            <a:ext cx="9715500" cy="145044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1504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1217089"/>
            <a:ext cx="19716750" cy="44185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4605" y="5603877"/>
            <a:ext cx="9670850" cy="2746373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74605" y="8350250"/>
            <a:ext cx="9670850" cy="1228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572876" y="5603877"/>
            <a:ext cx="9718478" cy="2746373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572876" y="8350250"/>
            <a:ext cx="9718478" cy="1228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497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8507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60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1524000"/>
            <a:ext cx="7372945" cy="53340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18477" y="3291422"/>
            <a:ext cx="11572875" cy="16245417"/>
          </a:xfrm>
        </p:spPr>
        <p:txBody>
          <a:bodyPr/>
          <a:lstStyle>
            <a:lvl1pPr>
              <a:defRPr sz="8000"/>
            </a:lvl1pPr>
            <a:lvl2pPr>
              <a:defRPr sz="7000"/>
            </a:lvl2pPr>
            <a:lvl3pPr>
              <a:defRPr sz="6000"/>
            </a:lvl3pPr>
            <a:lvl4pPr>
              <a:defRPr sz="5000"/>
            </a:lvl4pPr>
            <a:lvl5pPr>
              <a:defRPr sz="5000"/>
            </a:lvl5pPr>
            <a:lvl6pPr>
              <a:defRPr sz="5000"/>
            </a:lvl6pPr>
            <a:lvl7pPr>
              <a:defRPr sz="5000"/>
            </a:lvl7pPr>
            <a:lvl8pPr>
              <a:defRPr sz="5000"/>
            </a:lvl8pPr>
            <a:lvl9pPr>
              <a:defRPr sz="5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6858000"/>
            <a:ext cx="7372945" cy="12705293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264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1524000"/>
            <a:ext cx="7372945" cy="53340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18477" y="3291422"/>
            <a:ext cx="11572875" cy="16245417"/>
          </a:xfrm>
        </p:spPr>
        <p:txBody>
          <a:bodyPr anchor="t"/>
          <a:lstStyle>
            <a:lvl1pPr marL="0" indent="0">
              <a:buNone/>
              <a:defRPr sz="8000"/>
            </a:lvl1pPr>
            <a:lvl2pPr marL="1143000" indent="0">
              <a:buNone/>
              <a:defRPr sz="7000"/>
            </a:lvl2pPr>
            <a:lvl3pPr marL="2286000" indent="0">
              <a:buNone/>
              <a:defRPr sz="6000"/>
            </a:lvl3pPr>
            <a:lvl4pPr marL="3429000" indent="0">
              <a:buNone/>
              <a:defRPr sz="5000"/>
            </a:lvl4pPr>
            <a:lvl5pPr marL="4572000" indent="0">
              <a:buNone/>
              <a:defRPr sz="5000"/>
            </a:lvl5pPr>
            <a:lvl6pPr marL="5715000" indent="0">
              <a:buNone/>
              <a:defRPr sz="5000"/>
            </a:lvl6pPr>
            <a:lvl7pPr marL="6858000" indent="0">
              <a:buNone/>
              <a:defRPr sz="5000"/>
            </a:lvl7pPr>
            <a:lvl8pPr marL="8001000" indent="0">
              <a:buNone/>
              <a:defRPr sz="5000"/>
            </a:lvl8pPr>
            <a:lvl9pPr marL="9144000" indent="0">
              <a:buNone/>
              <a:defRPr sz="5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6858000"/>
            <a:ext cx="7372945" cy="12705293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944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485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359189" y="1217084"/>
            <a:ext cx="4929188" cy="1937279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71626" y="1217084"/>
            <a:ext cx="14501813" cy="1937279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087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71625" y="1217089"/>
            <a:ext cx="19716750" cy="4418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1625" y="6085417"/>
            <a:ext cx="19716750" cy="145044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71625" y="21187839"/>
            <a:ext cx="5143500" cy="1217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E435BD-4569-4C00-96FD-DE6EEAA430D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72375" y="21187839"/>
            <a:ext cx="7715250" cy="1217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144875" y="21187839"/>
            <a:ext cx="5143500" cy="1217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885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286000" rtl="0" eaLnBrk="1" latinLnBrk="0" hangingPunct="1">
        <a:lnSpc>
          <a:spcPct val="90000"/>
        </a:lnSpc>
        <a:spcBef>
          <a:spcPct val="0"/>
        </a:spcBef>
        <a:buNone/>
        <a:defRPr sz="11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1500" indent="-571500" algn="l" defTabSz="2286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700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6000" kern="1200">
          <a:solidFill>
            <a:schemeClr val="tx1"/>
          </a:solidFill>
          <a:latin typeface="+mn-lt"/>
          <a:ea typeface="+mn-ea"/>
          <a:cs typeface="+mn-cs"/>
        </a:defRPr>
      </a:lvl2pPr>
      <a:lvl3pPr marL="2857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3pPr>
      <a:lvl4pPr marL="4000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5143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6286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7429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572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715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1pPr>
      <a:lvl2pPr marL="1143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3pPr>
      <a:lvl4pPr marL="3429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4572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5715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6858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001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144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158A4-33AD-0136-CDEE-9A8C6E08F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EDE98C-B6DE-36F6-4117-BDEDC370B85E}"/>
              </a:ext>
            </a:extLst>
          </p:cNvPr>
          <p:cNvSpPr txBox="1"/>
          <p:nvPr/>
        </p:nvSpPr>
        <p:spPr>
          <a:xfrm>
            <a:off x="7574987" y="1796421"/>
            <a:ext cx="16659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Three-epoch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834369-2410-C45F-1910-81481BC0A321}"/>
              </a:ext>
            </a:extLst>
          </p:cNvPr>
          <p:cNvSpPr txBox="1"/>
          <p:nvPr/>
        </p:nvSpPr>
        <p:spPr>
          <a:xfrm>
            <a:off x="7450140" y="9331423"/>
            <a:ext cx="17682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Two size </a:t>
            </a:r>
          </a:p>
          <a:p>
            <a:pPr algn="ctr"/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changes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47B44D4-291F-26CA-AC19-E5FA8790E035}"/>
              </a:ext>
            </a:extLst>
          </p:cNvPr>
          <p:cNvSpPr/>
          <p:nvPr/>
        </p:nvSpPr>
        <p:spPr>
          <a:xfrm>
            <a:off x="7945614" y="2738578"/>
            <a:ext cx="876045" cy="10190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3BCF9B-A1BC-E444-1B0F-A0AA503621D8}"/>
              </a:ext>
            </a:extLst>
          </p:cNvPr>
          <p:cNvSpPr/>
          <p:nvPr/>
        </p:nvSpPr>
        <p:spPr>
          <a:xfrm>
            <a:off x="7720004" y="5078196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3450772-C04C-F1AD-74FE-283D69CAFF1B}"/>
              </a:ext>
            </a:extLst>
          </p:cNvPr>
          <p:cNvSpPr/>
          <p:nvPr/>
        </p:nvSpPr>
        <p:spPr>
          <a:xfrm>
            <a:off x="8145814" y="3710009"/>
            <a:ext cx="479985" cy="136818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7B955F4-650B-821F-D0AD-4DC9C2493273}"/>
              </a:ext>
            </a:extLst>
          </p:cNvPr>
          <p:cNvCxnSpPr>
            <a:cxnSpLocks/>
          </p:cNvCxnSpPr>
          <p:nvPr/>
        </p:nvCxnSpPr>
        <p:spPr>
          <a:xfrm>
            <a:off x="7516619" y="2826263"/>
            <a:ext cx="0" cy="268838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29CB2A7-4F0B-E15E-49A0-A7D656A9BDBA}"/>
              </a:ext>
            </a:extLst>
          </p:cNvPr>
          <p:cNvSpPr txBox="1"/>
          <p:nvPr/>
        </p:nvSpPr>
        <p:spPr>
          <a:xfrm rot="16200000">
            <a:off x="6712972" y="3652846"/>
            <a:ext cx="1071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A9D65F4-F4E7-7BE6-20D3-0D727E123AED}"/>
              </a:ext>
            </a:extLst>
          </p:cNvPr>
          <p:cNvSpPr txBox="1"/>
          <p:nvPr/>
        </p:nvSpPr>
        <p:spPr>
          <a:xfrm>
            <a:off x="6087873" y="2674548"/>
            <a:ext cx="15703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Ancestral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D89ED2-DB71-4394-8A85-10CA02CB15F6}"/>
              </a:ext>
            </a:extLst>
          </p:cNvPr>
          <p:cNvSpPr txBox="1"/>
          <p:nvPr/>
        </p:nvSpPr>
        <p:spPr>
          <a:xfrm>
            <a:off x="6236677" y="4909004"/>
            <a:ext cx="1125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Current</a:t>
            </a:r>
          </a:p>
        </p:txBody>
      </p:sp>
      <p:sp>
        <p:nvSpPr>
          <p:cNvPr id="38" name="Right Brace 37">
            <a:extLst>
              <a:ext uri="{FF2B5EF4-FFF2-40B4-BE49-F238E27FC236}">
                <a16:creationId xmlns:a16="http://schemas.microsoft.com/office/drawing/2014/main" id="{F02E0666-F567-4C4A-EF62-0DECA5779CBC}"/>
              </a:ext>
            </a:extLst>
          </p:cNvPr>
          <p:cNvSpPr/>
          <p:nvPr/>
        </p:nvSpPr>
        <p:spPr>
          <a:xfrm>
            <a:off x="10779001" y="2150749"/>
            <a:ext cx="479983" cy="3575844"/>
          </a:xfrm>
          <a:prstGeom prst="rightBrac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ight Brace 38">
            <a:extLst>
              <a:ext uri="{FF2B5EF4-FFF2-40B4-BE49-F238E27FC236}">
                <a16:creationId xmlns:a16="http://schemas.microsoft.com/office/drawing/2014/main" id="{B0E495B8-7282-F03B-A972-6AB43C48F6CB}"/>
              </a:ext>
            </a:extLst>
          </p:cNvPr>
          <p:cNvSpPr/>
          <p:nvPr/>
        </p:nvSpPr>
        <p:spPr>
          <a:xfrm>
            <a:off x="10779001" y="6278163"/>
            <a:ext cx="479983" cy="3575844"/>
          </a:xfrm>
          <a:prstGeom prst="rightBrac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147B84F-87CB-216D-1852-B550D2405F12}"/>
              </a:ext>
            </a:extLst>
          </p:cNvPr>
          <p:cNvSpPr/>
          <p:nvPr/>
        </p:nvSpPr>
        <p:spPr>
          <a:xfrm>
            <a:off x="11811434" y="2150749"/>
            <a:ext cx="717709" cy="338252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7C126F3-F114-5CDE-D6A2-E5985D239A83}"/>
              </a:ext>
            </a:extLst>
          </p:cNvPr>
          <p:cNvCxnSpPr>
            <a:stCxn id="40" idx="1"/>
            <a:endCxn id="40" idx="3"/>
          </p:cNvCxnSpPr>
          <p:nvPr/>
        </p:nvCxnSpPr>
        <p:spPr>
          <a:xfrm>
            <a:off x="11811434" y="3842013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0DC6BAE-4A97-C9A5-7A92-B3A7E197FBAC}"/>
              </a:ext>
            </a:extLst>
          </p:cNvPr>
          <p:cNvCxnSpPr/>
          <p:nvPr/>
        </p:nvCxnSpPr>
        <p:spPr>
          <a:xfrm>
            <a:off x="11811434" y="4671142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CBC2E3C-7CF4-5CC4-AAF4-CB26A139D4EA}"/>
              </a:ext>
            </a:extLst>
          </p:cNvPr>
          <p:cNvCxnSpPr/>
          <p:nvPr/>
        </p:nvCxnSpPr>
        <p:spPr>
          <a:xfrm>
            <a:off x="11811434" y="5155191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0EE5852B-D2B0-30DF-B678-A88DD1740E8A}"/>
              </a:ext>
            </a:extLst>
          </p:cNvPr>
          <p:cNvSpPr/>
          <p:nvPr/>
        </p:nvSpPr>
        <p:spPr>
          <a:xfrm>
            <a:off x="11820497" y="6304050"/>
            <a:ext cx="717709" cy="338252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2C59657-9515-CB06-5D64-D494FBFD20EE}"/>
              </a:ext>
            </a:extLst>
          </p:cNvPr>
          <p:cNvCxnSpPr>
            <a:stCxn id="8" idx="1"/>
            <a:endCxn id="8" idx="3"/>
          </p:cNvCxnSpPr>
          <p:nvPr/>
        </p:nvCxnSpPr>
        <p:spPr>
          <a:xfrm>
            <a:off x="11820497" y="7995314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501448B-B235-6449-A076-1E2D2FAB2D35}"/>
              </a:ext>
            </a:extLst>
          </p:cNvPr>
          <p:cNvCxnSpPr/>
          <p:nvPr/>
        </p:nvCxnSpPr>
        <p:spPr>
          <a:xfrm>
            <a:off x="11820497" y="8452514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9900EB-DB14-24A5-83E1-CB80AE39B7AF}"/>
              </a:ext>
            </a:extLst>
          </p:cNvPr>
          <p:cNvCxnSpPr/>
          <p:nvPr/>
        </p:nvCxnSpPr>
        <p:spPr>
          <a:xfrm>
            <a:off x="11820497" y="8863994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B9522E4-0A2D-1B1B-24F4-CFD2927E611D}"/>
              </a:ext>
            </a:extLst>
          </p:cNvPr>
          <p:cNvCxnSpPr/>
          <p:nvPr/>
        </p:nvCxnSpPr>
        <p:spPr>
          <a:xfrm>
            <a:off x="11820497" y="9220440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9CEB97-767F-46A7-72AE-558AB29EDD86}"/>
              </a:ext>
            </a:extLst>
          </p:cNvPr>
          <p:cNvCxnSpPr/>
          <p:nvPr/>
        </p:nvCxnSpPr>
        <p:spPr>
          <a:xfrm>
            <a:off x="11820497" y="9487307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8FD9F61-C00F-52AB-E345-C1A3F13B4418}"/>
              </a:ext>
            </a:extLst>
          </p:cNvPr>
          <p:cNvCxnSpPr/>
          <p:nvPr/>
        </p:nvCxnSpPr>
        <p:spPr>
          <a:xfrm>
            <a:off x="14120812" y="1903906"/>
            <a:ext cx="0" cy="26757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40A1CCA-19E3-8EE3-CCF2-B29599D06092}"/>
              </a:ext>
            </a:extLst>
          </p:cNvPr>
          <p:cNvCxnSpPr>
            <a:cxnSpLocks/>
          </p:cNvCxnSpPr>
          <p:nvPr/>
        </p:nvCxnSpPr>
        <p:spPr>
          <a:xfrm>
            <a:off x="13487400" y="2172353"/>
            <a:ext cx="0" cy="168709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43CE367-93E7-C588-93C7-01E30D3BA644}"/>
              </a:ext>
            </a:extLst>
          </p:cNvPr>
          <p:cNvCxnSpPr>
            <a:cxnSpLocks/>
          </p:cNvCxnSpPr>
          <p:nvPr/>
        </p:nvCxnSpPr>
        <p:spPr>
          <a:xfrm>
            <a:off x="14754224" y="2169104"/>
            <a:ext cx="0" cy="29134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324025B-5F72-FBB8-927D-4504B9095EE4}"/>
              </a:ext>
            </a:extLst>
          </p:cNvPr>
          <p:cNvCxnSpPr>
            <a:cxnSpLocks/>
          </p:cNvCxnSpPr>
          <p:nvPr/>
        </p:nvCxnSpPr>
        <p:spPr>
          <a:xfrm flipH="1">
            <a:off x="13487400" y="2171485"/>
            <a:ext cx="126682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A17B462D-11C0-416B-D942-E01070C1D5D1}"/>
              </a:ext>
            </a:extLst>
          </p:cNvPr>
          <p:cNvCxnSpPr/>
          <p:nvPr/>
        </p:nvCxnSpPr>
        <p:spPr>
          <a:xfrm>
            <a:off x="13128545" y="3859445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FD29D97-87FE-5165-1344-616C397BE646}"/>
              </a:ext>
            </a:extLst>
          </p:cNvPr>
          <p:cNvCxnSpPr>
            <a:cxnSpLocks/>
          </p:cNvCxnSpPr>
          <p:nvPr/>
        </p:nvCxnSpPr>
        <p:spPr>
          <a:xfrm>
            <a:off x="13846254" y="3859445"/>
            <a:ext cx="0" cy="7911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9F7F0D5-6BA9-7572-1263-2DCEA8F952D3}"/>
              </a:ext>
            </a:extLst>
          </p:cNvPr>
          <p:cNvCxnSpPr>
            <a:cxnSpLocks/>
          </p:cNvCxnSpPr>
          <p:nvPr/>
        </p:nvCxnSpPr>
        <p:spPr>
          <a:xfrm>
            <a:off x="13128545" y="3851825"/>
            <a:ext cx="0" cy="167383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8" name="TextBox 537">
            <a:extLst>
              <a:ext uri="{FF2B5EF4-FFF2-40B4-BE49-F238E27FC236}">
                <a16:creationId xmlns:a16="http://schemas.microsoft.com/office/drawing/2014/main" id="{8D0B70CA-A8BF-966C-3058-CC894F5C3539}"/>
              </a:ext>
            </a:extLst>
          </p:cNvPr>
          <p:cNvSpPr txBox="1"/>
          <p:nvPr/>
        </p:nvSpPr>
        <p:spPr>
          <a:xfrm>
            <a:off x="11992064" y="2845527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539" name="TextBox 538">
            <a:extLst>
              <a:ext uri="{FF2B5EF4-FFF2-40B4-BE49-F238E27FC236}">
                <a16:creationId xmlns:a16="http://schemas.microsoft.com/office/drawing/2014/main" id="{08DFE627-050B-485C-9A56-7429791011E0}"/>
              </a:ext>
            </a:extLst>
          </p:cNvPr>
          <p:cNvSpPr txBox="1"/>
          <p:nvPr/>
        </p:nvSpPr>
        <p:spPr>
          <a:xfrm>
            <a:off x="11995698" y="4081206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540" name="TextBox 539">
            <a:extLst>
              <a:ext uri="{FF2B5EF4-FFF2-40B4-BE49-F238E27FC236}">
                <a16:creationId xmlns:a16="http://schemas.microsoft.com/office/drawing/2014/main" id="{8F97CEF0-68BC-653E-44E7-61C38C4E80A4}"/>
              </a:ext>
            </a:extLst>
          </p:cNvPr>
          <p:cNvSpPr txBox="1"/>
          <p:nvPr/>
        </p:nvSpPr>
        <p:spPr>
          <a:xfrm>
            <a:off x="11988792" y="4753548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541" name="TextBox 540">
            <a:extLst>
              <a:ext uri="{FF2B5EF4-FFF2-40B4-BE49-F238E27FC236}">
                <a16:creationId xmlns:a16="http://schemas.microsoft.com/office/drawing/2014/main" id="{65C7E3F0-87DA-D100-94CC-66AF3B176F07}"/>
              </a:ext>
            </a:extLst>
          </p:cNvPr>
          <p:cNvSpPr txBox="1"/>
          <p:nvPr/>
        </p:nvSpPr>
        <p:spPr>
          <a:xfrm>
            <a:off x="11996256" y="5195672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542" name="TextBox 541">
            <a:extLst>
              <a:ext uri="{FF2B5EF4-FFF2-40B4-BE49-F238E27FC236}">
                <a16:creationId xmlns:a16="http://schemas.microsoft.com/office/drawing/2014/main" id="{CB1EB8FC-466A-39D9-C7E6-D1F70BAB45CB}"/>
              </a:ext>
            </a:extLst>
          </p:cNvPr>
          <p:cNvSpPr txBox="1"/>
          <p:nvPr/>
        </p:nvSpPr>
        <p:spPr>
          <a:xfrm>
            <a:off x="11995400" y="6906247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543" name="TextBox 542">
            <a:extLst>
              <a:ext uri="{FF2B5EF4-FFF2-40B4-BE49-F238E27FC236}">
                <a16:creationId xmlns:a16="http://schemas.microsoft.com/office/drawing/2014/main" id="{62B9D140-C7CC-C0EA-DF9E-177E42C46815}"/>
              </a:ext>
            </a:extLst>
          </p:cNvPr>
          <p:cNvSpPr txBox="1"/>
          <p:nvPr/>
        </p:nvSpPr>
        <p:spPr>
          <a:xfrm>
            <a:off x="12004463" y="8077720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544" name="TextBox 543">
            <a:extLst>
              <a:ext uri="{FF2B5EF4-FFF2-40B4-BE49-F238E27FC236}">
                <a16:creationId xmlns:a16="http://schemas.microsoft.com/office/drawing/2014/main" id="{8FB27798-5BCE-3623-9E7E-CD54C02ECFBC}"/>
              </a:ext>
            </a:extLst>
          </p:cNvPr>
          <p:cNvSpPr txBox="1"/>
          <p:nvPr/>
        </p:nvSpPr>
        <p:spPr>
          <a:xfrm>
            <a:off x="11995400" y="8518530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545" name="TextBox 544">
            <a:extLst>
              <a:ext uri="{FF2B5EF4-FFF2-40B4-BE49-F238E27FC236}">
                <a16:creationId xmlns:a16="http://schemas.microsoft.com/office/drawing/2014/main" id="{4AD7F90D-79C7-C3DA-8A79-3DB52761FA55}"/>
              </a:ext>
            </a:extLst>
          </p:cNvPr>
          <p:cNvSpPr txBox="1"/>
          <p:nvPr/>
        </p:nvSpPr>
        <p:spPr>
          <a:xfrm>
            <a:off x="11995400" y="8896023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546" name="TextBox 545">
            <a:extLst>
              <a:ext uri="{FF2B5EF4-FFF2-40B4-BE49-F238E27FC236}">
                <a16:creationId xmlns:a16="http://schemas.microsoft.com/office/drawing/2014/main" id="{4F18CB82-EB07-236A-B1AE-FA9A6CC100A8}"/>
              </a:ext>
            </a:extLst>
          </p:cNvPr>
          <p:cNvSpPr txBox="1"/>
          <p:nvPr/>
        </p:nvSpPr>
        <p:spPr>
          <a:xfrm>
            <a:off x="11995400" y="9194919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547" name="TextBox 546">
            <a:extLst>
              <a:ext uri="{FF2B5EF4-FFF2-40B4-BE49-F238E27FC236}">
                <a16:creationId xmlns:a16="http://schemas.microsoft.com/office/drawing/2014/main" id="{E2ED86BE-E7B1-02CB-A0E0-EB31138654CF}"/>
              </a:ext>
            </a:extLst>
          </p:cNvPr>
          <p:cNvSpPr txBox="1"/>
          <p:nvPr/>
        </p:nvSpPr>
        <p:spPr>
          <a:xfrm>
            <a:off x="11995400" y="9435743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209ED7BE-8854-30D5-5ADE-95299A18A8CA}"/>
              </a:ext>
            </a:extLst>
          </p:cNvPr>
          <p:cNvSpPr/>
          <p:nvPr/>
        </p:nvSpPr>
        <p:spPr>
          <a:xfrm>
            <a:off x="7928922" y="6676843"/>
            <a:ext cx="876045" cy="10190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188DAF16-7E40-EB4B-8490-1418E3FD7FEB}"/>
              </a:ext>
            </a:extLst>
          </p:cNvPr>
          <p:cNvSpPr/>
          <p:nvPr/>
        </p:nvSpPr>
        <p:spPr>
          <a:xfrm>
            <a:off x="7703312" y="9016461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C18AC4B3-31C8-BFAB-DB48-D8A93E857322}"/>
              </a:ext>
            </a:extLst>
          </p:cNvPr>
          <p:cNvSpPr/>
          <p:nvPr/>
        </p:nvSpPr>
        <p:spPr>
          <a:xfrm>
            <a:off x="8129122" y="7617680"/>
            <a:ext cx="479985" cy="139877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52" name="Straight Arrow Connector 551">
            <a:extLst>
              <a:ext uri="{FF2B5EF4-FFF2-40B4-BE49-F238E27FC236}">
                <a16:creationId xmlns:a16="http://schemas.microsoft.com/office/drawing/2014/main" id="{53EE8D30-D44B-2FB7-0A15-EF1E213BC83F}"/>
              </a:ext>
            </a:extLst>
          </p:cNvPr>
          <p:cNvCxnSpPr>
            <a:cxnSpLocks/>
          </p:cNvCxnSpPr>
          <p:nvPr/>
        </p:nvCxnSpPr>
        <p:spPr>
          <a:xfrm>
            <a:off x="7516619" y="6662107"/>
            <a:ext cx="0" cy="268838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3" name="TextBox 552">
            <a:extLst>
              <a:ext uri="{FF2B5EF4-FFF2-40B4-BE49-F238E27FC236}">
                <a16:creationId xmlns:a16="http://schemas.microsoft.com/office/drawing/2014/main" id="{C303CF05-0C7E-3454-E9B6-51B3C100787A}"/>
              </a:ext>
            </a:extLst>
          </p:cNvPr>
          <p:cNvSpPr txBox="1"/>
          <p:nvPr/>
        </p:nvSpPr>
        <p:spPr>
          <a:xfrm rot="16200000">
            <a:off x="6712972" y="7488690"/>
            <a:ext cx="1071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554" name="TextBox 553">
            <a:extLst>
              <a:ext uri="{FF2B5EF4-FFF2-40B4-BE49-F238E27FC236}">
                <a16:creationId xmlns:a16="http://schemas.microsoft.com/office/drawing/2014/main" id="{8F6614CA-A780-C780-CC5F-7DE02A3A861E}"/>
              </a:ext>
            </a:extLst>
          </p:cNvPr>
          <p:cNvSpPr txBox="1"/>
          <p:nvPr/>
        </p:nvSpPr>
        <p:spPr>
          <a:xfrm>
            <a:off x="6087873" y="6510392"/>
            <a:ext cx="15703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Ancestral</a:t>
            </a:r>
          </a:p>
        </p:txBody>
      </p:sp>
      <p:sp>
        <p:nvSpPr>
          <p:cNvPr id="555" name="TextBox 554">
            <a:extLst>
              <a:ext uri="{FF2B5EF4-FFF2-40B4-BE49-F238E27FC236}">
                <a16:creationId xmlns:a16="http://schemas.microsoft.com/office/drawing/2014/main" id="{10FC9D5D-70AD-201D-54FA-E417F20A17DA}"/>
              </a:ext>
            </a:extLst>
          </p:cNvPr>
          <p:cNvSpPr txBox="1"/>
          <p:nvPr/>
        </p:nvSpPr>
        <p:spPr>
          <a:xfrm>
            <a:off x="6236677" y="8744848"/>
            <a:ext cx="1125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Current</a:t>
            </a:r>
          </a:p>
        </p:txBody>
      </p:sp>
      <p:cxnSp>
        <p:nvCxnSpPr>
          <p:cNvPr id="559" name="Straight Connector 558">
            <a:extLst>
              <a:ext uri="{FF2B5EF4-FFF2-40B4-BE49-F238E27FC236}">
                <a16:creationId xmlns:a16="http://schemas.microsoft.com/office/drawing/2014/main" id="{7F48879A-C9E7-ABF9-4521-58140B028D75}"/>
              </a:ext>
            </a:extLst>
          </p:cNvPr>
          <p:cNvCxnSpPr/>
          <p:nvPr/>
        </p:nvCxnSpPr>
        <p:spPr>
          <a:xfrm>
            <a:off x="13571219" y="4650581"/>
            <a:ext cx="5486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0" name="Straight Connector 559">
            <a:extLst>
              <a:ext uri="{FF2B5EF4-FFF2-40B4-BE49-F238E27FC236}">
                <a16:creationId xmlns:a16="http://schemas.microsoft.com/office/drawing/2014/main" id="{99DCEC82-2C1B-D0CD-A9C3-187DB7199907}"/>
              </a:ext>
            </a:extLst>
          </p:cNvPr>
          <p:cNvCxnSpPr>
            <a:cxnSpLocks/>
          </p:cNvCxnSpPr>
          <p:nvPr/>
        </p:nvCxnSpPr>
        <p:spPr>
          <a:xfrm>
            <a:off x="13571934" y="4635885"/>
            <a:ext cx="0" cy="88977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2" name="Straight Connector 561">
            <a:extLst>
              <a:ext uri="{FF2B5EF4-FFF2-40B4-BE49-F238E27FC236}">
                <a16:creationId xmlns:a16="http://schemas.microsoft.com/office/drawing/2014/main" id="{926AD675-87F6-DF11-AD8D-B7DEDA6D62D6}"/>
              </a:ext>
            </a:extLst>
          </p:cNvPr>
          <p:cNvCxnSpPr>
            <a:cxnSpLocks/>
          </p:cNvCxnSpPr>
          <p:nvPr/>
        </p:nvCxnSpPr>
        <p:spPr>
          <a:xfrm>
            <a:off x="14102476" y="4643505"/>
            <a:ext cx="0" cy="88977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B242541C-75B3-EDA7-6132-B43ACB47EEA9}"/>
              </a:ext>
            </a:extLst>
          </p:cNvPr>
          <p:cNvCxnSpPr/>
          <p:nvPr/>
        </p:nvCxnSpPr>
        <p:spPr>
          <a:xfrm>
            <a:off x="14508479" y="5108969"/>
            <a:ext cx="5486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7DF3CFFA-9CF1-4063-ED25-F6BD90DA2B85}"/>
              </a:ext>
            </a:extLst>
          </p:cNvPr>
          <p:cNvCxnSpPr>
            <a:cxnSpLocks/>
          </p:cNvCxnSpPr>
          <p:nvPr/>
        </p:nvCxnSpPr>
        <p:spPr>
          <a:xfrm>
            <a:off x="14509194" y="5094273"/>
            <a:ext cx="0" cy="43138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5" name="Straight Connector 564">
            <a:extLst>
              <a:ext uri="{FF2B5EF4-FFF2-40B4-BE49-F238E27FC236}">
                <a16:creationId xmlns:a16="http://schemas.microsoft.com/office/drawing/2014/main" id="{8F66ECA1-5E71-5834-FE62-54519419F446}"/>
              </a:ext>
            </a:extLst>
          </p:cNvPr>
          <p:cNvCxnSpPr>
            <a:cxnSpLocks/>
          </p:cNvCxnSpPr>
          <p:nvPr/>
        </p:nvCxnSpPr>
        <p:spPr>
          <a:xfrm>
            <a:off x="15039736" y="5101893"/>
            <a:ext cx="0" cy="42376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9" name="Straight Connector 568">
            <a:extLst>
              <a:ext uri="{FF2B5EF4-FFF2-40B4-BE49-F238E27FC236}">
                <a16:creationId xmlns:a16="http://schemas.microsoft.com/office/drawing/2014/main" id="{816F2DFD-B400-0FC0-E319-A51D9CC619B1}"/>
              </a:ext>
            </a:extLst>
          </p:cNvPr>
          <p:cNvCxnSpPr/>
          <p:nvPr/>
        </p:nvCxnSpPr>
        <p:spPr>
          <a:xfrm>
            <a:off x="14120812" y="6012866"/>
            <a:ext cx="0" cy="26757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0" name="Straight Connector 569">
            <a:extLst>
              <a:ext uri="{FF2B5EF4-FFF2-40B4-BE49-F238E27FC236}">
                <a16:creationId xmlns:a16="http://schemas.microsoft.com/office/drawing/2014/main" id="{C89F38CA-35CD-985F-725E-366E5D18850C}"/>
              </a:ext>
            </a:extLst>
          </p:cNvPr>
          <p:cNvCxnSpPr>
            <a:cxnSpLocks/>
          </p:cNvCxnSpPr>
          <p:nvPr/>
        </p:nvCxnSpPr>
        <p:spPr>
          <a:xfrm>
            <a:off x="13487400" y="6281313"/>
            <a:ext cx="0" cy="168709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1" name="Straight Connector 570">
            <a:extLst>
              <a:ext uri="{FF2B5EF4-FFF2-40B4-BE49-F238E27FC236}">
                <a16:creationId xmlns:a16="http://schemas.microsoft.com/office/drawing/2014/main" id="{C5696FC5-E215-197E-F75F-2677995F6A87}"/>
              </a:ext>
            </a:extLst>
          </p:cNvPr>
          <p:cNvCxnSpPr>
            <a:cxnSpLocks/>
          </p:cNvCxnSpPr>
          <p:nvPr/>
        </p:nvCxnSpPr>
        <p:spPr>
          <a:xfrm>
            <a:off x="14754224" y="6278064"/>
            <a:ext cx="0" cy="29134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2" name="Straight Connector 571">
            <a:extLst>
              <a:ext uri="{FF2B5EF4-FFF2-40B4-BE49-F238E27FC236}">
                <a16:creationId xmlns:a16="http://schemas.microsoft.com/office/drawing/2014/main" id="{5E790235-3F78-96E0-EC39-B1813FB38B82}"/>
              </a:ext>
            </a:extLst>
          </p:cNvPr>
          <p:cNvCxnSpPr>
            <a:cxnSpLocks/>
          </p:cNvCxnSpPr>
          <p:nvPr/>
        </p:nvCxnSpPr>
        <p:spPr>
          <a:xfrm flipH="1">
            <a:off x="13487400" y="6280445"/>
            <a:ext cx="126682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3" name="Straight Connector 572">
            <a:extLst>
              <a:ext uri="{FF2B5EF4-FFF2-40B4-BE49-F238E27FC236}">
                <a16:creationId xmlns:a16="http://schemas.microsoft.com/office/drawing/2014/main" id="{CA8BBC4A-6621-F603-50DF-9A73582263A4}"/>
              </a:ext>
            </a:extLst>
          </p:cNvPr>
          <p:cNvCxnSpPr/>
          <p:nvPr/>
        </p:nvCxnSpPr>
        <p:spPr>
          <a:xfrm>
            <a:off x="13128545" y="7968405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4" name="Straight Connector 573">
            <a:extLst>
              <a:ext uri="{FF2B5EF4-FFF2-40B4-BE49-F238E27FC236}">
                <a16:creationId xmlns:a16="http://schemas.microsoft.com/office/drawing/2014/main" id="{DB6B97E6-E423-E8A9-0D8C-1F99555A9385}"/>
              </a:ext>
            </a:extLst>
          </p:cNvPr>
          <p:cNvCxnSpPr>
            <a:cxnSpLocks/>
          </p:cNvCxnSpPr>
          <p:nvPr/>
        </p:nvCxnSpPr>
        <p:spPr>
          <a:xfrm>
            <a:off x="13846254" y="7968405"/>
            <a:ext cx="0" cy="83558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5" name="Straight Connector 574">
            <a:extLst>
              <a:ext uri="{FF2B5EF4-FFF2-40B4-BE49-F238E27FC236}">
                <a16:creationId xmlns:a16="http://schemas.microsoft.com/office/drawing/2014/main" id="{E097B205-3814-E199-FAB2-196CAE96E091}"/>
              </a:ext>
            </a:extLst>
          </p:cNvPr>
          <p:cNvCxnSpPr>
            <a:cxnSpLocks/>
          </p:cNvCxnSpPr>
          <p:nvPr/>
        </p:nvCxnSpPr>
        <p:spPr>
          <a:xfrm>
            <a:off x="13128545" y="7960785"/>
            <a:ext cx="0" cy="49172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EB1DF1DB-C484-8F75-E82D-10E9B9600696}"/>
              </a:ext>
            </a:extLst>
          </p:cNvPr>
          <p:cNvCxnSpPr>
            <a:cxnSpLocks/>
          </p:cNvCxnSpPr>
          <p:nvPr/>
        </p:nvCxnSpPr>
        <p:spPr>
          <a:xfrm>
            <a:off x="13679884" y="8800907"/>
            <a:ext cx="5357" cy="70178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804812A5-229D-1777-1021-CF7C6A77AD46}"/>
              </a:ext>
            </a:extLst>
          </p:cNvPr>
          <p:cNvCxnSpPr>
            <a:cxnSpLocks/>
          </p:cNvCxnSpPr>
          <p:nvPr/>
        </p:nvCxnSpPr>
        <p:spPr>
          <a:xfrm>
            <a:off x="14019926" y="8800907"/>
            <a:ext cx="0" cy="85418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9FDDC84F-FC47-93D5-21B3-30F35BFB74B3}"/>
              </a:ext>
            </a:extLst>
          </p:cNvPr>
          <p:cNvCxnSpPr>
            <a:cxnSpLocks/>
          </p:cNvCxnSpPr>
          <p:nvPr/>
        </p:nvCxnSpPr>
        <p:spPr>
          <a:xfrm>
            <a:off x="14591744" y="9196883"/>
            <a:ext cx="0" cy="43138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EA6734A-AE96-C4D9-DE56-22EB5E9BB236}"/>
              </a:ext>
            </a:extLst>
          </p:cNvPr>
          <p:cNvCxnSpPr>
            <a:cxnSpLocks/>
          </p:cNvCxnSpPr>
          <p:nvPr/>
        </p:nvCxnSpPr>
        <p:spPr>
          <a:xfrm>
            <a:off x="14925436" y="9198153"/>
            <a:ext cx="0" cy="42376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A6C369A-DA59-44DF-DA7B-F44FEC9C6D76}"/>
              </a:ext>
            </a:extLst>
          </p:cNvPr>
          <p:cNvCxnSpPr>
            <a:cxnSpLocks/>
          </p:cNvCxnSpPr>
          <p:nvPr/>
        </p:nvCxnSpPr>
        <p:spPr>
          <a:xfrm>
            <a:off x="12961182" y="8458864"/>
            <a:ext cx="32202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C20CB841-78CB-7520-4EC5-5F4BF8883DBD}"/>
              </a:ext>
            </a:extLst>
          </p:cNvPr>
          <p:cNvCxnSpPr>
            <a:cxnSpLocks/>
          </p:cNvCxnSpPr>
          <p:nvPr/>
        </p:nvCxnSpPr>
        <p:spPr>
          <a:xfrm>
            <a:off x="13685241" y="8813607"/>
            <a:ext cx="32202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2EA0F03C-F88E-ED3B-9571-B12A4346A5BB}"/>
              </a:ext>
            </a:extLst>
          </p:cNvPr>
          <p:cNvCxnSpPr>
            <a:cxnSpLocks/>
          </p:cNvCxnSpPr>
          <p:nvPr/>
        </p:nvCxnSpPr>
        <p:spPr>
          <a:xfrm>
            <a:off x="14596306" y="9207740"/>
            <a:ext cx="32202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9372C950-5F87-5C03-6D15-2A5D96BBB904}"/>
              </a:ext>
            </a:extLst>
          </p:cNvPr>
          <p:cNvCxnSpPr>
            <a:cxnSpLocks/>
          </p:cNvCxnSpPr>
          <p:nvPr/>
        </p:nvCxnSpPr>
        <p:spPr>
          <a:xfrm>
            <a:off x="13524229" y="9487971"/>
            <a:ext cx="32202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BF875D9-70C5-ACD5-50E0-ED8A4291A10F}"/>
              </a:ext>
            </a:extLst>
          </p:cNvPr>
          <p:cNvCxnSpPr>
            <a:cxnSpLocks/>
          </p:cNvCxnSpPr>
          <p:nvPr/>
        </p:nvCxnSpPr>
        <p:spPr>
          <a:xfrm>
            <a:off x="13837641" y="9480957"/>
            <a:ext cx="0" cy="16778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8" name="Straight Connector 597">
            <a:extLst>
              <a:ext uri="{FF2B5EF4-FFF2-40B4-BE49-F238E27FC236}">
                <a16:creationId xmlns:a16="http://schemas.microsoft.com/office/drawing/2014/main" id="{59CDD2E2-5FED-3136-6BFB-E38ED1FC3C61}"/>
              </a:ext>
            </a:extLst>
          </p:cNvPr>
          <p:cNvCxnSpPr>
            <a:cxnSpLocks/>
          </p:cNvCxnSpPr>
          <p:nvPr/>
        </p:nvCxnSpPr>
        <p:spPr>
          <a:xfrm>
            <a:off x="13531570" y="9480957"/>
            <a:ext cx="0" cy="16778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1" name="Straight Connector 600">
            <a:extLst>
              <a:ext uri="{FF2B5EF4-FFF2-40B4-BE49-F238E27FC236}">
                <a16:creationId xmlns:a16="http://schemas.microsoft.com/office/drawing/2014/main" id="{03F897C6-19E2-DE39-F340-739FE0B986DD}"/>
              </a:ext>
            </a:extLst>
          </p:cNvPr>
          <p:cNvCxnSpPr>
            <a:cxnSpLocks/>
          </p:cNvCxnSpPr>
          <p:nvPr/>
        </p:nvCxnSpPr>
        <p:spPr>
          <a:xfrm>
            <a:off x="13274138" y="8452514"/>
            <a:ext cx="0" cy="120258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4" name="Straight Connector 603">
            <a:extLst>
              <a:ext uri="{FF2B5EF4-FFF2-40B4-BE49-F238E27FC236}">
                <a16:creationId xmlns:a16="http://schemas.microsoft.com/office/drawing/2014/main" id="{00714910-B464-F137-2CA5-795E831A1E96}"/>
              </a:ext>
            </a:extLst>
          </p:cNvPr>
          <p:cNvCxnSpPr>
            <a:cxnSpLocks/>
          </p:cNvCxnSpPr>
          <p:nvPr/>
        </p:nvCxnSpPr>
        <p:spPr>
          <a:xfrm>
            <a:off x="12967532" y="8446164"/>
            <a:ext cx="0" cy="120258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5" name="TextBox 604">
            <a:extLst>
              <a:ext uri="{FF2B5EF4-FFF2-40B4-BE49-F238E27FC236}">
                <a16:creationId xmlns:a16="http://schemas.microsoft.com/office/drawing/2014/main" id="{EC7EAF86-B808-9DF6-9F7C-06A2DFCE586A}"/>
              </a:ext>
            </a:extLst>
          </p:cNvPr>
          <p:cNvSpPr txBox="1"/>
          <p:nvPr/>
        </p:nvSpPr>
        <p:spPr>
          <a:xfrm>
            <a:off x="9320427" y="1796421"/>
            <a:ext cx="15121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Two-epoch</a:t>
            </a:r>
          </a:p>
        </p:txBody>
      </p:sp>
      <p:sp>
        <p:nvSpPr>
          <p:cNvPr id="606" name="TextBox 605">
            <a:extLst>
              <a:ext uri="{FF2B5EF4-FFF2-40B4-BE49-F238E27FC236}">
                <a16:creationId xmlns:a16="http://schemas.microsoft.com/office/drawing/2014/main" id="{A7891011-C3B0-75C5-9B07-F80A9B937EFB}"/>
              </a:ext>
            </a:extLst>
          </p:cNvPr>
          <p:cNvSpPr txBox="1"/>
          <p:nvPr/>
        </p:nvSpPr>
        <p:spPr>
          <a:xfrm>
            <a:off x="9038433" y="9331421"/>
            <a:ext cx="20166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One size </a:t>
            </a:r>
          </a:p>
          <a:p>
            <a:pPr algn="ctr"/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change</a:t>
            </a:r>
          </a:p>
        </p:txBody>
      </p:sp>
      <p:sp>
        <p:nvSpPr>
          <p:cNvPr id="607" name="Rectangle 606">
            <a:extLst>
              <a:ext uri="{FF2B5EF4-FFF2-40B4-BE49-F238E27FC236}">
                <a16:creationId xmlns:a16="http://schemas.microsoft.com/office/drawing/2014/main" id="{00BFF35F-78AD-2407-B472-0796576C85BB}"/>
              </a:ext>
            </a:extLst>
          </p:cNvPr>
          <p:cNvSpPr/>
          <p:nvPr/>
        </p:nvSpPr>
        <p:spPr>
          <a:xfrm>
            <a:off x="9317238" y="2738577"/>
            <a:ext cx="1466961" cy="9747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8" name="Rectangle 607">
            <a:extLst>
              <a:ext uri="{FF2B5EF4-FFF2-40B4-BE49-F238E27FC236}">
                <a16:creationId xmlns:a16="http://schemas.microsoft.com/office/drawing/2014/main" id="{C299DF3D-517E-75CC-26B4-BEBB4D8051C9}"/>
              </a:ext>
            </a:extLst>
          </p:cNvPr>
          <p:cNvSpPr/>
          <p:nvPr/>
        </p:nvSpPr>
        <p:spPr>
          <a:xfrm>
            <a:off x="9640921" y="3710008"/>
            <a:ext cx="823931" cy="16738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F4D2CEC6-B123-28DE-F5A6-2FF8A7A6C2D4}"/>
              </a:ext>
            </a:extLst>
          </p:cNvPr>
          <p:cNvSpPr/>
          <p:nvPr/>
        </p:nvSpPr>
        <p:spPr>
          <a:xfrm>
            <a:off x="9740640" y="6662106"/>
            <a:ext cx="581883" cy="237352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0" name="Rectangle 609">
            <a:extLst>
              <a:ext uri="{FF2B5EF4-FFF2-40B4-BE49-F238E27FC236}">
                <a16:creationId xmlns:a16="http://schemas.microsoft.com/office/drawing/2014/main" id="{2D4CE580-5C66-A585-0C41-EB235FFF828D}"/>
              </a:ext>
            </a:extLst>
          </p:cNvPr>
          <p:cNvSpPr/>
          <p:nvPr/>
        </p:nvSpPr>
        <p:spPr>
          <a:xfrm>
            <a:off x="9342325" y="9029351"/>
            <a:ext cx="1371600" cy="2865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31E4C3-ACD0-B366-CF24-E7E3204453B7}"/>
              </a:ext>
            </a:extLst>
          </p:cNvPr>
          <p:cNvSpPr/>
          <p:nvPr/>
        </p:nvSpPr>
        <p:spPr>
          <a:xfrm>
            <a:off x="5578682" y="11181091"/>
            <a:ext cx="876045" cy="10190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6C547C-ED59-3A59-A77A-5707E1067237}"/>
              </a:ext>
            </a:extLst>
          </p:cNvPr>
          <p:cNvSpPr/>
          <p:nvPr/>
        </p:nvSpPr>
        <p:spPr>
          <a:xfrm>
            <a:off x="5353072" y="13520709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F183FC-8E40-0805-F970-6BC2CD35B945}"/>
              </a:ext>
            </a:extLst>
          </p:cNvPr>
          <p:cNvSpPr/>
          <p:nvPr/>
        </p:nvSpPr>
        <p:spPr>
          <a:xfrm>
            <a:off x="5778882" y="12152522"/>
            <a:ext cx="479985" cy="136818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62C257-86B9-7CEF-6B47-486CF3A3FD28}"/>
              </a:ext>
            </a:extLst>
          </p:cNvPr>
          <p:cNvSpPr/>
          <p:nvPr/>
        </p:nvSpPr>
        <p:spPr>
          <a:xfrm>
            <a:off x="8928893" y="11181091"/>
            <a:ext cx="1466961" cy="9747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7B2B36-D8C1-E308-1094-93B527AE3601}"/>
              </a:ext>
            </a:extLst>
          </p:cNvPr>
          <p:cNvSpPr/>
          <p:nvPr/>
        </p:nvSpPr>
        <p:spPr>
          <a:xfrm>
            <a:off x="9252576" y="12152522"/>
            <a:ext cx="823931" cy="16738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803EF5-4780-4CA6-BA89-06DCBE1A1C3D}"/>
              </a:ext>
            </a:extLst>
          </p:cNvPr>
          <p:cNvSpPr/>
          <p:nvPr/>
        </p:nvSpPr>
        <p:spPr>
          <a:xfrm>
            <a:off x="11451494" y="11181091"/>
            <a:ext cx="581883" cy="237352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08003B-9790-BBBD-46D9-E44CA2E022E2}"/>
              </a:ext>
            </a:extLst>
          </p:cNvPr>
          <p:cNvSpPr/>
          <p:nvPr/>
        </p:nvSpPr>
        <p:spPr>
          <a:xfrm>
            <a:off x="11053179" y="13548336"/>
            <a:ext cx="1371600" cy="2865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69D5CDA-8392-0C20-7FB2-2DAB479B884D}"/>
              </a:ext>
            </a:extLst>
          </p:cNvPr>
          <p:cNvCxnSpPr>
            <a:cxnSpLocks/>
          </p:cNvCxnSpPr>
          <p:nvPr/>
        </p:nvCxnSpPr>
        <p:spPr>
          <a:xfrm>
            <a:off x="6733616" y="12590791"/>
            <a:ext cx="2286000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AF9DAE4-BB5B-6D57-46DD-8EE5E2A65F53}"/>
              </a:ext>
            </a:extLst>
          </p:cNvPr>
          <p:cNvSpPr txBox="1"/>
          <p:nvPr/>
        </p:nvSpPr>
        <p:spPr>
          <a:xfrm>
            <a:off x="6730630" y="12185069"/>
            <a:ext cx="2183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Two-epoch</a:t>
            </a:r>
            <a:r>
              <a:rPr lang="en-US" dirty="0"/>
              <a:t> </a:t>
            </a:r>
            <a:r>
              <a:rPr lang="en-US" b="1" dirty="0"/>
              <a:t>inference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9448EE-8142-CF05-66CE-EAE7A4C9278F}"/>
              </a:ext>
            </a:extLst>
          </p:cNvPr>
          <p:cNvSpPr txBox="1"/>
          <p:nvPr/>
        </p:nvSpPr>
        <p:spPr>
          <a:xfrm>
            <a:off x="5095310" y="10534760"/>
            <a:ext cx="21186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Ancient contraction,</a:t>
            </a:r>
          </a:p>
          <a:p>
            <a:r>
              <a:rPr lang="en-US" b="1" dirty="0"/>
              <a:t>Recent expansion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BC98B23-169F-16C2-A3FC-62053088ACC3}"/>
              </a:ext>
            </a:extLst>
          </p:cNvPr>
          <p:cNvSpPr txBox="1"/>
          <p:nvPr/>
        </p:nvSpPr>
        <p:spPr>
          <a:xfrm>
            <a:off x="8683166" y="10706133"/>
            <a:ext cx="4106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Ancient contraction vs. Recent expansion</a:t>
            </a:r>
          </a:p>
        </p:txBody>
      </p:sp>
    </p:spTree>
    <p:extLst>
      <p:ext uri="{BB962C8B-B14F-4D97-AF65-F5344CB8AC3E}">
        <p14:creationId xmlns:p14="http://schemas.microsoft.com/office/powerpoint/2010/main" val="3115890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F6F61-AB29-7075-D7C8-437A2F032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073A758-AD01-5568-50C1-E802E9F38FC6}"/>
              </a:ext>
            </a:extLst>
          </p:cNvPr>
          <p:cNvSpPr txBox="1"/>
          <p:nvPr/>
        </p:nvSpPr>
        <p:spPr>
          <a:xfrm>
            <a:off x="7574987" y="1796421"/>
            <a:ext cx="16659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Three-epoch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327EEF-0529-01A2-96C1-1112C86BD8E4}"/>
              </a:ext>
            </a:extLst>
          </p:cNvPr>
          <p:cNvSpPr txBox="1"/>
          <p:nvPr/>
        </p:nvSpPr>
        <p:spPr>
          <a:xfrm>
            <a:off x="7450140" y="9331423"/>
            <a:ext cx="17682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Two size </a:t>
            </a:r>
          </a:p>
          <a:p>
            <a:pPr algn="ctr"/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changes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0D9614-4510-0864-F94D-B484976412BA}"/>
              </a:ext>
            </a:extLst>
          </p:cNvPr>
          <p:cNvSpPr/>
          <p:nvPr/>
        </p:nvSpPr>
        <p:spPr>
          <a:xfrm>
            <a:off x="7945614" y="2738578"/>
            <a:ext cx="876045" cy="10190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5C8768A-CB38-875A-F011-4057870A949B}"/>
              </a:ext>
            </a:extLst>
          </p:cNvPr>
          <p:cNvSpPr/>
          <p:nvPr/>
        </p:nvSpPr>
        <p:spPr>
          <a:xfrm>
            <a:off x="7720004" y="5078196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C2B97B-9297-18CB-D1CF-7F91337C4D30}"/>
              </a:ext>
            </a:extLst>
          </p:cNvPr>
          <p:cNvSpPr/>
          <p:nvPr/>
        </p:nvSpPr>
        <p:spPr>
          <a:xfrm>
            <a:off x="8145814" y="3710009"/>
            <a:ext cx="479985" cy="136818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6A6B7B0-CE2A-230B-9623-AB52DB3A91B4}"/>
              </a:ext>
            </a:extLst>
          </p:cNvPr>
          <p:cNvCxnSpPr>
            <a:cxnSpLocks/>
          </p:cNvCxnSpPr>
          <p:nvPr/>
        </p:nvCxnSpPr>
        <p:spPr>
          <a:xfrm>
            <a:off x="7516619" y="2826263"/>
            <a:ext cx="0" cy="268838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66F72014-7735-F110-8F2C-DDADD6034661}"/>
              </a:ext>
            </a:extLst>
          </p:cNvPr>
          <p:cNvSpPr txBox="1"/>
          <p:nvPr/>
        </p:nvSpPr>
        <p:spPr>
          <a:xfrm rot="16200000">
            <a:off x="6712972" y="3652846"/>
            <a:ext cx="1071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8484FD3-5F6C-0925-5687-65B7DE3A8D4B}"/>
              </a:ext>
            </a:extLst>
          </p:cNvPr>
          <p:cNvSpPr txBox="1"/>
          <p:nvPr/>
        </p:nvSpPr>
        <p:spPr>
          <a:xfrm>
            <a:off x="6087873" y="2674548"/>
            <a:ext cx="15703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Ancestral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7A663B-CE85-0E0B-4367-F798BD1A7215}"/>
              </a:ext>
            </a:extLst>
          </p:cNvPr>
          <p:cNvSpPr txBox="1"/>
          <p:nvPr/>
        </p:nvSpPr>
        <p:spPr>
          <a:xfrm>
            <a:off x="6236677" y="4909004"/>
            <a:ext cx="1125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Current</a:t>
            </a:r>
          </a:p>
        </p:txBody>
      </p:sp>
      <p:sp>
        <p:nvSpPr>
          <p:cNvPr id="38" name="Right Brace 37">
            <a:extLst>
              <a:ext uri="{FF2B5EF4-FFF2-40B4-BE49-F238E27FC236}">
                <a16:creationId xmlns:a16="http://schemas.microsoft.com/office/drawing/2014/main" id="{64B1D28E-ADD2-99DC-F199-D1EBF99FD561}"/>
              </a:ext>
            </a:extLst>
          </p:cNvPr>
          <p:cNvSpPr/>
          <p:nvPr/>
        </p:nvSpPr>
        <p:spPr>
          <a:xfrm>
            <a:off x="10779001" y="2150749"/>
            <a:ext cx="479983" cy="3575844"/>
          </a:xfrm>
          <a:prstGeom prst="rightBrac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ight Brace 38">
            <a:extLst>
              <a:ext uri="{FF2B5EF4-FFF2-40B4-BE49-F238E27FC236}">
                <a16:creationId xmlns:a16="http://schemas.microsoft.com/office/drawing/2014/main" id="{32F8B222-F6EF-F534-8BBC-878C5323C4E0}"/>
              </a:ext>
            </a:extLst>
          </p:cNvPr>
          <p:cNvSpPr/>
          <p:nvPr/>
        </p:nvSpPr>
        <p:spPr>
          <a:xfrm>
            <a:off x="10779001" y="6278163"/>
            <a:ext cx="479983" cy="3575844"/>
          </a:xfrm>
          <a:prstGeom prst="rightBrac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861A58-BA9A-3F5F-7809-F89622229F5B}"/>
              </a:ext>
            </a:extLst>
          </p:cNvPr>
          <p:cNvSpPr/>
          <p:nvPr/>
        </p:nvSpPr>
        <p:spPr>
          <a:xfrm>
            <a:off x="11811434" y="2150749"/>
            <a:ext cx="717709" cy="338252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D60BE49-92BA-1736-E134-CB5501F51452}"/>
              </a:ext>
            </a:extLst>
          </p:cNvPr>
          <p:cNvCxnSpPr>
            <a:stCxn id="40" idx="1"/>
            <a:endCxn id="40" idx="3"/>
          </p:cNvCxnSpPr>
          <p:nvPr/>
        </p:nvCxnSpPr>
        <p:spPr>
          <a:xfrm>
            <a:off x="11811434" y="3842013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EF41AAB-D23D-D8ED-5FD8-B6E89769AF22}"/>
              </a:ext>
            </a:extLst>
          </p:cNvPr>
          <p:cNvCxnSpPr/>
          <p:nvPr/>
        </p:nvCxnSpPr>
        <p:spPr>
          <a:xfrm>
            <a:off x="11811434" y="4983562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01A482F-F8D8-A5B5-E775-126BCF82A894}"/>
              </a:ext>
            </a:extLst>
          </p:cNvPr>
          <p:cNvSpPr/>
          <p:nvPr/>
        </p:nvSpPr>
        <p:spPr>
          <a:xfrm>
            <a:off x="11820497" y="6304050"/>
            <a:ext cx="717709" cy="338252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EF16F9-5D1E-3A7C-DB3D-E8DE70E0463E}"/>
              </a:ext>
            </a:extLst>
          </p:cNvPr>
          <p:cNvCxnSpPr>
            <a:stCxn id="8" idx="1"/>
            <a:endCxn id="8" idx="3"/>
          </p:cNvCxnSpPr>
          <p:nvPr/>
        </p:nvCxnSpPr>
        <p:spPr>
          <a:xfrm>
            <a:off x="11820497" y="7995314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504E19-78E5-34BE-1087-08C50BDC2050}"/>
              </a:ext>
            </a:extLst>
          </p:cNvPr>
          <p:cNvCxnSpPr/>
          <p:nvPr/>
        </p:nvCxnSpPr>
        <p:spPr>
          <a:xfrm>
            <a:off x="11820497" y="8452514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835FB3-E2CF-6FAE-C19C-7C68BD921E39}"/>
              </a:ext>
            </a:extLst>
          </p:cNvPr>
          <p:cNvCxnSpPr/>
          <p:nvPr/>
        </p:nvCxnSpPr>
        <p:spPr>
          <a:xfrm>
            <a:off x="11820497" y="8863994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2D6FA4A-BE56-295E-F502-D13A9F1DA652}"/>
              </a:ext>
            </a:extLst>
          </p:cNvPr>
          <p:cNvCxnSpPr/>
          <p:nvPr/>
        </p:nvCxnSpPr>
        <p:spPr>
          <a:xfrm>
            <a:off x="11820497" y="9220440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2AD0AC5-4EC9-36CE-6223-979C6639BF31}"/>
              </a:ext>
            </a:extLst>
          </p:cNvPr>
          <p:cNvCxnSpPr/>
          <p:nvPr/>
        </p:nvCxnSpPr>
        <p:spPr>
          <a:xfrm>
            <a:off x="11820497" y="9487307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7F4E93-3CFE-D6F0-8662-3D1CE9EDA9BF}"/>
              </a:ext>
            </a:extLst>
          </p:cNvPr>
          <p:cNvCxnSpPr/>
          <p:nvPr/>
        </p:nvCxnSpPr>
        <p:spPr>
          <a:xfrm>
            <a:off x="14120812" y="1903906"/>
            <a:ext cx="0" cy="26757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0EE26D6-9032-ADC7-4309-FA053625418C}"/>
              </a:ext>
            </a:extLst>
          </p:cNvPr>
          <p:cNvCxnSpPr>
            <a:cxnSpLocks/>
          </p:cNvCxnSpPr>
          <p:nvPr/>
        </p:nvCxnSpPr>
        <p:spPr>
          <a:xfrm>
            <a:off x="13487400" y="2172353"/>
            <a:ext cx="0" cy="168709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4775840-1379-B73C-277F-308C1E998407}"/>
              </a:ext>
            </a:extLst>
          </p:cNvPr>
          <p:cNvCxnSpPr>
            <a:cxnSpLocks/>
          </p:cNvCxnSpPr>
          <p:nvPr/>
        </p:nvCxnSpPr>
        <p:spPr>
          <a:xfrm>
            <a:off x="14754224" y="2169104"/>
            <a:ext cx="0" cy="281032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5D09361-5626-C5D2-41AE-2579CD67193D}"/>
              </a:ext>
            </a:extLst>
          </p:cNvPr>
          <p:cNvCxnSpPr>
            <a:cxnSpLocks/>
          </p:cNvCxnSpPr>
          <p:nvPr/>
        </p:nvCxnSpPr>
        <p:spPr>
          <a:xfrm flipH="1">
            <a:off x="13487400" y="2171485"/>
            <a:ext cx="126682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41FD1E3-F7D3-498B-FDE7-79E79DEFD889}"/>
              </a:ext>
            </a:extLst>
          </p:cNvPr>
          <p:cNvCxnSpPr/>
          <p:nvPr/>
        </p:nvCxnSpPr>
        <p:spPr>
          <a:xfrm>
            <a:off x="13128545" y="3859445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662EE24-0966-4A15-9ABA-76F9F32A6687}"/>
              </a:ext>
            </a:extLst>
          </p:cNvPr>
          <p:cNvCxnSpPr>
            <a:cxnSpLocks/>
          </p:cNvCxnSpPr>
          <p:nvPr/>
        </p:nvCxnSpPr>
        <p:spPr>
          <a:xfrm>
            <a:off x="13846254" y="3859445"/>
            <a:ext cx="0" cy="163622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F59FF4D-D9C7-DCAA-C9A2-89CFBA96E279}"/>
              </a:ext>
            </a:extLst>
          </p:cNvPr>
          <p:cNvCxnSpPr>
            <a:cxnSpLocks/>
          </p:cNvCxnSpPr>
          <p:nvPr/>
        </p:nvCxnSpPr>
        <p:spPr>
          <a:xfrm>
            <a:off x="13128545" y="3851825"/>
            <a:ext cx="0" cy="167383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8" name="TextBox 537">
            <a:extLst>
              <a:ext uri="{FF2B5EF4-FFF2-40B4-BE49-F238E27FC236}">
                <a16:creationId xmlns:a16="http://schemas.microsoft.com/office/drawing/2014/main" id="{746EBC25-B703-1140-5D8C-63FE70657B4B}"/>
              </a:ext>
            </a:extLst>
          </p:cNvPr>
          <p:cNvSpPr txBox="1"/>
          <p:nvPr/>
        </p:nvSpPr>
        <p:spPr>
          <a:xfrm>
            <a:off x="11969204" y="2754087"/>
            <a:ext cx="4363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20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539" name="TextBox 538">
            <a:extLst>
              <a:ext uri="{FF2B5EF4-FFF2-40B4-BE49-F238E27FC236}">
                <a16:creationId xmlns:a16="http://schemas.microsoft.com/office/drawing/2014/main" id="{CC191566-D824-BF34-3DD4-7CDF5A6A1946}"/>
              </a:ext>
            </a:extLst>
          </p:cNvPr>
          <p:cNvSpPr txBox="1"/>
          <p:nvPr/>
        </p:nvSpPr>
        <p:spPr>
          <a:xfrm>
            <a:off x="11972838" y="3989766"/>
            <a:ext cx="4363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2000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540" name="TextBox 539">
            <a:extLst>
              <a:ext uri="{FF2B5EF4-FFF2-40B4-BE49-F238E27FC236}">
                <a16:creationId xmlns:a16="http://schemas.microsoft.com/office/drawing/2014/main" id="{8F7549B5-C855-375E-5695-875B8385BDAD}"/>
              </a:ext>
            </a:extLst>
          </p:cNvPr>
          <p:cNvSpPr txBox="1"/>
          <p:nvPr/>
        </p:nvSpPr>
        <p:spPr>
          <a:xfrm>
            <a:off x="11965932" y="5043108"/>
            <a:ext cx="4363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2000" baseline="-25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542" name="TextBox 541">
            <a:extLst>
              <a:ext uri="{FF2B5EF4-FFF2-40B4-BE49-F238E27FC236}">
                <a16:creationId xmlns:a16="http://schemas.microsoft.com/office/drawing/2014/main" id="{74219ED9-60FD-B676-3DF4-F670E5AF4FAA}"/>
              </a:ext>
            </a:extLst>
          </p:cNvPr>
          <p:cNvSpPr txBox="1"/>
          <p:nvPr/>
        </p:nvSpPr>
        <p:spPr>
          <a:xfrm>
            <a:off x="11995400" y="6906247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543" name="TextBox 542">
            <a:extLst>
              <a:ext uri="{FF2B5EF4-FFF2-40B4-BE49-F238E27FC236}">
                <a16:creationId xmlns:a16="http://schemas.microsoft.com/office/drawing/2014/main" id="{E8605414-1468-6CF6-D212-18C172D701B9}"/>
              </a:ext>
            </a:extLst>
          </p:cNvPr>
          <p:cNvSpPr txBox="1"/>
          <p:nvPr/>
        </p:nvSpPr>
        <p:spPr>
          <a:xfrm>
            <a:off x="12004463" y="8077720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544" name="TextBox 543">
            <a:extLst>
              <a:ext uri="{FF2B5EF4-FFF2-40B4-BE49-F238E27FC236}">
                <a16:creationId xmlns:a16="http://schemas.microsoft.com/office/drawing/2014/main" id="{19516C4D-6BC9-F323-616E-011BD4BEC79B}"/>
              </a:ext>
            </a:extLst>
          </p:cNvPr>
          <p:cNvSpPr txBox="1"/>
          <p:nvPr/>
        </p:nvSpPr>
        <p:spPr>
          <a:xfrm>
            <a:off x="11995400" y="8518530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545" name="TextBox 544">
            <a:extLst>
              <a:ext uri="{FF2B5EF4-FFF2-40B4-BE49-F238E27FC236}">
                <a16:creationId xmlns:a16="http://schemas.microsoft.com/office/drawing/2014/main" id="{99C31A9F-8F9B-7DE2-BB91-E3400B77E5BD}"/>
              </a:ext>
            </a:extLst>
          </p:cNvPr>
          <p:cNvSpPr txBox="1"/>
          <p:nvPr/>
        </p:nvSpPr>
        <p:spPr>
          <a:xfrm>
            <a:off x="11995400" y="8896023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546" name="TextBox 545">
            <a:extLst>
              <a:ext uri="{FF2B5EF4-FFF2-40B4-BE49-F238E27FC236}">
                <a16:creationId xmlns:a16="http://schemas.microsoft.com/office/drawing/2014/main" id="{DC7F233F-C20C-A5C8-E78D-C741091A48B2}"/>
              </a:ext>
            </a:extLst>
          </p:cNvPr>
          <p:cNvSpPr txBox="1"/>
          <p:nvPr/>
        </p:nvSpPr>
        <p:spPr>
          <a:xfrm>
            <a:off x="11995400" y="9194919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547" name="TextBox 546">
            <a:extLst>
              <a:ext uri="{FF2B5EF4-FFF2-40B4-BE49-F238E27FC236}">
                <a16:creationId xmlns:a16="http://schemas.microsoft.com/office/drawing/2014/main" id="{4A2A6E1B-8005-D359-4719-FD4CCB743B26}"/>
              </a:ext>
            </a:extLst>
          </p:cNvPr>
          <p:cNvSpPr txBox="1"/>
          <p:nvPr/>
        </p:nvSpPr>
        <p:spPr>
          <a:xfrm>
            <a:off x="11995400" y="9435743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85100364-D93B-1CC5-215F-A114732BF1EE}"/>
              </a:ext>
            </a:extLst>
          </p:cNvPr>
          <p:cNvSpPr/>
          <p:nvPr/>
        </p:nvSpPr>
        <p:spPr>
          <a:xfrm>
            <a:off x="7928922" y="6676843"/>
            <a:ext cx="876045" cy="10190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187C9E7A-235B-B691-4342-435DEE6E56BE}"/>
              </a:ext>
            </a:extLst>
          </p:cNvPr>
          <p:cNvSpPr/>
          <p:nvPr/>
        </p:nvSpPr>
        <p:spPr>
          <a:xfrm>
            <a:off x="7703312" y="9016461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6D77E454-39E0-F233-9A9A-5DB67635A5C7}"/>
              </a:ext>
            </a:extLst>
          </p:cNvPr>
          <p:cNvSpPr/>
          <p:nvPr/>
        </p:nvSpPr>
        <p:spPr>
          <a:xfrm>
            <a:off x="8129122" y="7617680"/>
            <a:ext cx="479985" cy="139877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52" name="Straight Arrow Connector 551">
            <a:extLst>
              <a:ext uri="{FF2B5EF4-FFF2-40B4-BE49-F238E27FC236}">
                <a16:creationId xmlns:a16="http://schemas.microsoft.com/office/drawing/2014/main" id="{44B5CB0B-3B72-52C7-EAEE-F5488318C7C9}"/>
              </a:ext>
            </a:extLst>
          </p:cNvPr>
          <p:cNvCxnSpPr>
            <a:cxnSpLocks/>
          </p:cNvCxnSpPr>
          <p:nvPr/>
        </p:nvCxnSpPr>
        <p:spPr>
          <a:xfrm>
            <a:off x="7516619" y="6662107"/>
            <a:ext cx="0" cy="268838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3" name="TextBox 552">
            <a:extLst>
              <a:ext uri="{FF2B5EF4-FFF2-40B4-BE49-F238E27FC236}">
                <a16:creationId xmlns:a16="http://schemas.microsoft.com/office/drawing/2014/main" id="{31F76691-DEDB-29B0-744D-3E77D9EEAA0E}"/>
              </a:ext>
            </a:extLst>
          </p:cNvPr>
          <p:cNvSpPr txBox="1"/>
          <p:nvPr/>
        </p:nvSpPr>
        <p:spPr>
          <a:xfrm rot="16200000">
            <a:off x="6712972" y="7488690"/>
            <a:ext cx="1071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554" name="TextBox 553">
            <a:extLst>
              <a:ext uri="{FF2B5EF4-FFF2-40B4-BE49-F238E27FC236}">
                <a16:creationId xmlns:a16="http://schemas.microsoft.com/office/drawing/2014/main" id="{636A18B2-A05D-46E6-61DC-F37E97DB2368}"/>
              </a:ext>
            </a:extLst>
          </p:cNvPr>
          <p:cNvSpPr txBox="1"/>
          <p:nvPr/>
        </p:nvSpPr>
        <p:spPr>
          <a:xfrm>
            <a:off x="6087873" y="6510392"/>
            <a:ext cx="15703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Ancestral</a:t>
            </a:r>
          </a:p>
        </p:txBody>
      </p:sp>
      <p:sp>
        <p:nvSpPr>
          <p:cNvPr id="555" name="TextBox 554">
            <a:extLst>
              <a:ext uri="{FF2B5EF4-FFF2-40B4-BE49-F238E27FC236}">
                <a16:creationId xmlns:a16="http://schemas.microsoft.com/office/drawing/2014/main" id="{1A62974F-B8D4-5EC1-C81A-C0949A6931AA}"/>
              </a:ext>
            </a:extLst>
          </p:cNvPr>
          <p:cNvSpPr txBox="1"/>
          <p:nvPr/>
        </p:nvSpPr>
        <p:spPr>
          <a:xfrm>
            <a:off x="6236677" y="8744848"/>
            <a:ext cx="1125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Current</a:t>
            </a:r>
          </a:p>
        </p:txBody>
      </p: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63C8FDA3-3D40-8C03-5A78-CA5584CAF2B8}"/>
              </a:ext>
            </a:extLst>
          </p:cNvPr>
          <p:cNvCxnSpPr>
            <a:cxnSpLocks/>
          </p:cNvCxnSpPr>
          <p:nvPr/>
        </p:nvCxnSpPr>
        <p:spPr>
          <a:xfrm>
            <a:off x="14494193" y="4979429"/>
            <a:ext cx="562451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72A17520-9A96-D491-217A-A04EC424A641}"/>
              </a:ext>
            </a:extLst>
          </p:cNvPr>
          <p:cNvCxnSpPr>
            <a:cxnSpLocks/>
          </p:cNvCxnSpPr>
          <p:nvPr/>
        </p:nvCxnSpPr>
        <p:spPr>
          <a:xfrm>
            <a:off x="14508479" y="4979429"/>
            <a:ext cx="715" cy="54622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5" name="Straight Connector 564">
            <a:extLst>
              <a:ext uri="{FF2B5EF4-FFF2-40B4-BE49-F238E27FC236}">
                <a16:creationId xmlns:a16="http://schemas.microsoft.com/office/drawing/2014/main" id="{F3063353-C777-BA39-C005-2A466E4F78E0}"/>
              </a:ext>
            </a:extLst>
          </p:cNvPr>
          <p:cNvCxnSpPr>
            <a:cxnSpLocks/>
          </p:cNvCxnSpPr>
          <p:nvPr/>
        </p:nvCxnSpPr>
        <p:spPr>
          <a:xfrm>
            <a:off x="15039736" y="4979429"/>
            <a:ext cx="0" cy="54622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9" name="Straight Connector 568">
            <a:extLst>
              <a:ext uri="{FF2B5EF4-FFF2-40B4-BE49-F238E27FC236}">
                <a16:creationId xmlns:a16="http://schemas.microsoft.com/office/drawing/2014/main" id="{591F0E25-E812-89A8-B29E-B3F8BC35CDF2}"/>
              </a:ext>
            </a:extLst>
          </p:cNvPr>
          <p:cNvCxnSpPr/>
          <p:nvPr/>
        </p:nvCxnSpPr>
        <p:spPr>
          <a:xfrm>
            <a:off x="14120812" y="6012866"/>
            <a:ext cx="0" cy="26757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0" name="Straight Connector 569">
            <a:extLst>
              <a:ext uri="{FF2B5EF4-FFF2-40B4-BE49-F238E27FC236}">
                <a16:creationId xmlns:a16="http://schemas.microsoft.com/office/drawing/2014/main" id="{0C255E7F-DE84-9672-9FDE-7125AB49B372}"/>
              </a:ext>
            </a:extLst>
          </p:cNvPr>
          <p:cNvCxnSpPr>
            <a:cxnSpLocks/>
          </p:cNvCxnSpPr>
          <p:nvPr/>
        </p:nvCxnSpPr>
        <p:spPr>
          <a:xfrm>
            <a:off x="13487400" y="6281313"/>
            <a:ext cx="0" cy="168709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1" name="Straight Connector 570">
            <a:extLst>
              <a:ext uri="{FF2B5EF4-FFF2-40B4-BE49-F238E27FC236}">
                <a16:creationId xmlns:a16="http://schemas.microsoft.com/office/drawing/2014/main" id="{0CAAA6B6-FE68-F247-EA5D-CFDEB7631D43}"/>
              </a:ext>
            </a:extLst>
          </p:cNvPr>
          <p:cNvCxnSpPr>
            <a:cxnSpLocks/>
          </p:cNvCxnSpPr>
          <p:nvPr/>
        </p:nvCxnSpPr>
        <p:spPr>
          <a:xfrm>
            <a:off x="14754224" y="6278064"/>
            <a:ext cx="0" cy="29134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2" name="Straight Connector 571">
            <a:extLst>
              <a:ext uri="{FF2B5EF4-FFF2-40B4-BE49-F238E27FC236}">
                <a16:creationId xmlns:a16="http://schemas.microsoft.com/office/drawing/2014/main" id="{D72F5887-CF96-1245-6B0A-222D3B31A14C}"/>
              </a:ext>
            </a:extLst>
          </p:cNvPr>
          <p:cNvCxnSpPr>
            <a:cxnSpLocks/>
          </p:cNvCxnSpPr>
          <p:nvPr/>
        </p:nvCxnSpPr>
        <p:spPr>
          <a:xfrm flipH="1">
            <a:off x="13487400" y="6280445"/>
            <a:ext cx="126682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3" name="Straight Connector 572">
            <a:extLst>
              <a:ext uri="{FF2B5EF4-FFF2-40B4-BE49-F238E27FC236}">
                <a16:creationId xmlns:a16="http://schemas.microsoft.com/office/drawing/2014/main" id="{0AAC2C0B-6FDD-9DC3-7382-17F7B043A3BF}"/>
              </a:ext>
            </a:extLst>
          </p:cNvPr>
          <p:cNvCxnSpPr/>
          <p:nvPr/>
        </p:nvCxnSpPr>
        <p:spPr>
          <a:xfrm>
            <a:off x="13128545" y="7968405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4" name="Straight Connector 573">
            <a:extLst>
              <a:ext uri="{FF2B5EF4-FFF2-40B4-BE49-F238E27FC236}">
                <a16:creationId xmlns:a16="http://schemas.microsoft.com/office/drawing/2014/main" id="{9D4D9C8B-9DAE-8A70-13EE-90C15D11707A}"/>
              </a:ext>
            </a:extLst>
          </p:cNvPr>
          <p:cNvCxnSpPr>
            <a:cxnSpLocks/>
          </p:cNvCxnSpPr>
          <p:nvPr/>
        </p:nvCxnSpPr>
        <p:spPr>
          <a:xfrm>
            <a:off x="13846254" y="7968405"/>
            <a:ext cx="0" cy="83558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5" name="Straight Connector 574">
            <a:extLst>
              <a:ext uri="{FF2B5EF4-FFF2-40B4-BE49-F238E27FC236}">
                <a16:creationId xmlns:a16="http://schemas.microsoft.com/office/drawing/2014/main" id="{2290C2D3-70DC-BB55-A0DC-52150AF4AB3E}"/>
              </a:ext>
            </a:extLst>
          </p:cNvPr>
          <p:cNvCxnSpPr>
            <a:cxnSpLocks/>
          </p:cNvCxnSpPr>
          <p:nvPr/>
        </p:nvCxnSpPr>
        <p:spPr>
          <a:xfrm>
            <a:off x="13128545" y="7960785"/>
            <a:ext cx="0" cy="49172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570CF8B5-580C-6768-5715-8B5AE8F7D9A6}"/>
              </a:ext>
            </a:extLst>
          </p:cNvPr>
          <p:cNvCxnSpPr>
            <a:cxnSpLocks/>
          </p:cNvCxnSpPr>
          <p:nvPr/>
        </p:nvCxnSpPr>
        <p:spPr>
          <a:xfrm>
            <a:off x="13679884" y="8800907"/>
            <a:ext cx="5357" cy="70178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4CCA1CB9-1454-7716-5A2D-5B6E858278E1}"/>
              </a:ext>
            </a:extLst>
          </p:cNvPr>
          <p:cNvCxnSpPr>
            <a:cxnSpLocks/>
          </p:cNvCxnSpPr>
          <p:nvPr/>
        </p:nvCxnSpPr>
        <p:spPr>
          <a:xfrm>
            <a:off x="14019926" y="8800907"/>
            <a:ext cx="0" cy="85418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571DB09E-57E9-BD1B-B135-A6E0606D013A}"/>
              </a:ext>
            </a:extLst>
          </p:cNvPr>
          <p:cNvCxnSpPr>
            <a:cxnSpLocks/>
          </p:cNvCxnSpPr>
          <p:nvPr/>
        </p:nvCxnSpPr>
        <p:spPr>
          <a:xfrm>
            <a:off x="14591744" y="9196883"/>
            <a:ext cx="0" cy="43138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0330F0A0-582B-39E5-66C5-C3A0A30FA2D7}"/>
              </a:ext>
            </a:extLst>
          </p:cNvPr>
          <p:cNvCxnSpPr>
            <a:cxnSpLocks/>
          </p:cNvCxnSpPr>
          <p:nvPr/>
        </p:nvCxnSpPr>
        <p:spPr>
          <a:xfrm>
            <a:off x="14925436" y="9198153"/>
            <a:ext cx="0" cy="42376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435BABEB-4ED8-4798-7705-207B098370B3}"/>
              </a:ext>
            </a:extLst>
          </p:cNvPr>
          <p:cNvCxnSpPr>
            <a:cxnSpLocks/>
          </p:cNvCxnSpPr>
          <p:nvPr/>
        </p:nvCxnSpPr>
        <p:spPr>
          <a:xfrm>
            <a:off x="12961182" y="8458864"/>
            <a:ext cx="32202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6C7F1B2F-E00E-105D-E8AB-A6588F1A12A0}"/>
              </a:ext>
            </a:extLst>
          </p:cNvPr>
          <p:cNvCxnSpPr>
            <a:cxnSpLocks/>
          </p:cNvCxnSpPr>
          <p:nvPr/>
        </p:nvCxnSpPr>
        <p:spPr>
          <a:xfrm>
            <a:off x="13685241" y="8813607"/>
            <a:ext cx="32202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48AE56E2-3B0A-3D98-DD34-89322262FECC}"/>
              </a:ext>
            </a:extLst>
          </p:cNvPr>
          <p:cNvCxnSpPr>
            <a:cxnSpLocks/>
          </p:cNvCxnSpPr>
          <p:nvPr/>
        </p:nvCxnSpPr>
        <p:spPr>
          <a:xfrm>
            <a:off x="14596306" y="9207740"/>
            <a:ext cx="32202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4093F8A4-5767-1427-147F-EAAD3F48A2D9}"/>
              </a:ext>
            </a:extLst>
          </p:cNvPr>
          <p:cNvCxnSpPr>
            <a:cxnSpLocks/>
          </p:cNvCxnSpPr>
          <p:nvPr/>
        </p:nvCxnSpPr>
        <p:spPr>
          <a:xfrm>
            <a:off x="13524229" y="9487971"/>
            <a:ext cx="32202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1D314D66-AECE-3E84-2B99-192C7C56DE1C}"/>
              </a:ext>
            </a:extLst>
          </p:cNvPr>
          <p:cNvCxnSpPr>
            <a:cxnSpLocks/>
          </p:cNvCxnSpPr>
          <p:nvPr/>
        </p:nvCxnSpPr>
        <p:spPr>
          <a:xfrm>
            <a:off x="13837641" y="9480957"/>
            <a:ext cx="0" cy="16778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8" name="Straight Connector 597">
            <a:extLst>
              <a:ext uri="{FF2B5EF4-FFF2-40B4-BE49-F238E27FC236}">
                <a16:creationId xmlns:a16="http://schemas.microsoft.com/office/drawing/2014/main" id="{EF8761F3-9023-5468-34B6-F37E68E5BD0F}"/>
              </a:ext>
            </a:extLst>
          </p:cNvPr>
          <p:cNvCxnSpPr>
            <a:cxnSpLocks/>
          </p:cNvCxnSpPr>
          <p:nvPr/>
        </p:nvCxnSpPr>
        <p:spPr>
          <a:xfrm>
            <a:off x="13531570" y="9480957"/>
            <a:ext cx="0" cy="16778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1" name="Straight Connector 600">
            <a:extLst>
              <a:ext uri="{FF2B5EF4-FFF2-40B4-BE49-F238E27FC236}">
                <a16:creationId xmlns:a16="http://schemas.microsoft.com/office/drawing/2014/main" id="{3AE8CE7B-0430-204F-F93A-4AAA15EDF237}"/>
              </a:ext>
            </a:extLst>
          </p:cNvPr>
          <p:cNvCxnSpPr>
            <a:cxnSpLocks/>
          </p:cNvCxnSpPr>
          <p:nvPr/>
        </p:nvCxnSpPr>
        <p:spPr>
          <a:xfrm>
            <a:off x="13274138" y="8452514"/>
            <a:ext cx="0" cy="120258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4" name="Straight Connector 603">
            <a:extLst>
              <a:ext uri="{FF2B5EF4-FFF2-40B4-BE49-F238E27FC236}">
                <a16:creationId xmlns:a16="http://schemas.microsoft.com/office/drawing/2014/main" id="{E5533CC7-BC15-D862-1B6B-803F6F0692FC}"/>
              </a:ext>
            </a:extLst>
          </p:cNvPr>
          <p:cNvCxnSpPr>
            <a:cxnSpLocks/>
          </p:cNvCxnSpPr>
          <p:nvPr/>
        </p:nvCxnSpPr>
        <p:spPr>
          <a:xfrm>
            <a:off x="12967532" y="8446164"/>
            <a:ext cx="0" cy="120258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5" name="TextBox 604">
            <a:extLst>
              <a:ext uri="{FF2B5EF4-FFF2-40B4-BE49-F238E27FC236}">
                <a16:creationId xmlns:a16="http://schemas.microsoft.com/office/drawing/2014/main" id="{6BE25A52-6494-5D31-C5AC-23F5FD26AF31}"/>
              </a:ext>
            </a:extLst>
          </p:cNvPr>
          <p:cNvSpPr txBox="1"/>
          <p:nvPr/>
        </p:nvSpPr>
        <p:spPr>
          <a:xfrm>
            <a:off x="9320427" y="1796421"/>
            <a:ext cx="15121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Two-epoch</a:t>
            </a:r>
          </a:p>
        </p:txBody>
      </p:sp>
      <p:sp>
        <p:nvSpPr>
          <p:cNvPr id="606" name="TextBox 605">
            <a:extLst>
              <a:ext uri="{FF2B5EF4-FFF2-40B4-BE49-F238E27FC236}">
                <a16:creationId xmlns:a16="http://schemas.microsoft.com/office/drawing/2014/main" id="{4F5E9271-E3ED-AFF2-25D8-E2435F246B44}"/>
              </a:ext>
            </a:extLst>
          </p:cNvPr>
          <p:cNvSpPr txBox="1"/>
          <p:nvPr/>
        </p:nvSpPr>
        <p:spPr>
          <a:xfrm>
            <a:off x="9038433" y="9331421"/>
            <a:ext cx="20166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One size </a:t>
            </a:r>
          </a:p>
          <a:p>
            <a:pPr algn="ctr"/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change</a:t>
            </a:r>
          </a:p>
        </p:txBody>
      </p:sp>
      <p:sp>
        <p:nvSpPr>
          <p:cNvPr id="607" name="Rectangle 606">
            <a:extLst>
              <a:ext uri="{FF2B5EF4-FFF2-40B4-BE49-F238E27FC236}">
                <a16:creationId xmlns:a16="http://schemas.microsoft.com/office/drawing/2014/main" id="{E5093D95-0C38-E311-822F-3E0CDDF9C939}"/>
              </a:ext>
            </a:extLst>
          </p:cNvPr>
          <p:cNvSpPr/>
          <p:nvPr/>
        </p:nvSpPr>
        <p:spPr>
          <a:xfrm>
            <a:off x="9317238" y="2738577"/>
            <a:ext cx="1466961" cy="9747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8" name="Rectangle 607">
            <a:extLst>
              <a:ext uri="{FF2B5EF4-FFF2-40B4-BE49-F238E27FC236}">
                <a16:creationId xmlns:a16="http://schemas.microsoft.com/office/drawing/2014/main" id="{890F30D2-1843-5FDA-F398-4EC548BE9A77}"/>
              </a:ext>
            </a:extLst>
          </p:cNvPr>
          <p:cNvSpPr/>
          <p:nvPr/>
        </p:nvSpPr>
        <p:spPr>
          <a:xfrm>
            <a:off x="9640921" y="3710008"/>
            <a:ext cx="823931" cy="16738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56EA568A-AA80-72B9-6C4C-1F593D3A26DB}"/>
              </a:ext>
            </a:extLst>
          </p:cNvPr>
          <p:cNvSpPr/>
          <p:nvPr/>
        </p:nvSpPr>
        <p:spPr>
          <a:xfrm>
            <a:off x="9740640" y="6662106"/>
            <a:ext cx="581883" cy="237352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0" name="Rectangle 609">
            <a:extLst>
              <a:ext uri="{FF2B5EF4-FFF2-40B4-BE49-F238E27FC236}">
                <a16:creationId xmlns:a16="http://schemas.microsoft.com/office/drawing/2014/main" id="{7DDF46CF-3213-E1A2-B98E-6FE686197BB7}"/>
              </a:ext>
            </a:extLst>
          </p:cNvPr>
          <p:cNvSpPr/>
          <p:nvPr/>
        </p:nvSpPr>
        <p:spPr>
          <a:xfrm>
            <a:off x="9342325" y="9029351"/>
            <a:ext cx="1371600" cy="2865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3B7045-4017-DF36-FC99-EAD4D0B76896}"/>
              </a:ext>
            </a:extLst>
          </p:cNvPr>
          <p:cNvSpPr/>
          <p:nvPr/>
        </p:nvSpPr>
        <p:spPr>
          <a:xfrm>
            <a:off x="5578682" y="11181091"/>
            <a:ext cx="876045" cy="10190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88106F-E4D9-7178-87C0-3C55F769DBFF}"/>
              </a:ext>
            </a:extLst>
          </p:cNvPr>
          <p:cNvSpPr/>
          <p:nvPr/>
        </p:nvSpPr>
        <p:spPr>
          <a:xfrm>
            <a:off x="5353072" y="13520709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4857B7-2F34-D750-A09A-1BD03D9734C2}"/>
              </a:ext>
            </a:extLst>
          </p:cNvPr>
          <p:cNvSpPr/>
          <p:nvPr/>
        </p:nvSpPr>
        <p:spPr>
          <a:xfrm>
            <a:off x="5778882" y="12152522"/>
            <a:ext cx="479985" cy="136818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B15926-FCE3-7B7F-BB5F-C3EDDE4D8A29}"/>
              </a:ext>
            </a:extLst>
          </p:cNvPr>
          <p:cNvSpPr/>
          <p:nvPr/>
        </p:nvSpPr>
        <p:spPr>
          <a:xfrm>
            <a:off x="8928893" y="11181091"/>
            <a:ext cx="1466961" cy="9747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EA52D0-EE81-8294-DFB3-98C64DA5A8EC}"/>
              </a:ext>
            </a:extLst>
          </p:cNvPr>
          <p:cNvSpPr/>
          <p:nvPr/>
        </p:nvSpPr>
        <p:spPr>
          <a:xfrm>
            <a:off x="9252576" y="12152522"/>
            <a:ext cx="823931" cy="16738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E37016-C56D-E274-1980-2A7F3CA710E7}"/>
              </a:ext>
            </a:extLst>
          </p:cNvPr>
          <p:cNvSpPr/>
          <p:nvPr/>
        </p:nvSpPr>
        <p:spPr>
          <a:xfrm>
            <a:off x="11451494" y="11181091"/>
            <a:ext cx="581883" cy="237352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8BFF52-FD34-C4C2-D820-F7FAE0DD70C6}"/>
              </a:ext>
            </a:extLst>
          </p:cNvPr>
          <p:cNvSpPr/>
          <p:nvPr/>
        </p:nvSpPr>
        <p:spPr>
          <a:xfrm>
            <a:off x="11053179" y="13548336"/>
            <a:ext cx="1371600" cy="2865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52C1960-2040-7ED4-147D-7F8F238A2B0C}"/>
              </a:ext>
            </a:extLst>
          </p:cNvPr>
          <p:cNvCxnSpPr>
            <a:cxnSpLocks/>
          </p:cNvCxnSpPr>
          <p:nvPr/>
        </p:nvCxnSpPr>
        <p:spPr>
          <a:xfrm>
            <a:off x="6733616" y="12590791"/>
            <a:ext cx="2286000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0C809BA-E797-2904-B079-EECEC3D7D02A}"/>
              </a:ext>
            </a:extLst>
          </p:cNvPr>
          <p:cNvSpPr txBox="1"/>
          <p:nvPr/>
        </p:nvSpPr>
        <p:spPr>
          <a:xfrm>
            <a:off x="6730630" y="12185069"/>
            <a:ext cx="2183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Two-epoch</a:t>
            </a:r>
            <a:r>
              <a:rPr lang="en-US" dirty="0"/>
              <a:t> </a:t>
            </a:r>
            <a:r>
              <a:rPr lang="en-US" b="1" dirty="0"/>
              <a:t>inference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107C3D-0A10-CD96-6CDE-F51E12C45BD5}"/>
              </a:ext>
            </a:extLst>
          </p:cNvPr>
          <p:cNvSpPr txBox="1"/>
          <p:nvPr/>
        </p:nvSpPr>
        <p:spPr>
          <a:xfrm>
            <a:off x="5095310" y="10534760"/>
            <a:ext cx="21186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Ancient contraction,</a:t>
            </a:r>
          </a:p>
          <a:p>
            <a:r>
              <a:rPr lang="en-US" b="1" dirty="0"/>
              <a:t>Recent expansion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1C3D2C-45AF-DB11-574E-022E0974D959}"/>
              </a:ext>
            </a:extLst>
          </p:cNvPr>
          <p:cNvSpPr txBox="1"/>
          <p:nvPr/>
        </p:nvSpPr>
        <p:spPr>
          <a:xfrm>
            <a:off x="8683166" y="10706133"/>
            <a:ext cx="4106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Ancient contraction vs. Recent expansion</a:t>
            </a:r>
          </a:p>
        </p:txBody>
      </p:sp>
    </p:spTree>
    <p:extLst>
      <p:ext uri="{BB962C8B-B14F-4D97-AF65-F5344CB8AC3E}">
        <p14:creationId xmlns:p14="http://schemas.microsoft.com/office/powerpoint/2010/main" val="1175831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542D96-FF60-ECA1-6057-C2ACDF999B03}"/>
              </a:ext>
            </a:extLst>
          </p:cNvPr>
          <p:cNvSpPr txBox="1"/>
          <p:nvPr/>
        </p:nvSpPr>
        <p:spPr>
          <a:xfrm>
            <a:off x="9075221" y="13617791"/>
            <a:ext cx="33152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Two-epoch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7A58EE-9DD8-82AF-6B8F-5BF9565AF959}"/>
              </a:ext>
            </a:extLst>
          </p:cNvPr>
          <p:cNvSpPr txBox="1"/>
          <p:nvPr/>
        </p:nvSpPr>
        <p:spPr>
          <a:xfrm>
            <a:off x="16192705" y="13636688"/>
            <a:ext cx="35608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Three-epoch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5BA58D-6499-10F1-3BF5-3E79637A7163}"/>
              </a:ext>
            </a:extLst>
          </p:cNvPr>
          <p:cNvSpPr txBox="1"/>
          <p:nvPr/>
        </p:nvSpPr>
        <p:spPr>
          <a:xfrm>
            <a:off x="15690449" y="18303941"/>
            <a:ext cx="412974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Two instantaneous size changes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A0025B-8A69-C4CF-91B6-E1E7752BA3FC}"/>
              </a:ext>
            </a:extLst>
          </p:cNvPr>
          <p:cNvSpPr txBox="1"/>
          <p:nvPr/>
        </p:nvSpPr>
        <p:spPr>
          <a:xfrm>
            <a:off x="8589893" y="18303943"/>
            <a:ext cx="401456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One instantaneous size change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3B1FC4-4ED6-C87B-1315-F18E45DF43B2}"/>
              </a:ext>
            </a:extLst>
          </p:cNvPr>
          <p:cNvSpPr txBox="1"/>
          <p:nvPr/>
        </p:nvSpPr>
        <p:spPr>
          <a:xfrm>
            <a:off x="3478653" y="13622797"/>
            <a:ext cx="3320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One-epoch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4C5E25-7A44-8ECD-F0B8-935ED33212C6}"/>
              </a:ext>
            </a:extLst>
          </p:cNvPr>
          <p:cNvSpPr txBox="1"/>
          <p:nvPr/>
        </p:nvSpPr>
        <p:spPr>
          <a:xfrm>
            <a:off x="3176835" y="18303943"/>
            <a:ext cx="355453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Constant effective </a:t>
            </a:r>
          </a:p>
          <a:p>
            <a:pPr algn="ctr"/>
            <a:r>
              <a:rPr lang="en-US" sz="3000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population size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4C4BAA-E193-8344-C899-2E1B6714A575}"/>
              </a:ext>
            </a:extLst>
          </p:cNvPr>
          <p:cNvSpPr/>
          <p:nvPr/>
        </p:nvSpPr>
        <p:spPr>
          <a:xfrm>
            <a:off x="4385304" y="14643443"/>
            <a:ext cx="1137593" cy="341940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EBA55B4-FC9C-3E86-4029-BCD7B578EE63}"/>
              </a:ext>
            </a:extLst>
          </p:cNvPr>
          <p:cNvSpPr/>
          <p:nvPr/>
        </p:nvSpPr>
        <p:spPr>
          <a:xfrm>
            <a:off x="9019748" y="14643443"/>
            <a:ext cx="1466961" cy="13962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E1D971-95F8-7EF5-0F96-DB3EF7734734}"/>
              </a:ext>
            </a:extLst>
          </p:cNvPr>
          <p:cNvSpPr/>
          <p:nvPr/>
        </p:nvSpPr>
        <p:spPr>
          <a:xfrm>
            <a:off x="9341262" y="16039668"/>
            <a:ext cx="823931" cy="202317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142DD9-B208-2540-777F-147A620A1205}"/>
              </a:ext>
            </a:extLst>
          </p:cNvPr>
          <p:cNvSpPr/>
          <p:nvPr/>
        </p:nvSpPr>
        <p:spPr>
          <a:xfrm>
            <a:off x="10996320" y="14643443"/>
            <a:ext cx="581883" cy="30162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2DED5D-0466-164E-A40C-57DDC75ED542}"/>
              </a:ext>
            </a:extLst>
          </p:cNvPr>
          <p:cNvSpPr/>
          <p:nvPr/>
        </p:nvSpPr>
        <p:spPr>
          <a:xfrm>
            <a:off x="10389158" y="17659663"/>
            <a:ext cx="1794160" cy="40318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7EF0786-4FDD-BE25-1D42-C54282FE144D}"/>
              </a:ext>
            </a:extLst>
          </p:cNvPr>
          <p:cNvSpPr/>
          <p:nvPr/>
        </p:nvSpPr>
        <p:spPr>
          <a:xfrm>
            <a:off x="16310175" y="14643444"/>
            <a:ext cx="668245" cy="10531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8610DE-990F-3009-B638-CAB9CB655206}"/>
              </a:ext>
            </a:extLst>
          </p:cNvPr>
          <p:cNvSpPr/>
          <p:nvPr/>
        </p:nvSpPr>
        <p:spPr>
          <a:xfrm>
            <a:off x="15960026" y="15696580"/>
            <a:ext cx="1368544" cy="10149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ADB705-605C-9F27-1127-79D955CAA08A}"/>
              </a:ext>
            </a:extLst>
          </p:cNvPr>
          <p:cNvSpPr/>
          <p:nvPr/>
        </p:nvSpPr>
        <p:spPr>
          <a:xfrm>
            <a:off x="16147571" y="16711488"/>
            <a:ext cx="993451" cy="135479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DC785F-8293-154F-C34C-80A317FFF37D}"/>
              </a:ext>
            </a:extLst>
          </p:cNvPr>
          <p:cNvSpPr/>
          <p:nvPr/>
        </p:nvSpPr>
        <p:spPr>
          <a:xfrm>
            <a:off x="17512433" y="14643443"/>
            <a:ext cx="1938101" cy="58633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91A2E2A-A110-6CD9-5AD2-EBCE3314F791}"/>
              </a:ext>
            </a:extLst>
          </p:cNvPr>
          <p:cNvSpPr/>
          <p:nvPr/>
        </p:nvSpPr>
        <p:spPr>
          <a:xfrm>
            <a:off x="17823390" y="15225439"/>
            <a:ext cx="1316186" cy="58633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FD842D-BD43-C6F5-0E01-36AB5451FE07}"/>
              </a:ext>
            </a:extLst>
          </p:cNvPr>
          <p:cNvSpPr/>
          <p:nvPr/>
        </p:nvSpPr>
        <p:spPr>
          <a:xfrm>
            <a:off x="18110649" y="15766809"/>
            <a:ext cx="741665" cy="22960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4B61D31-A1BE-DDA8-2639-F04F7A399508}"/>
              </a:ext>
            </a:extLst>
          </p:cNvPr>
          <p:cNvSpPr/>
          <p:nvPr/>
        </p:nvSpPr>
        <p:spPr>
          <a:xfrm>
            <a:off x="19852746" y="14643443"/>
            <a:ext cx="721366" cy="229279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851BFC-69B9-5099-ACBC-ED5F8FFF8E7D}"/>
              </a:ext>
            </a:extLst>
          </p:cNvPr>
          <p:cNvSpPr/>
          <p:nvPr/>
        </p:nvSpPr>
        <p:spPr>
          <a:xfrm>
            <a:off x="19523454" y="16936238"/>
            <a:ext cx="1376618" cy="56151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0BA906C-E45F-59E1-B024-33F472D6D55E}"/>
              </a:ext>
            </a:extLst>
          </p:cNvPr>
          <p:cNvSpPr/>
          <p:nvPr/>
        </p:nvSpPr>
        <p:spPr>
          <a:xfrm>
            <a:off x="19204906" y="17497749"/>
            <a:ext cx="2013716" cy="5650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7E28E27-9E2E-2910-BE80-68F7C02E5D2B}"/>
              </a:ext>
            </a:extLst>
          </p:cNvPr>
          <p:cNvSpPr/>
          <p:nvPr/>
        </p:nvSpPr>
        <p:spPr>
          <a:xfrm>
            <a:off x="14593058" y="14643442"/>
            <a:ext cx="876045" cy="18247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5AE3B8C-2308-EF71-7276-C1F1A2FF0460}"/>
              </a:ext>
            </a:extLst>
          </p:cNvPr>
          <p:cNvSpPr/>
          <p:nvPr/>
        </p:nvSpPr>
        <p:spPr>
          <a:xfrm>
            <a:off x="14365278" y="17782601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14B3BB8-6FF5-40D2-52B1-E36AF0C31AC2}"/>
              </a:ext>
            </a:extLst>
          </p:cNvPr>
          <p:cNvSpPr/>
          <p:nvPr/>
        </p:nvSpPr>
        <p:spPr>
          <a:xfrm>
            <a:off x="14791088" y="16468240"/>
            <a:ext cx="479985" cy="13143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67D05FC-BD05-9B09-3E70-69A679F5E3AD}"/>
              </a:ext>
            </a:extLst>
          </p:cNvPr>
          <p:cNvCxnSpPr/>
          <p:nvPr/>
        </p:nvCxnSpPr>
        <p:spPr>
          <a:xfrm>
            <a:off x="2973014" y="14643443"/>
            <a:ext cx="0" cy="3526296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62DA564-E096-9DB4-F531-79706FE31581}"/>
              </a:ext>
            </a:extLst>
          </p:cNvPr>
          <p:cNvSpPr txBox="1"/>
          <p:nvPr/>
        </p:nvSpPr>
        <p:spPr>
          <a:xfrm rot="16200000">
            <a:off x="1962826" y="16070658"/>
            <a:ext cx="107176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28021486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D4D748-316D-5606-4117-1B9ADD5F854D}"/>
              </a:ext>
            </a:extLst>
          </p:cNvPr>
          <p:cNvSpPr txBox="1"/>
          <p:nvPr/>
        </p:nvSpPr>
        <p:spPr>
          <a:xfrm>
            <a:off x="4938611" y="3225050"/>
            <a:ext cx="16659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Three-epoch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123F49-0B34-4F56-4362-2BB67D7555B3}"/>
              </a:ext>
            </a:extLst>
          </p:cNvPr>
          <p:cNvSpPr/>
          <p:nvPr/>
        </p:nvSpPr>
        <p:spPr>
          <a:xfrm>
            <a:off x="5309237" y="3748270"/>
            <a:ext cx="914400" cy="91651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8C7351-E1F0-15A3-22AF-D474C2065115}"/>
              </a:ext>
            </a:extLst>
          </p:cNvPr>
          <p:cNvSpPr/>
          <p:nvPr/>
        </p:nvSpPr>
        <p:spPr>
          <a:xfrm>
            <a:off x="5117692" y="5507421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80CE1-E5E9-3FAC-AE10-330C9B8411AE}"/>
              </a:ext>
            </a:extLst>
          </p:cNvPr>
          <p:cNvSpPr/>
          <p:nvPr/>
        </p:nvSpPr>
        <p:spPr>
          <a:xfrm>
            <a:off x="5526444" y="4655109"/>
            <a:ext cx="479985" cy="91651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C29B28B-7A9A-DC6F-F0AB-D90B76DF2B38}"/>
              </a:ext>
            </a:extLst>
          </p:cNvPr>
          <p:cNvCxnSpPr>
            <a:cxnSpLocks/>
          </p:cNvCxnSpPr>
          <p:nvPr/>
        </p:nvCxnSpPr>
        <p:spPr>
          <a:xfrm>
            <a:off x="4880243" y="3733433"/>
            <a:ext cx="0" cy="201168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9353464-9F5B-BD14-1B80-D253E964E51D}"/>
              </a:ext>
            </a:extLst>
          </p:cNvPr>
          <p:cNvSpPr txBox="1"/>
          <p:nvPr/>
        </p:nvSpPr>
        <p:spPr>
          <a:xfrm rot="16200000">
            <a:off x="4076596" y="4560016"/>
            <a:ext cx="1071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EE986B-3628-5E33-64FD-9C4FC78DD678}"/>
              </a:ext>
            </a:extLst>
          </p:cNvPr>
          <p:cNvSpPr txBox="1"/>
          <p:nvPr/>
        </p:nvSpPr>
        <p:spPr>
          <a:xfrm>
            <a:off x="3451497" y="3581718"/>
            <a:ext cx="15703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Ancestral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246C0D-7BA6-41D6-C320-1A24DB75A41B}"/>
              </a:ext>
            </a:extLst>
          </p:cNvPr>
          <p:cNvSpPr txBox="1"/>
          <p:nvPr/>
        </p:nvSpPr>
        <p:spPr>
          <a:xfrm>
            <a:off x="3636005" y="5457617"/>
            <a:ext cx="1125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Current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69B816-1836-9294-742B-96942DDF7418}"/>
              </a:ext>
            </a:extLst>
          </p:cNvPr>
          <p:cNvSpPr txBox="1"/>
          <p:nvPr/>
        </p:nvSpPr>
        <p:spPr>
          <a:xfrm>
            <a:off x="4294113" y="2637182"/>
            <a:ext cx="24646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Ground Truth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320388-1D65-6692-A4B2-EE9163C7B475}"/>
              </a:ext>
            </a:extLst>
          </p:cNvPr>
          <p:cNvSpPr/>
          <p:nvPr/>
        </p:nvSpPr>
        <p:spPr>
          <a:xfrm>
            <a:off x="14616789" y="3641375"/>
            <a:ext cx="914400" cy="10593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24E80D-ED2B-72E9-A108-EA9118C67D64}"/>
              </a:ext>
            </a:extLst>
          </p:cNvPr>
          <p:cNvSpPr/>
          <p:nvPr/>
        </p:nvSpPr>
        <p:spPr>
          <a:xfrm>
            <a:off x="14825291" y="4664789"/>
            <a:ext cx="497395" cy="10593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16D876-3D2A-6700-0BD6-6FCABDF5F6C0}"/>
              </a:ext>
            </a:extLst>
          </p:cNvPr>
          <p:cNvSpPr/>
          <p:nvPr/>
        </p:nvSpPr>
        <p:spPr>
          <a:xfrm>
            <a:off x="12680904" y="3641376"/>
            <a:ext cx="914400" cy="18162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A47FAB82-5C7F-868E-D96A-59F79C9F82E3}"/>
              </a:ext>
            </a:extLst>
          </p:cNvPr>
          <p:cNvSpPr/>
          <p:nvPr/>
        </p:nvSpPr>
        <p:spPr>
          <a:xfrm>
            <a:off x="7334102" y="3220931"/>
            <a:ext cx="223846" cy="3141716"/>
          </a:xfrm>
          <a:prstGeom prst="leftBrac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24383B-9881-F2A1-21EC-E1F08400A776}"/>
              </a:ext>
            </a:extLst>
          </p:cNvPr>
          <p:cNvSpPr txBox="1"/>
          <p:nvPr/>
        </p:nvSpPr>
        <p:spPr>
          <a:xfrm>
            <a:off x="10961161" y="2639732"/>
            <a:ext cx="51053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Simple Two-epoch Inference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A0B147-7A62-6C7D-0F90-055F2D36001A}"/>
              </a:ext>
            </a:extLst>
          </p:cNvPr>
          <p:cNvSpPr/>
          <p:nvPr/>
        </p:nvSpPr>
        <p:spPr>
          <a:xfrm>
            <a:off x="12472301" y="5443871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E7989C-1CF6-28FB-4967-C8FA080C3C9D}"/>
              </a:ext>
            </a:extLst>
          </p:cNvPr>
          <p:cNvSpPr txBox="1"/>
          <p:nvPr/>
        </p:nvSpPr>
        <p:spPr>
          <a:xfrm>
            <a:off x="9008610" y="3556449"/>
            <a:ext cx="1336694" cy="338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10 Diploids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B078C8-4156-AC31-CFB4-4A88C1B62115}"/>
              </a:ext>
            </a:extLst>
          </p:cNvPr>
          <p:cNvSpPr txBox="1"/>
          <p:nvPr/>
        </p:nvSpPr>
        <p:spPr>
          <a:xfrm>
            <a:off x="9025740" y="4253664"/>
            <a:ext cx="14743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20 Diploids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BF2C94-935F-34B9-0B52-AD79BA960CCB}"/>
              </a:ext>
            </a:extLst>
          </p:cNvPr>
          <p:cNvSpPr txBox="1"/>
          <p:nvPr/>
        </p:nvSpPr>
        <p:spPr>
          <a:xfrm>
            <a:off x="9008610" y="5813340"/>
            <a:ext cx="16581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800 Diploids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D70F72-77C1-8EA5-551A-235221EC6AD1}"/>
              </a:ext>
            </a:extLst>
          </p:cNvPr>
          <p:cNvSpPr txBox="1"/>
          <p:nvPr/>
        </p:nvSpPr>
        <p:spPr>
          <a:xfrm>
            <a:off x="8806976" y="4937932"/>
            <a:ext cx="11416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4BC83A-B477-6D06-899E-F7C4E8AF95F0}"/>
              </a:ext>
            </a:extLst>
          </p:cNvPr>
          <p:cNvSpPr txBox="1"/>
          <p:nvPr/>
        </p:nvSpPr>
        <p:spPr>
          <a:xfrm>
            <a:off x="7837362" y="2645228"/>
            <a:ext cx="28293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Computed SFS</a:t>
            </a:r>
          </a:p>
        </p:txBody>
      </p:sp>
      <p:sp>
        <p:nvSpPr>
          <p:cNvPr id="30" name="Left Brace 29">
            <a:extLst>
              <a:ext uri="{FF2B5EF4-FFF2-40B4-BE49-F238E27FC236}">
                <a16:creationId xmlns:a16="http://schemas.microsoft.com/office/drawing/2014/main" id="{FC1A50AB-9A7A-68FF-2DA1-3CC4AC4B2C10}"/>
              </a:ext>
            </a:extLst>
          </p:cNvPr>
          <p:cNvSpPr/>
          <p:nvPr/>
        </p:nvSpPr>
        <p:spPr>
          <a:xfrm>
            <a:off x="10577663" y="3155342"/>
            <a:ext cx="223846" cy="3141716"/>
          </a:xfrm>
          <a:prstGeom prst="leftBrac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36F0EB5-4905-BF09-F000-B0455A2F984C}"/>
              </a:ext>
            </a:extLst>
          </p:cNvPr>
          <p:cNvCxnSpPr>
            <a:cxnSpLocks/>
          </p:cNvCxnSpPr>
          <p:nvPr/>
        </p:nvCxnSpPr>
        <p:spPr>
          <a:xfrm>
            <a:off x="12186728" y="3641376"/>
            <a:ext cx="0" cy="201168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CC1498EC-B75D-AB9B-E34F-27C8DCF3AA8B}"/>
              </a:ext>
            </a:extLst>
          </p:cNvPr>
          <p:cNvSpPr txBox="1"/>
          <p:nvPr/>
        </p:nvSpPr>
        <p:spPr>
          <a:xfrm rot="16200000">
            <a:off x="11383081" y="4467959"/>
            <a:ext cx="1071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20AB08-F6C7-DA2C-91D8-B9E1A0DB96C3}"/>
              </a:ext>
            </a:extLst>
          </p:cNvPr>
          <p:cNvSpPr txBox="1"/>
          <p:nvPr/>
        </p:nvSpPr>
        <p:spPr>
          <a:xfrm>
            <a:off x="10757982" y="3489661"/>
            <a:ext cx="15703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Ancestral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8BE0C8-A8C9-57F6-6D7A-DC0D805FC6F9}"/>
              </a:ext>
            </a:extLst>
          </p:cNvPr>
          <p:cNvSpPr txBox="1"/>
          <p:nvPr/>
        </p:nvSpPr>
        <p:spPr>
          <a:xfrm>
            <a:off x="10905593" y="5443871"/>
            <a:ext cx="1125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Current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A64D15-3279-904E-184A-FE3B778207E1}"/>
              </a:ext>
            </a:extLst>
          </p:cNvPr>
          <p:cNvSpPr txBox="1"/>
          <p:nvPr/>
        </p:nvSpPr>
        <p:spPr>
          <a:xfrm>
            <a:off x="3549224" y="1741537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2268D4-7A91-5080-826D-45C0DE1DD1C3}"/>
              </a:ext>
            </a:extLst>
          </p:cNvPr>
          <p:cNvSpPr txBox="1"/>
          <p:nvPr/>
        </p:nvSpPr>
        <p:spPr>
          <a:xfrm>
            <a:off x="7334102" y="1741537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72681F-F124-DEDC-B8D1-0989DA413C51}"/>
              </a:ext>
            </a:extLst>
          </p:cNvPr>
          <p:cNvSpPr txBox="1"/>
          <p:nvPr/>
        </p:nvSpPr>
        <p:spPr>
          <a:xfrm>
            <a:off x="10577663" y="1721744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(c)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9E3BD8-47F9-9CFE-D129-00772C3D2154}"/>
              </a:ext>
            </a:extLst>
          </p:cNvPr>
          <p:cNvSpPr txBox="1"/>
          <p:nvPr/>
        </p:nvSpPr>
        <p:spPr>
          <a:xfrm>
            <a:off x="5958174" y="4952828"/>
            <a:ext cx="12931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Bottleneck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693494A-1F6E-3828-5FF9-CDAB056D0BCE}"/>
              </a:ext>
            </a:extLst>
          </p:cNvPr>
          <p:cNvSpPr/>
          <p:nvPr/>
        </p:nvSpPr>
        <p:spPr>
          <a:xfrm>
            <a:off x="8072848" y="3330879"/>
            <a:ext cx="182880" cy="18288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Top Corners Snipped 18">
            <a:extLst>
              <a:ext uri="{FF2B5EF4-FFF2-40B4-BE49-F238E27FC236}">
                <a16:creationId xmlns:a16="http://schemas.microsoft.com/office/drawing/2014/main" id="{C1E6029E-39DA-FD90-8B4A-32E98571088F}"/>
              </a:ext>
            </a:extLst>
          </p:cNvPr>
          <p:cNvSpPr/>
          <p:nvPr/>
        </p:nvSpPr>
        <p:spPr>
          <a:xfrm>
            <a:off x="7987125" y="3548262"/>
            <a:ext cx="365760" cy="365760"/>
          </a:xfrm>
          <a:prstGeom prst="snip2Same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CE5FA1F-948A-538B-E275-31FE8E471619}"/>
              </a:ext>
            </a:extLst>
          </p:cNvPr>
          <p:cNvSpPr/>
          <p:nvPr/>
        </p:nvSpPr>
        <p:spPr>
          <a:xfrm>
            <a:off x="8313803" y="3362907"/>
            <a:ext cx="182880" cy="18288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Top Corners Snipped 22">
            <a:extLst>
              <a:ext uri="{FF2B5EF4-FFF2-40B4-BE49-F238E27FC236}">
                <a16:creationId xmlns:a16="http://schemas.microsoft.com/office/drawing/2014/main" id="{FE72382F-F6F9-66C7-4183-4E055D409F7D}"/>
              </a:ext>
            </a:extLst>
          </p:cNvPr>
          <p:cNvSpPr/>
          <p:nvPr/>
        </p:nvSpPr>
        <p:spPr>
          <a:xfrm>
            <a:off x="8228080" y="3580290"/>
            <a:ext cx="365760" cy="365760"/>
          </a:xfrm>
          <a:prstGeom prst="snip2Same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C0509F7-8873-EC72-329F-1640ED6E36B3}"/>
              </a:ext>
            </a:extLst>
          </p:cNvPr>
          <p:cNvSpPr/>
          <p:nvPr/>
        </p:nvSpPr>
        <p:spPr>
          <a:xfrm>
            <a:off x="8548725" y="3398838"/>
            <a:ext cx="182880" cy="18288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: Top Corners Snipped 38">
            <a:extLst>
              <a:ext uri="{FF2B5EF4-FFF2-40B4-BE49-F238E27FC236}">
                <a16:creationId xmlns:a16="http://schemas.microsoft.com/office/drawing/2014/main" id="{5680E036-C301-C623-414E-BC2D5E341D9A}"/>
              </a:ext>
            </a:extLst>
          </p:cNvPr>
          <p:cNvSpPr/>
          <p:nvPr/>
        </p:nvSpPr>
        <p:spPr>
          <a:xfrm>
            <a:off x="8463002" y="3616221"/>
            <a:ext cx="365760" cy="365760"/>
          </a:xfrm>
          <a:prstGeom prst="snip2Same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7688E15F-1386-C937-0163-2EC5DDC4ACE1}"/>
              </a:ext>
            </a:extLst>
          </p:cNvPr>
          <p:cNvSpPr/>
          <p:nvPr/>
        </p:nvSpPr>
        <p:spPr>
          <a:xfrm>
            <a:off x="8079670" y="4124127"/>
            <a:ext cx="182880" cy="18288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: Top Corners Snipped 40">
            <a:extLst>
              <a:ext uri="{FF2B5EF4-FFF2-40B4-BE49-F238E27FC236}">
                <a16:creationId xmlns:a16="http://schemas.microsoft.com/office/drawing/2014/main" id="{B641507C-62A6-FF4F-D8BC-CDF153439BD5}"/>
              </a:ext>
            </a:extLst>
          </p:cNvPr>
          <p:cNvSpPr/>
          <p:nvPr/>
        </p:nvSpPr>
        <p:spPr>
          <a:xfrm>
            <a:off x="7993947" y="4341510"/>
            <a:ext cx="365760" cy="365760"/>
          </a:xfrm>
          <a:prstGeom prst="snip2Same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E6853C4-E8CA-CF2A-8099-234DC2B4E289}"/>
              </a:ext>
            </a:extLst>
          </p:cNvPr>
          <p:cNvSpPr/>
          <p:nvPr/>
        </p:nvSpPr>
        <p:spPr>
          <a:xfrm>
            <a:off x="8320625" y="4156155"/>
            <a:ext cx="182880" cy="18288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: Top Corners Snipped 42">
            <a:extLst>
              <a:ext uri="{FF2B5EF4-FFF2-40B4-BE49-F238E27FC236}">
                <a16:creationId xmlns:a16="http://schemas.microsoft.com/office/drawing/2014/main" id="{305571C5-AE62-5FEB-178F-92AF31427263}"/>
              </a:ext>
            </a:extLst>
          </p:cNvPr>
          <p:cNvSpPr/>
          <p:nvPr/>
        </p:nvSpPr>
        <p:spPr>
          <a:xfrm>
            <a:off x="8234902" y="4373538"/>
            <a:ext cx="365760" cy="365760"/>
          </a:xfrm>
          <a:prstGeom prst="snip2Same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5BD21AD-9160-37C5-E402-1912AF878518}"/>
              </a:ext>
            </a:extLst>
          </p:cNvPr>
          <p:cNvSpPr/>
          <p:nvPr/>
        </p:nvSpPr>
        <p:spPr>
          <a:xfrm>
            <a:off x="8555547" y="4192086"/>
            <a:ext cx="182880" cy="18288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: Top Corners Snipped 44">
            <a:extLst>
              <a:ext uri="{FF2B5EF4-FFF2-40B4-BE49-F238E27FC236}">
                <a16:creationId xmlns:a16="http://schemas.microsoft.com/office/drawing/2014/main" id="{871380D0-3166-4CAB-8D48-B8B10A1216F4}"/>
              </a:ext>
            </a:extLst>
          </p:cNvPr>
          <p:cNvSpPr/>
          <p:nvPr/>
        </p:nvSpPr>
        <p:spPr>
          <a:xfrm>
            <a:off x="8469824" y="4409469"/>
            <a:ext cx="365760" cy="365760"/>
          </a:xfrm>
          <a:prstGeom prst="snip2Same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669993EF-587D-E4B8-4DCB-745E77C10007}"/>
              </a:ext>
            </a:extLst>
          </p:cNvPr>
          <p:cNvSpPr/>
          <p:nvPr/>
        </p:nvSpPr>
        <p:spPr>
          <a:xfrm>
            <a:off x="8112475" y="5531389"/>
            <a:ext cx="182880" cy="18288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: Top Corners Snipped 46">
            <a:extLst>
              <a:ext uri="{FF2B5EF4-FFF2-40B4-BE49-F238E27FC236}">
                <a16:creationId xmlns:a16="http://schemas.microsoft.com/office/drawing/2014/main" id="{4315D537-113D-8E6A-1582-C204AA39D1FF}"/>
              </a:ext>
            </a:extLst>
          </p:cNvPr>
          <p:cNvSpPr/>
          <p:nvPr/>
        </p:nvSpPr>
        <p:spPr>
          <a:xfrm>
            <a:off x="8026752" y="5748772"/>
            <a:ext cx="365760" cy="365760"/>
          </a:xfrm>
          <a:prstGeom prst="snip2Same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963E9682-998A-6596-A3B2-CF7BDC9DF45C}"/>
              </a:ext>
            </a:extLst>
          </p:cNvPr>
          <p:cNvSpPr/>
          <p:nvPr/>
        </p:nvSpPr>
        <p:spPr>
          <a:xfrm>
            <a:off x="8353430" y="5563417"/>
            <a:ext cx="182880" cy="18288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: Top Corners Snipped 48">
            <a:extLst>
              <a:ext uri="{FF2B5EF4-FFF2-40B4-BE49-F238E27FC236}">
                <a16:creationId xmlns:a16="http://schemas.microsoft.com/office/drawing/2014/main" id="{BB2FCBC0-DF2A-1EB3-1EB7-9D014B509F6B}"/>
              </a:ext>
            </a:extLst>
          </p:cNvPr>
          <p:cNvSpPr/>
          <p:nvPr/>
        </p:nvSpPr>
        <p:spPr>
          <a:xfrm>
            <a:off x="8267707" y="5780800"/>
            <a:ext cx="365760" cy="365760"/>
          </a:xfrm>
          <a:prstGeom prst="snip2Same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80B9967-3D2A-6290-9C24-45B1B3248F5A}"/>
              </a:ext>
            </a:extLst>
          </p:cNvPr>
          <p:cNvSpPr/>
          <p:nvPr/>
        </p:nvSpPr>
        <p:spPr>
          <a:xfrm>
            <a:off x="8588352" y="5599348"/>
            <a:ext cx="182880" cy="18288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: Top Corners Snipped 50">
            <a:extLst>
              <a:ext uri="{FF2B5EF4-FFF2-40B4-BE49-F238E27FC236}">
                <a16:creationId xmlns:a16="http://schemas.microsoft.com/office/drawing/2014/main" id="{9BBB25C2-AD51-EF46-0526-6F8284826624}"/>
              </a:ext>
            </a:extLst>
          </p:cNvPr>
          <p:cNvSpPr/>
          <p:nvPr/>
        </p:nvSpPr>
        <p:spPr>
          <a:xfrm>
            <a:off x="8502629" y="5816731"/>
            <a:ext cx="365760" cy="365760"/>
          </a:xfrm>
          <a:prstGeom prst="snip2Same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061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5A7DC2-EC6A-664E-08EB-A4697CF414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5279" y="2832100"/>
            <a:ext cx="8278316" cy="70956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D625A1-63C5-F220-8C4F-1BA0CA7ED464}"/>
              </a:ext>
            </a:extLst>
          </p:cNvPr>
          <p:cNvSpPr txBox="1"/>
          <p:nvPr/>
        </p:nvSpPr>
        <p:spPr>
          <a:xfrm>
            <a:off x="3466674" y="2398335"/>
            <a:ext cx="1090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EB3CC8-DA01-9759-CCD5-B16E85F984DD}"/>
              </a:ext>
            </a:extLst>
          </p:cNvPr>
          <p:cNvSpPr txBox="1"/>
          <p:nvPr/>
        </p:nvSpPr>
        <p:spPr>
          <a:xfrm>
            <a:off x="3466674" y="6321851"/>
            <a:ext cx="1090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FE4216-2D14-64CF-9F23-AA06B883F1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468" y="12287252"/>
            <a:ext cx="7621064" cy="762106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FFD421C-D1E8-8F90-7ED3-85F22A785B99}"/>
              </a:ext>
            </a:extLst>
          </p:cNvPr>
          <p:cNvSpPr txBox="1"/>
          <p:nvPr/>
        </p:nvSpPr>
        <p:spPr>
          <a:xfrm>
            <a:off x="6247586" y="11777899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495A65-3C63-A456-11A8-F67AABA29678}"/>
              </a:ext>
            </a:extLst>
          </p:cNvPr>
          <p:cNvSpPr txBox="1"/>
          <p:nvPr/>
        </p:nvSpPr>
        <p:spPr>
          <a:xfrm>
            <a:off x="6247586" y="15701415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756291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27A25-41EF-331A-CB9A-9D186678C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6A2C6A-29CE-EF0D-9597-1C489B2903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2117" y="2345720"/>
            <a:ext cx="6668431" cy="57157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5E305CE-1B59-24B2-E3D4-B3920E782962}"/>
              </a:ext>
            </a:extLst>
          </p:cNvPr>
          <p:cNvSpPr txBox="1"/>
          <p:nvPr/>
        </p:nvSpPr>
        <p:spPr>
          <a:xfrm>
            <a:off x="3385032" y="2142521"/>
            <a:ext cx="1090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C62F0C-13AC-2C9E-036E-A7135C79F6B5}"/>
              </a:ext>
            </a:extLst>
          </p:cNvPr>
          <p:cNvSpPr txBox="1"/>
          <p:nvPr/>
        </p:nvSpPr>
        <p:spPr>
          <a:xfrm>
            <a:off x="3385032" y="4933263"/>
            <a:ext cx="1090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3951429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CA82-E32C-D33B-9B78-6FA2239FB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19EFA3-03B0-ADC8-A4B8-A0A86D32A9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5684" y="2666600"/>
            <a:ext cx="9223841" cy="79061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55027D-E95F-00CC-2B21-D93C1D6EE3A0}"/>
              </a:ext>
            </a:extLst>
          </p:cNvPr>
          <p:cNvSpPr txBox="1"/>
          <p:nvPr/>
        </p:nvSpPr>
        <p:spPr>
          <a:xfrm>
            <a:off x="3225374" y="2157035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F38334-3357-2D86-69A6-806F4B0E43CA}"/>
              </a:ext>
            </a:extLst>
          </p:cNvPr>
          <p:cNvSpPr txBox="1"/>
          <p:nvPr/>
        </p:nvSpPr>
        <p:spPr>
          <a:xfrm>
            <a:off x="3225374" y="6080551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5033C6-3EA2-85B4-E287-77FC0C822A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468" y="12287252"/>
            <a:ext cx="7621064" cy="762106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416D01E-21C8-4D28-E248-06FBABAF1028}"/>
              </a:ext>
            </a:extLst>
          </p:cNvPr>
          <p:cNvSpPr txBox="1"/>
          <p:nvPr/>
        </p:nvSpPr>
        <p:spPr>
          <a:xfrm>
            <a:off x="6247586" y="11777899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FB1EBF-972C-AE5C-EA37-D23CEB7F2D54}"/>
              </a:ext>
            </a:extLst>
          </p:cNvPr>
          <p:cNvSpPr txBox="1"/>
          <p:nvPr/>
        </p:nvSpPr>
        <p:spPr>
          <a:xfrm>
            <a:off x="6247586" y="15701415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8739911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20">
            <a:extLst>
              <a:ext uri="{FF2B5EF4-FFF2-40B4-BE49-F238E27FC236}">
                <a16:creationId xmlns:a16="http://schemas.microsoft.com/office/drawing/2014/main" id="{8A0FAE3F-C4F4-F3C9-B535-34E1FB9A9C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43600" y="13079250"/>
            <a:ext cx="10972800" cy="731520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DF550CA2-A406-342A-BFDD-9B5A868241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55717" y="2465550"/>
            <a:ext cx="10972800" cy="7315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CFED7E-AE25-0684-919A-91F9CA94736B}"/>
              </a:ext>
            </a:extLst>
          </p:cNvPr>
          <p:cNvSpPr txBox="1"/>
          <p:nvPr/>
        </p:nvSpPr>
        <p:spPr>
          <a:xfrm>
            <a:off x="5882134" y="12756086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49BF9A-8664-D775-C73A-A297EAF95E5C}"/>
              </a:ext>
            </a:extLst>
          </p:cNvPr>
          <p:cNvSpPr txBox="1"/>
          <p:nvPr/>
        </p:nvSpPr>
        <p:spPr>
          <a:xfrm>
            <a:off x="5882134" y="15156386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DA08F7-8D43-187D-C0F4-74BB164B302E}"/>
              </a:ext>
            </a:extLst>
          </p:cNvPr>
          <p:cNvSpPr txBox="1"/>
          <p:nvPr/>
        </p:nvSpPr>
        <p:spPr>
          <a:xfrm>
            <a:off x="5882134" y="17814393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(c)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636D3B-3F7E-43BF-5255-F890864D76C8}"/>
              </a:ext>
            </a:extLst>
          </p:cNvPr>
          <p:cNvSpPr txBox="1"/>
          <p:nvPr/>
        </p:nvSpPr>
        <p:spPr>
          <a:xfrm>
            <a:off x="10797034" y="12756085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(d)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7BFA4B-4F6D-011A-B88B-DD5AE48380C7}"/>
              </a:ext>
            </a:extLst>
          </p:cNvPr>
          <p:cNvSpPr txBox="1"/>
          <p:nvPr/>
        </p:nvSpPr>
        <p:spPr>
          <a:xfrm>
            <a:off x="10797034" y="15156386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(e)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E0BEFD-6D21-AC98-8ABE-124EABA2663D}"/>
              </a:ext>
            </a:extLst>
          </p:cNvPr>
          <p:cNvSpPr txBox="1"/>
          <p:nvPr/>
        </p:nvSpPr>
        <p:spPr>
          <a:xfrm>
            <a:off x="5756151" y="2140834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3CE13A-4BC0-6F8A-E8D7-F89223C4B80C}"/>
              </a:ext>
            </a:extLst>
          </p:cNvPr>
          <p:cNvSpPr txBox="1"/>
          <p:nvPr/>
        </p:nvSpPr>
        <p:spPr>
          <a:xfrm>
            <a:off x="5756151" y="4541134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5C2273-0936-0A08-0DD7-0D874F81A86A}"/>
              </a:ext>
            </a:extLst>
          </p:cNvPr>
          <p:cNvSpPr txBox="1"/>
          <p:nvPr/>
        </p:nvSpPr>
        <p:spPr>
          <a:xfrm>
            <a:off x="5756151" y="7199141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(c)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EE357E-0E04-7CA9-79B2-516492109805}"/>
              </a:ext>
            </a:extLst>
          </p:cNvPr>
          <p:cNvSpPr txBox="1"/>
          <p:nvPr/>
        </p:nvSpPr>
        <p:spPr>
          <a:xfrm>
            <a:off x="10671051" y="2140833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605F93-FD62-B530-BD1E-48BDE9FF44B1}"/>
              </a:ext>
            </a:extLst>
          </p:cNvPr>
          <p:cNvSpPr txBox="1"/>
          <p:nvPr/>
        </p:nvSpPr>
        <p:spPr>
          <a:xfrm>
            <a:off x="10671051" y="4541134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(e)</a:t>
            </a:r>
          </a:p>
        </p:txBody>
      </p:sp>
    </p:spTree>
    <p:extLst>
      <p:ext uri="{BB962C8B-B14F-4D97-AF65-F5344CB8AC3E}">
        <p14:creationId xmlns:p14="http://schemas.microsoft.com/office/powerpoint/2010/main" val="34475339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79034-FD2C-EA85-D99F-1ACA0C465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8E6D9933-6ACA-E39D-069D-D9384B62930F}"/>
              </a:ext>
            </a:extLst>
          </p:cNvPr>
          <p:cNvSpPr txBox="1"/>
          <p:nvPr/>
        </p:nvSpPr>
        <p:spPr>
          <a:xfrm>
            <a:off x="185305" y="2061347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EFA0CB-5B59-78A1-E21F-3C4BBC60629C}"/>
              </a:ext>
            </a:extLst>
          </p:cNvPr>
          <p:cNvSpPr txBox="1"/>
          <p:nvPr/>
        </p:nvSpPr>
        <p:spPr>
          <a:xfrm>
            <a:off x="164755" y="6020622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73E64F-6E77-00CD-6CF2-D15E853CA723}"/>
              </a:ext>
            </a:extLst>
          </p:cNvPr>
          <p:cNvSpPr txBox="1"/>
          <p:nvPr/>
        </p:nvSpPr>
        <p:spPr>
          <a:xfrm>
            <a:off x="5704719" y="7413385"/>
            <a:ext cx="196079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rgbClr val="716BB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Ancestral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6FEDB1-C7FA-D7F4-E59E-663953FD7115}"/>
              </a:ext>
            </a:extLst>
          </p:cNvPr>
          <p:cNvSpPr txBox="1"/>
          <p:nvPr/>
        </p:nvSpPr>
        <p:spPr>
          <a:xfrm>
            <a:off x="5711069" y="8679711"/>
            <a:ext cx="220765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rgbClr val="D756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Bottleneck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E30083-F436-846E-DA62-08A5B16657E2}"/>
              </a:ext>
            </a:extLst>
          </p:cNvPr>
          <p:cNvSpPr txBox="1"/>
          <p:nvPr/>
        </p:nvSpPr>
        <p:spPr>
          <a:xfrm>
            <a:off x="5711069" y="9862641"/>
            <a:ext cx="160813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rgbClr val="1F9F79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Current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9C4A69C-2F5A-C74D-E288-127EB93B7013}"/>
              </a:ext>
            </a:extLst>
          </p:cNvPr>
          <p:cNvSpPr/>
          <p:nvPr/>
        </p:nvSpPr>
        <p:spPr>
          <a:xfrm>
            <a:off x="18966910" y="7206875"/>
            <a:ext cx="581883" cy="259645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1FBC5B-CB60-D10F-0B0C-044C75AB1B17}"/>
              </a:ext>
            </a:extLst>
          </p:cNvPr>
          <p:cNvSpPr/>
          <p:nvPr/>
        </p:nvSpPr>
        <p:spPr>
          <a:xfrm>
            <a:off x="18538912" y="9803325"/>
            <a:ext cx="1459154" cy="62382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BC5CFE60-7CDC-A5CC-4580-7260E2DEFE2C}"/>
              </a:ext>
            </a:extLst>
          </p:cNvPr>
          <p:cNvSpPr/>
          <p:nvPr/>
        </p:nvSpPr>
        <p:spPr>
          <a:xfrm>
            <a:off x="17467784" y="7079105"/>
            <a:ext cx="479983" cy="3575844"/>
          </a:xfrm>
          <a:prstGeom prst="rightBrac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61B189-D038-2246-C4D3-4699108FD165}"/>
              </a:ext>
            </a:extLst>
          </p:cNvPr>
          <p:cNvSpPr txBox="1"/>
          <p:nvPr/>
        </p:nvSpPr>
        <p:spPr>
          <a:xfrm>
            <a:off x="5742819" y="2809429"/>
            <a:ext cx="196079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rgbClr val="716BB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Ancestral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E3229D3-5E02-4035-E9F2-A07AF7596170}"/>
              </a:ext>
            </a:extLst>
          </p:cNvPr>
          <p:cNvSpPr txBox="1"/>
          <p:nvPr/>
        </p:nvSpPr>
        <p:spPr>
          <a:xfrm>
            <a:off x="5749169" y="4075755"/>
            <a:ext cx="220765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rgbClr val="D756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Bottleneck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CAD82C-1410-AB64-39D3-34D9D6FB8684}"/>
              </a:ext>
            </a:extLst>
          </p:cNvPr>
          <p:cNvSpPr txBox="1"/>
          <p:nvPr/>
        </p:nvSpPr>
        <p:spPr>
          <a:xfrm>
            <a:off x="5749169" y="5239635"/>
            <a:ext cx="160813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rgbClr val="1F9F79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Current</a:t>
            </a:r>
          </a:p>
        </p:txBody>
      </p:sp>
      <p:sp>
        <p:nvSpPr>
          <p:cNvPr id="55" name="Right Brace 54">
            <a:extLst>
              <a:ext uri="{FF2B5EF4-FFF2-40B4-BE49-F238E27FC236}">
                <a16:creationId xmlns:a16="http://schemas.microsoft.com/office/drawing/2014/main" id="{2B858FCE-A8F0-CF7F-ED57-A96D0C27F71E}"/>
              </a:ext>
            </a:extLst>
          </p:cNvPr>
          <p:cNvSpPr/>
          <p:nvPr/>
        </p:nvSpPr>
        <p:spPr>
          <a:xfrm>
            <a:off x="17505884" y="2475149"/>
            <a:ext cx="479983" cy="3575844"/>
          </a:xfrm>
          <a:prstGeom prst="rightBrac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E8DA381-AB04-D3D3-2737-05E252105667}"/>
              </a:ext>
            </a:extLst>
          </p:cNvPr>
          <p:cNvSpPr/>
          <p:nvPr/>
        </p:nvSpPr>
        <p:spPr>
          <a:xfrm>
            <a:off x="4455865" y="2590933"/>
            <a:ext cx="1051254" cy="1222849"/>
          </a:xfrm>
          <a:prstGeom prst="rect">
            <a:avLst/>
          </a:prstGeom>
          <a:solidFill>
            <a:srgbClr val="716BB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A52712B-45A6-FF99-137F-63692735A9AB}"/>
              </a:ext>
            </a:extLst>
          </p:cNvPr>
          <p:cNvSpPr/>
          <p:nvPr/>
        </p:nvSpPr>
        <p:spPr>
          <a:xfrm>
            <a:off x="4251915" y="5187738"/>
            <a:ext cx="1459154" cy="646331"/>
          </a:xfrm>
          <a:prstGeom prst="rect">
            <a:avLst/>
          </a:prstGeom>
          <a:solidFill>
            <a:srgbClr val="1F9F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F46A9F2-E49A-5698-4473-3CE1CCCECFC4}"/>
              </a:ext>
            </a:extLst>
          </p:cNvPr>
          <p:cNvSpPr/>
          <p:nvPr/>
        </p:nvSpPr>
        <p:spPr>
          <a:xfrm>
            <a:off x="4693501" y="3813783"/>
            <a:ext cx="575982" cy="1373955"/>
          </a:xfrm>
          <a:prstGeom prst="rect">
            <a:avLst/>
          </a:prstGeom>
          <a:solidFill>
            <a:srgbClr val="D756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93AD8A0-108F-1D89-361F-454C0CD405B5}"/>
              </a:ext>
            </a:extLst>
          </p:cNvPr>
          <p:cNvSpPr/>
          <p:nvPr/>
        </p:nvSpPr>
        <p:spPr>
          <a:xfrm>
            <a:off x="1314601" y="5187738"/>
            <a:ext cx="2797151" cy="646331"/>
          </a:xfrm>
          <a:prstGeom prst="rect">
            <a:avLst/>
          </a:prstGeom>
          <a:noFill/>
          <a:ln w="57150">
            <a:solidFill>
              <a:srgbClr val="1F9F79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5751036-A26A-E8C8-EE49-D6B8DAD9EAE4}"/>
              </a:ext>
            </a:extLst>
          </p:cNvPr>
          <p:cNvSpPr/>
          <p:nvPr/>
        </p:nvSpPr>
        <p:spPr>
          <a:xfrm>
            <a:off x="1314601" y="3813783"/>
            <a:ext cx="2797151" cy="1373955"/>
          </a:xfrm>
          <a:prstGeom prst="rect">
            <a:avLst/>
          </a:prstGeom>
          <a:noFill/>
          <a:ln w="57150">
            <a:solidFill>
              <a:srgbClr val="D756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ABCBADA-2C1F-4F1D-3094-5DB30251B97A}"/>
              </a:ext>
            </a:extLst>
          </p:cNvPr>
          <p:cNvSpPr/>
          <p:nvPr/>
        </p:nvSpPr>
        <p:spPr>
          <a:xfrm>
            <a:off x="1314600" y="2598553"/>
            <a:ext cx="2797151" cy="1222849"/>
          </a:xfrm>
          <a:prstGeom prst="rect">
            <a:avLst/>
          </a:prstGeom>
          <a:noFill/>
          <a:ln w="57150">
            <a:solidFill>
              <a:srgbClr val="716B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838240F-AF01-0D98-F725-3FF931D2CDDB}"/>
              </a:ext>
            </a:extLst>
          </p:cNvPr>
          <p:cNvSpPr/>
          <p:nvPr/>
        </p:nvSpPr>
        <p:spPr>
          <a:xfrm>
            <a:off x="18511075" y="2614063"/>
            <a:ext cx="1466961" cy="12073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4D3E363-5EE1-5C72-6DF2-5CC225CC20F0}"/>
              </a:ext>
            </a:extLst>
          </p:cNvPr>
          <p:cNvSpPr/>
          <p:nvPr/>
        </p:nvSpPr>
        <p:spPr>
          <a:xfrm>
            <a:off x="18841732" y="3821402"/>
            <a:ext cx="823931" cy="20126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9756112-0A0C-D342-6D48-907BE65B3731}"/>
              </a:ext>
            </a:extLst>
          </p:cNvPr>
          <p:cNvSpPr/>
          <p:nvPr/>
        </p:nvSpPr>
        <p:spPr>
          <a:xfrm>
            <a:off x="4449515" y="7206519"/>
            <a:ext cx="1051254" cy="1222849"/>
          </a:xfrm>
          <a:prstGeom prst="rect">
            <a:avLst/>
          </a:prstGeom>
          <a:solidFill>
            <a:srgbClr val="716BB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521B8B53-F0CA-545A-F1C5-C1794DB4311A}"/>
              </a:ext>
            </a:extLst>
          </p:cNvPr>
          <p:cNvSpPr/>
          <p:nvPr/>
        </p:nvSpPr>
        <p:spPr>
          <a:xfrm>
            <a:off x="4245565" y="9803324"/>
            <a:ext cx="1459154" cy="646331"/>
          </a:xfrm>
          <a:prstGeom prst="rect">
            <a:avLst/>
          </a:prstGeom>
          <a:solidFill>
            <a:srgbClr val="1F9F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9B8791C-37F7-36D8-9553-CC0BDD123CFA}"/>
              </a:ext>
            </a:extLst>
          </p:cNvPr>
          <p:cNvSpPr/>
          <p:nvPr/>
        </p:nvSpPr>
        <p:spPr>
          <a:xfrm>
            <a:off x="4687151" y="8429369"/>
            <a:ext cx="575982" cy="1373955"/>
          </a:xfrm>
          <a:prstGeom prst="rect">
            <a:avLst/>
          </a:prstGeom>
          <a:solidFill>
            <a:srgbClr val="D756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EA152CB6-9056-75BB-3306-5F726704FDF4}"/>
              </a:ext>
            </a:extLst>
          </p:cNvPr>
          <p:cNvSpPr/>
          <p:nvPr/>
        </p:nvSpPr>
        <p:spPr>
          <a:xfrm>
            <a:off x="1308251" y="9803324"/>
            <a:ext cx="2797151" cy="646331"/>
          </a:xfrm>
          <a:prstGeom prst="rect">
            <a:avLst/>
          </a:prstGeom>
          <a:noFill/>
          <a:ln w="57150">
            <a:solidFill>
              <a:srgbClr val="1F9F79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D6DE076F-EC41-C275-4B07-0F268067F411}"/>
              </a:ext>
            </a:extLst>
          </p:cNvPr>
          <p:cNvSpPr/>
          <p:nvPr/>
        </p:nvSpPr>
        <p:spPr>
          <a:xfrm>
            <a:off x="1308251" y="8429369"/>
            <a:ext cx="2797151" cy="1373955"/>
          </a:xfrm>
          <a:prstGeom prst="rect">
            <a:avLst/>
          </a:prstGeom>
          <a:noFill/>
          <a:ln w="57150">
            <a:solidFill>
              <a:srgbClr val="D756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2997DC6-3392-DE66-A1E5-B9009BA60C11}"/>
              </a:ext>
            </a:extLst>
          </p:cNvPr>
          <p:cNvSpPr/>
          <p:nvPr/>
        </p:nvSpPr>
        <p:spPr>
          <a:xfrm>
            <a:off x="1308250" y="7214139"/>
            <a:ext cx="2797151" cy="1222849"/>
          </a:xfrm>
          <a:prstGeom prst="rect">
            <a:avLst/>
          </a:prstGeom>
          <a:noFill/>
          <a:ln w="57150">
            <a:solidFill>
              <a:srgbClr val="716B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CF11AB-C4F8-3CF3-A928-1C191951A134}"/>
              </a:ext>
            </a:extLst>
          </p:cNvPr>
          <p:cNvSpPr txBox="1"/>
          <p:nvPr/>
        </p:nvSpPr>
        <p:spPr>
          <a:xfrm>
            <a:off x="4251915" y="1605495"/>
            <a:ext cx="4063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latin typeface="Yu Gothic" panose="020B0400000000000000" pitchFamily="34" charset="-128"/>
                <a:ea typeface="Yu Gothic" panose="020B0400000000000000" pitchFamily="34" charset="-128"/>
                <a:cs typeface="Arial" panose="020B0604020202020204" pitchFamily="34" charset="0"/>
              </a:rPr>
              <a:t>Complex three-epoch </a:t>
            </a:r>
          </a:p>
          <a:p>
            <a:pPr algn="ctr"/>
            <a:r>
              <a:rPr lang="en-US" sz="2400" b="1" dirty="0">
                <a:latin typeface="Yu Gothic" panose="020B0400000000000000" pitchFamily="34" charset="-128"/>
                <a:ea typeface="Yu Gothic" panose="020B0400000000000000" pitchFamily="34" charset="-128"/>
                <a:cs typeface="Arial" panose="020B0604020202020204" pitchFamily="34" charset="0"/>
              </a:rPr>
              <a:t>demographic scenario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17C4FC-0B6E-E13F-C393-0013EC5A3A74}"/>
              </a:ext>
            </a:extLst>
          </p:cNvPr>
          <p:cNvSpPr txBox="1"/>
          <p:nvPr/>
        </p:nvSpPr>
        <p:spPr>
          <a:xfrm>
            <a:off x="17467784" y="1605494"/>
            <a:ext cx="4063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latin typeface="Yu Gothic" panose="020B0400000000000000" pitchFamily="34" charset="-128"/>
                <a:ea typeface="Yu Gothic" panose="020B0400000000000000" pitchFamily="34" charset="-128"/>
                <a:cs typeface="Arial" panose="020B0604020202020204" pitchFamily="34" charset="0"/>
              </a:rPr>
              <a:t>Simple two-epoch</a:t>
            </a:r>
          </a:p>
          <a:p>
            <a:pPr algn="ctr"/>
            <a:r>
              <a:rPr lang="en-US" sz="2400" b="1" dirty="0">
                <a:latin typeface="Yu Gothic" panose="020B0400000000000000" pitchFamily="34" charset="-128"/>
                <a:ea typeface="Yu Gothic" panose="020B0400000000000000" pitchFamily="34" charset="-128"/>
                <a:cs typeface="Arial" panose="020B0604020202020204" pitchFamily="34" charset="0"/>
              </a:rPr>
              <a:t>inference</a:t>
            </a:r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01A60BC2-2D6B-20B8-1FD4-CC8CA88163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9031" y="6967029"/>
            <a:ext cx="1983990" cy="3482625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5C29D671-5071-657F-992E-138B9DD186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3347" y="2374056"/>
            <a:ext cx="1939655" cy="351191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97EFDAB-6DB5-D669-E95C-64C5ACF1B4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9720" y="2242735"/>
            <a:ext cx="8966039" cy="8966039"/>
          </a:xfrm>
          <a:prstGeom prst="rect">
            <a:avLst/>
          </a:prstGeom>
        </p:spPr>
      </p:pic>
      <p:sp>
        <p:nvSpPr>
          <p:cNvPr id="4" name="Right Brace 3">
            <a:extLst>
              <a:ext uri="{FF2B5EF4-FFF2-40B4-BE49-F238E27FC236}">
                <a16:creationId xmlns:a16="http://schemas.microsoft.com/office/drawing/2014/main" id="{45BE83D9-0901-790F-C335-67392430DBF5}"/>
              </a:ext>
            </a:extLst>
          </p:cNvPr>
          <p:cNvSpPr/>
          <p:nvPr/>
        </p:nvSpPr>
        <p:spPr>
          <a:xfrm>
            <a:off x="8360451" y="7079105"/>
            <a:ext cx="479983" cy="3575844"/>
          </a:xfrm>
          <a:prstGeom prst="rightBrac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7CE18130-3E01-6536-9924-05E96FBCAD96}"/>
              </a:ext>
            </a:extLst>
          </p:cNvPr>
          <p:cNvSpPr/>
          <p:nvPr/>
        </p:nvSpPr>
        <p:spPr>
          <a:xfrm>
            <a:off x="8398551" y="2475149"/>
            <a:ext cx="479983" cy="3575844"/>
          </a:xfrm>
          <a:prstGeom prst="rightBrac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5385C6-425D-3B2A-EAE2-2DF85A727844}"/>
              </a:ext>
            </a:extLst>
          </p:cNvPr>
          <p:cNvSpPr txBox="1"/>
          <p:nvPr/>
        </p:nvSpPr>
        <p:spPr>
          <a:xfrm>
            <a:off x="675000" y="1819569"/>
            <a:ext cx="4063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latin typeface="Yu Gothic" panose="020B0400000000000000" pitchFamily="34" charset="-128"/>
                <a:ea typeface="Yu Gothic" panose="020B0400000000000000" pitchFamily="34" charset="-128"/>
                <a:cs typeface="Arial" panose="020B0604020202020204" pitchFamily="34" charset="0"/>
              </a:rPr>
              <a:t>Smaller sample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2FB91F-3125-88C6-67FF-FA234FD9A05C}"/>
              </a:ext>
            </a:extLst>
          </p:cNvPr>
          <p:cNvSpPr txBox="1"/>
          <p:nvPr/>
        </p:nvSpPr>
        <p:spPr>
          <a:xfrm>
            <a:off x="681350" y="6366010"/>
            <a:ext cx="4063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latin typeface="Yu Gothic" panose="020B0400000000000000" pitchFamily="34" charset="-128"/>
                <a:ea typeface="Yu Gothic" panose="020B0400000000000000" pitchFamily="34" charset="-128"/>
                <a:cs typeface="Arial" panose="020B0604020202020204" pitchFamily="34" charset="0"/>
              </a:rPr>
              <a:t>Larger sample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2B3C38-B5A3-CACD-639F-C1E95A53A5C4}"/>
              </a:ext>
            </a:extLst>
          </p:cNvPr>
          <p:cNvSpPr txBox="1"/>
          <p:nvPr/>
        </p:nvSpPr>
        <p:spPr>
          <a:xfrm>
            <a:off x="8963492" y="1645848"/>
            <a:ext cx="76767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latin typeface="Yu Gothic" panose="020B0400000000000000" pitchFamily="34" charset="-128"/>
                <a:ea typeface="Yu Gothic" panose="020B0400000000000000" pitchFamily="34" charset="-128"/>
                <a:cs typeface="Arial" panose="020B0604020202020204" pitchFamily="34" charset="0"/>
              </a:rPr>
              <a:t>Sample-size dependent distribution </a:t>
            </a:r>
          </a:p>
          <a:p>
            <a:pPr algn="ctr"/>
            <a:r>
              <a:rPr lang="en-US" sz="2400" b="1" dirty="0">
                <a:latin typeface="Yu Gothic" panose="020B0400000000000000" pitchFamily="34" charset="-128"/>
                <a:ea typeface="Yu Gothic" panose="020B0400000000000000" pitchFamily="34" charset="-128"/>
                <a:cs typeface="Arial" panose="020B0604020202020204" pitchFamily="34" charset="0"/>
              </a:rPr>
              <a:t>of coalescent branch lengths</a:t>
            </a:r>
          </a:p>
        </p:txBody>
      </p:sp>
    </p:spTree>
    <p:extLst>
      <p:ext uri="{BB962C8B-B14F-4D97-AF65-F5344CB8AC3E}">
        <p14:creationId xmlns:p14="http://schemas.microsoft.com/office/powerpoint/2010/main" val="25391979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020E19B-B2ED-0C45-6282-30F29B0603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7306" y="1440930"/>
            <a:ext cx="15242127" cy="152421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AC25682-A468-3625-F9BB-33F9F61D918D}"/>
              </a:ext>
            </a:extLst>
          </p:cNvPr>
          <p:cNvSpPr txBox="1"/>
          <p:nvPr/>
        </p:nvSpPr>
        <p:spPr>
          <a:xfrm>
            <a:off x="3102056" y="1156929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817412-12F7-1447-9593-A0CAF4908849}"/>
              </a:ext>
            </a:extLst>
          </p:cNvPr>
          <p:cNvSpPr txBox="1"/>
          <p:nvPr/>
        </p:nvSpPr>
        <p:spPr>
          <a:xfrm>
            <a:off x="9653934" y="1156929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0D3E83-66BE-E4E0-EF18-4D6B4394B56D}"/>
              </a:ext>
            </a:extLst>
          </p:cNvPr>
          <p:cNvSpPr txBox="1"/>
          <p:nvPr/>
        </p:nvSpPr>
        <p:spPr>
          <a:xfrm>
            <a:off x="3102056" y="4947879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E14739-3450-D753-B1BB-A529E89411D5}"/>
              </a:ext>
            </a:extLst>
          </p:cNvPr>
          <p:cNvSpPr txBox="1"/>
          <p:nvPr/>
        </p:nvSpPr>
        <p:spPr>
          <a:xfrm>
            <a:off x="9653934" y="4947879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(f)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580E5F-CFD2-E539-280F-77030BB39933}"/>
              </a:ext>
            </a:extLst>
          </p:cNvPr>
          <p:cNvSpPr txBox="1"/>
          <p:nvPr/>
        </p:nvSpPr>
        <p:spPr>
          <a:xfrm>
            <a:off x="3102056" y="8738829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(c)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93E463-A8EF-4705-ABD8-B0DF507FBBE0}"/>
              </a:ext>
            </a:extLst>
          </p:cNvPr>
          <p:cNvSpPr txBox="1"/>
          <p:nvPr/>
        </p:nvSpPr>
        <p:spPr>
          <a:xfrm>
            <a:off x="9653934" y="8738829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(g)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16B80D-7BB0-9F42-A6BF-D2B56ABA1085}"/>
              </a:ext>
            </a:extLst>
          </p:cNvPr>
          <p:cNvSpPr txBox="1"/>
          <p:nvPr/>
        </p:nvSpPr>
        <p:spPr>
          <a:xfrm>
            <a:off x="3102056" y="12406675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76960-00D8-93A1-C8B3-0CD3383A89BA}"/>
              </a:ext>
            </a:extLst>
          </p:cNvPr>
          <p:cNvSpPr txBox="1"/>
          <p:nvPr/>
        </p:nvSpPr>
        <p:spPr>
          <a:xfrm>
            <a:off x="9653934" y="12406675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(h)</a:t>
            </a:r>
          </a:p>
        </p:txBody>
      </p:sp>
    </p:spTree>
    <p:extLst>
      <p:ext uri="{BB962C8B-B14F-4D97-AF65-F5344CB8AC3E}">
        <p14:creationId xmlns:p14="http://schemas.microsoft.com/office/powerpoint/2010/main" val="28948520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236AFD76-191F-03BB-39DB-7D56743A2B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43600" y="2463998"/>
            <a:ext cx="10972800" cy="7315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38C211B-7F27-04D0-AEF3-A99829D8F0B0}"/>
              </a:ext>
            </a:extLst>
          </p:cNvPr>
          <p:cNvSpPr txBox="1"/>
          <p:nvPr/>
        </p:nvSpPr>
        <p:spPr>
          <a:xfrm>
            <a:off x="5756151" y="2140834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44E134-DB25-1435-1F80-AE9EC97A1CAD}"/>
              </a:ext>
            </a:extLst>
          </p:cNvPr>
          <p:cNvSpPr txBox="1"/>
          <p:nvPr/>
        </p:nvSpPr>
        <p:spPr>
          <a:xfrm>
            <a:off x="5756151" y="4541134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00421F-DBCB-1115-3C97-63A846250854}"/>
              </a:ext>
            </a:extLst>
          </p:cNvPr>
          <p:cNvSpPr txBox="1"/>
          <p:nvPr/>
        </p:nvSpPr>
        <p:spPr>
          <a:xfrm>
            <a:off x="5756151" y="7199141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(c)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C75018-13AE-91AF-ADF2-52005CAF8B08}"/>
              </a:ext>
            </a:extLst>
          </p:cNvPr>
          <p:cNvSpPr txBox="1"/>
          <p:nvPr/>
        </p:nvSpPr>
        <p:spPr>
          <a:xfrm>
            <a:off x="10671051" y="2140833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(d)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F296B7-A555-E66D-5A23-03DE708F05A4}"/>
              </a:ext>
            </a:extLst>
          </p:cNvPr>
          <p:cNvSpPr txBox="1"/>
          <p:nvPr/>
        </p:nvSpPr>
        <p:spPr>
          <a:xfrm>
            <a:off x="10671051" y="4541134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(e)</a:t>
            </a:r>
          </a:p>
        </p:txBody>
      </p:sp>
    </p:spTree>
    <p:extLst>
      <p:ext uri="{BB962C8B-B14F-4D97-AF65-F5344CB8AC3E}">
        <p14:creationId xmlns:p14="http://schemas.microsoft.com/office/powerpoint/2010/main" val="2504765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D691359-37D7-F22A-13EA-E21EA4B300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3752" y="4964758"/>
            <a:ext cx="7621064" cy="76210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BE9840-55BF-98DB-FAAD-64983898E0D7}"/>
              </a:ext>
            </a:extLst>
          </p:cNvPr>
          <p:cNvSpPr txBox="1"/>
          <p:nvPr/>
        </p:nvSpPr>
        <p:spPr>
          <a:xfrm>
            <a:off x="4879851" y="4641592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88E419-EC36-1325-1D4E-BAE2FCF27872}"/>
              </a:ext>
            </a:extLst>
          </p:cNvPr>
          <p:cNvSpPr txBox="1"/>
          <p:nvPr/>
        </p:nvSpPr>
        <p:spPr>
          <a:xfrm>
            <a:off x="4874403" y="8613707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642263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7478</TotalTime>
  <Words>255</Words>
  <Application>Microsoft Office PowerPoint</Application>
  <PresentationFormat>Custom</PresentationFormat>
  <Paragraphs>128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Yu Gothic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Mah</dc:creator>
  <cp:lastModifiedBy>Jonathan Mah</cp:lastModifiedBy>
  <cp:revision>4</cp:revision>
  <dcterms:created xsi:type="dcterms:W3CDTF">2023-05-03T19:41:22Z</dcterms:created>
  <dcterms:modified xsi:type="dcterms:W3CDTF">2026-04-07T18:53:13Z</dcterms:modified>
</cp:coreProperties>
</file>