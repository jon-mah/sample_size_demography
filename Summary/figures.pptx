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9"/>
  </p:notesMasterIdLst>
  <p:sldIdLst>
    <p:sldId id="422" r:id="rId2"/>
    <p:sldId id="423" r:id="rId3"/>
    <p:sldId id="513" r:id="rId4"/>
    <p:sldId id="515" r:id="rId5"/>
    <p:sldId id="514" r:id="rId6"/>
    <p:sldId id="511" r:id="rId7"/>
    <p:sldId id="512" r:id="rId8"/>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3"/>
            <p14:sldId id="515"/>
            <p14:sldId id="514"/>
            <p14:sldId id="511"/>
            <p14:sldId id="5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0E1D0F2-3E04-4D0A-847D-0FECA4BDAAD3}" v="1" dt="2025-10-27T18:54:56.7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75" d="100"/>
          <a:sy n="75" d="100"/>
        </p:scale>
        <p:origin x="-1770" y="-20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A5D66373-2F43-49C1-972D-0BE2B77E544E}"/>
    <pc:docChg chg="custSel addSld modSld">
      <pc:chgData name="Jonathan Mah" userId="5261b2f2f3e51194" providerId="LiveId" clId="{A5D66373-2F43-49C1-972D-0BE2B77E544E}" dt="2025-09-18T14:18:29.994" v="216" actId="478"/>
      <pc:docMkLst>
        <pc:docMk/>
      </pc:docMkLst>
      <pc:sldChg chg="addSp delSp modSp mod">
        <pc:chgData name="Jonathan Mah" userId="5261b2f2f3e51194" providerId="LiveId" clId="{A5D66373-2F43-49C1-972D-0BE2B77E544E}" dt="2025-09-18T14:18:29.994" v="216" actId="478"/>
        <pc:sldMkLst>
          <pc:docMk/>
          <pc:sldMk cId="2802148690" sldId="511"/>
        </pc:sldMkLst>
      </pc:sldChg>
      <pc:sldChg chg="addSp delSp modSp add mod">
        <pc:chgData name="Jonathan Mah" userId="5261b2f2f3e51194" providerId="LiveId" clId="{A5D66373-2F43-49C1-972D-0BE2B77E544E}" dt="2025-09-18T14:15:50.827" v="210" actId="20577"/>
        <pc:sldMkLst>
          <pc:docMk/>
          <pc:sldMk cId="3115890439" sldId="514"/>
        </pc:sldMkLst>
      </pc:sldChg>
    </pc:docChg>
  </pc:docChgLst>
  <pc:docChgLst>
    <pc:chgData name="Jonathan Mah" userId="5261b2f2f3e51194" providerId="LiveId" clId="{DB9BCF8B-E91B-491C-8171-92D39BBC1534}"/>
    <pc:docChg chg="undo custSel addSld modSld">
      <pc:chgData name="Jonathan Mah" userId="5261b2f2f3e51194" providerId="LiveId" clId="{DB9BCF8B-E91B-491C-8171-92D39BBC1534}" dt="2025-10-27T18:56:13.273" v="4" actId="1076"/>
      <pc:docMkLst>
        <pc:docMk/>
      </pc:docMkLst>
      <pc:sldChg chg="addSp delSp modSp add mod">
        <pc:chgData name="Jonathan Mah" userId="5261b2f2f3e51194" providerId="LiveId" clId="{DB9BCF8B-E91B-491C-8171-92D39BBC1534}" dt="2025-10-27T18:56:13.273" v="4" actId="1076"/>
        <pc:sldMkLst>
          <pc:docMk/>
          <pc:sldMk cId="1666089732" sldId="515"/>
        </pc:sldMkLst>
        <pc:spChg chg="del">
          <ac:chgData name="Jonathan Mah" userId="5261b2f2f3e51194" providerId="LiveId" clId="{DB9BCF8B-E91B-491C-8171-92D39BBC1534}" dt="2025-10-27T18:56:07.722" v="3" actId="478"/>
          <ac:spMkLst>
            <pc:docMk/>
            <pc:sldMk cId="1666089732" sldId="515"/>
            <ac:spMk id="5" creationId="{6B865D07-4C72-B6CB-97A2-29F00608E546}"/>
          </ac:spMkLst>
        </pc:spChg>
        <pc:spChg chg="del">
          <ac:chgData name="Jonathan Mah" userId="5261b2f2f3e51194" providerId="LiveId" clId="{DB9BCF8B-E91B-491C-8171-92D39BBC1534}" dt="2025-10-27T18:56:07.722" v="3" actId="478"/>
          <ac:spMkLst>
            <pc:docMk/>
            <pc:sldMk cId="1666089732" sldId="515"/>
            <ac:spMk id="6" creationId="{1CC46A6B-749D-F810-3F4C-DB1E81EC4043}"/>
          </ac:spMkLst>
        </pc:spChg>
        <pc:spChg chg="del">
          <ac:chgData name="Jonathan Mah" userId="5261b2f2f3e51194" providerId="LiveId" clId="{DB9BCF8B-E91B-491C-8171-92D39BBC1534}" dt="2025-10-27T18:56:07.722" v="3" actId="478"/>
          <ac:spMkLst>
            <pc:docMk/>
            <pc:sldMk cId="1666089732" sldId="515"/>
            <ac:spMk id="24" creationId="{4BC049B8-29DF-B95A-8E1F-FBCB139B3430}"/>
          </ac:spMkLst>
        </pc:spChg>
        <pc:spChg chg="del">
          <ac:chgData name="Jonathan Mah" userId="5261b2f2f3e51194" providerId="LiveId" clId="{DB9BCF8B-E91B-491C-8171-92D39BBC1534}" dt="2025-10-27T18:56:07.722" v="3" actId="478"/>
          <ac:spMkLst>
            <pc:docMk/>
            <pc:sldMk cId="1666089732" sldId="515"/>
            <ac:spMk id="37" creationId="{B8C6A34E-FA37-D764-7E5D-0D197880B0A5}"/>
          </ac:spMkLst>
        </pc:spChg>
        <pc:spChg chg="del">
          <ac:chgData name="Jonathan Mah" userId="5261b2f2f3e51194" providerId="LiveId" clId="{DB9BCF8B-E91B-491C-8171-92D39BBC1534}" dt="2025-10-27T18:56:07.722" v="3" actId="478"/>
          <ac:spMkLst>
            <pc:docMk/>
            <pc:sldMk cId="1666089732" sldId="515"/>
            <ac:spMk id="38" creationId="{43D39FAD-60C1-8F48-8C8A-1DACF388858F}"/>
          </ac:spMkLst>
        </pc:spChg>
        <pc:spChg chg="add del mod">
          <ac:chgData name="Jonathan Mah" userId="5261b2f2f3e51194" providerId="LiveId" clId="{DB9BCF8B-E91B-491C-8171-92D39BBC1534}" dt="2025-10-27T18:56:13.273" v="4" actId="1076"/>
          <ac:spMkLst>
            <pc:docMk/>
            <pc:sldMk cId="1666089732" sldId="515"/>
            <ac:spMk id="40" creationId="{E43E9A23-1084-6191-D181-568C629F19FD}"/>
          </ac:spMkLst>
        </pc:spChg>
        <pc:spChg chg="add del mod">
          <ac:chgData name="Jonathan Mah" userId="5261b2f2f3e51194" providerId="LiveId" clId="{DB9BCF8B-E91B-491C-8171-92D39BBC1534}" dt="2025-10-27T18:56:13.273" v="4" actId="1076"/>
          <ac:spMkLst>
            <pc:docMk/>
            <pc:sldMk cId="1666089732" sldId="515"/>
            <ac:spMk id="538" creationId="{AD0E0F85-21C5-DFEF-E6D7-923F1E3EA965}"/>
          </ac:spMkLst>
        </pc:spChg>
        <pc:spChg chg="add del mod">
          <ac:chgData name="Jonathan Mah" userId="5261b2f2f3e51194" providerId="LiveId" clId="{DB9BCF8B-E91B-491C-8171-92D39BBC1534}" dt="2025-10-27T18:56:13.273" v="4" actId="1076"/>
          <ac:spMkLst>
            <pc:docMk/>
            <pc:sldMk cId="1666089732" sldId="515"/>
            <ac:spMk id="539" creationId="{9975C59D-791C-52DD-7DB5-6CC5C2F26773}"/>
          </ac:spMkLst>
        </pc:spChg>
        <pc:spChg chg="add del mod">
          <ac:chgData name="Jonathan Mah" userId="5261b2f2f3e51194" providerId="LiveId" clId="{DB9BCF8B-E91B-491C-8171-92D39BBC1534}" dt="2025-10-27T18:56:13.273" v="4" actId="1076"/>
          <ac:spMkLst>
            <pc:docMk/>
            <pc:sldMk cId="1666089732" sldId="515"/>
            <ac:spMk id="540" creationId="{7698DC7E-2D0B-FA32-551F-39A15FC65BD0}"/>
          </ac:spMkLst>
        </pc:spChg>
        <pc:spChg chg="add del mod">
          <ac:chgData name="Jonathan Mah" userId="5261b2f2f3e51194" providerId="LiveId" clId="{DB9BCF8B-E91B-491C-8171-92D39BBC1534}" dt="2025-10-27T18:56:13.273" v="4" actId="1076"/>
          <ac:spMkLst>
            <pc:docMk/>
            <pc:sldMk cId="1666089732" sldId="515"/>
            <ac:spMk id="541" creationId="{FAA75828-3204-999D-301D-48FB2A613454}"/>
          </ac:spMkLst>
        </pc:spChg>
        <pc:spChg chg="del">
          <ac:chgData name="Jonathan Mah" userId="5261b2f2f3e51194" providerId="LiveId" clId="{DB9BCF8B-E91B-491C-8171-92D39BBC1534}" dt="2025-10-27T18:56:07.722" v="3" actId="478"/>
          <ac:spMkLst>
            <pc:docMk/>
            <pc:sldMk cId="1666089732" sldId="515"/>
            <ac:spMk id="548" creationId="{AA28EE31-778F-9B39-B822-AA14B5EA23DA}"/>
          </ac:spMkLst>
        </pc:spChg>
        <pc:spChg chg="del">
          <ac:chgData name="Jonathan Mah" userId="5261b2f2f3e51194" providerId="LiveId" clId="{DB9BCF8B-E91B-491C-8171-92D39BBC1534}" dt="2025-10-27T18:56:07.722" v="3" actId="478"/>
          <ac:spMkLst>
            <pc:docMk/>
            <pc:sldMk cId="1666089732" sldId="515"/>
            <ac:spMk id="550" creationId="{F8958593-761E-1348-C695-EAFDF4AC479B}"/>
          </ac:spMkLst>
        </pc:spChg>
        <pc:spChg chg="del">
          <ac:chgData name="Jonathan Mah" userId="5261b2f2f3e51194" providerId="LiveId" clId="{DB9BCF8B-E91B-491C-8171-92D39BBC1534}" dt="2025-10-27T18:56:07.722" v="3" actId="478"/>
          <ac:spMkLst>
            <pc:docMk/>
            <pc:sldMk cId="1666089732" sldId="515"/>
            <ac:spMk id="606" creationId="{27CE1610-503D-7BD6-D731-6D35C633552E}"/>
          </ac:spMkLst>
        </pc:spChg>
        <pc:spChg chg="del">
          <ac:chgData name="Jonathan Mah" userId="5261b2f2f3e51194" providerId="LiveId" clId="{DB9BCF8B-E91B-491C-8171-92D39BBC1534}" dt="2025-10-27T18:56:07.722" v="3" actId="478"/>
          <ac:spMkLst>
            <pc:docMk/>
            <pc:sldMk cId="1666089732" sldId="515"/>
            <ac:spMk id="609" creationId="{A696D7AD-5981-87D3-54FD-75F021F8AFED}"/>
          </ac:spMkLst>
        </pc:spChg>
        <pc:spChg chg="del">
          <ac:chgData name="Jonathan Mah" userId="5261b2f2f3e51194" providerId="LiveId" clId="{DB9BCF8B-E91B-491C-8171-92D39BBC1534}" dt="2025-10-27T18:56:07.722" v="3" actId="478"/>
          <ac:spMkLst>
            <pc:docMk/>
            <pc:sldMk cId="1666089732" sldId="515"/>
            <ac:spMk id="610" creationId="{13FE62D4-2309-F839-5E89-DF1AC7E73D8C}"/>
          </ac:spMkLst>
        </pc:spChg>
        <pc:cxnChg chg="mod">
          <ac:chgData name="Jonathan Mah" userId="5261b2f2f3e51194" providerId="LiveId" clId="{DB9BCF8B-E91B-491C-8171-92D39BBC1534}" dt="2025-10-27T18:56:13.273" v="4" actId="1076"/>
          <ac:cxnSpMkLst>
            <pc:docMk/>
            <pc:sldMk cId="1666089732" sldId="515"/>
            <ac:cxnSpMk id="21" creationId="{8FAD01CF-9F4E-98A3-7AA4-0360AB30F0BA}"/>
          </ac:cxnSpMkLst>
        </pc:cxnChg>
        <pc:cxnChg chg="add del mod">
          <ac:chgData name="Jonathan Mah" userId="5261b2f2f3e51194" providerId="LiveId" clId="{DB9BCF8B-E91B-491C-8171-92D39BBC1534}" dt="2025-10-27T18:55:30.586" v="2" actId="478"/>
          <ac:cxnSpMkLst>
            <pc:docMk/>
            <pc:sldMk cId="1666089732" sldId="515"/>
            <ac:cxnSpMk id="42" creationId="{E6AF9B5D-72F5-2F34-19BB-65FA386A7AEB}"/>
          </ac:cxnSpMkLst>
        </pc:cxnChg>
        <pc:cxnChg chg="add del mod">
          <ac:chgData name="Jonathan Mah" userId="5261b2f2f3e51194" providerId="LiveId" clId="{DB9BCF8B-E91B-491C-8171-92D39BBC1534}" dt="2025-10-27T18:56:13.273" v="4" actId="1076"/>
          <ac:cxnSpMkLst>
            <pc:docMk/>
            <pc:sldMk cId="1666089732" sldId="515"/>
            <ac:cxnSpMk id="43" creationId="{21008F3A-F0DF-8269-11DE-E50028068E5E}"/>
          </ac:cxnSpMkLst>
        </pc:cxnChg>
        <pc:cxnChg chg="add del">
          <ac:chgData name="Jonathan Mah" userId="5261b2f2f3e51194" providerId="LiveId" clId="{DB9BCF8B-E91B-491C-8171-92D39BBC1534}" dt="2025-10-27T18:55:30.586" v="2" actId="478"/>
          <ac:cxnSpMkLst>
            <pc:docMk/>
            <pc:sldMk cId="1666089732" sldId="515"/>
            <ac:cxnSpMk id="44" creationId="{29B0B883-64DF-43F0-A2CD-F997C490DEA9}"/>
          </ac:cxnSpMkLst>
        </pc:cxnChg>
        <pc:cxnChg chg="mod">
          <ac:chgData name="Jonathan Mah" userId="5261b2f2f3e51194" providerId="LiveId" clId="{DB9BCF8B-E91B-491C-8171-92D39BBC1534}" dt="2025-10-27T18:56:13.273" v="4" actId="1076"/>
          <ac:cxnSpMkLst>
            <pc:docMk/>
            <pc:sldMk cId="1666089732" sldId="515"/>
            <ac:cxnSpMk id="559" creationId="{42F599DD-5FD9-2398-6E21-F8FA19559033}"/>
          </ac:cxnSpMkLst>
        </pc:cxnChg>
        <pc:cxnChg chg="mod">
          <ac:chgData name="Jonathan Mah" userId="5261b2f2f3e51194" providerId="LiveId" clId="{DB9BCF8B-E91B-491C-8171-92D39BBC1534}" dt="2025-10-27T18:56:13.273" v="4" actId="1076"/>
          <ac:cxnSpMkLst>
            <pc:docMk/>
            <pc:sldMk cId="1666089732" sldId="515"/>
            <ac:cxnSpMk id="560" creationId="{30728EEE-F47E-1D88-0B37-FC13F4BF070A}"/>
          </ac:cxnSpMkLst>
        </pc:cxnChg>
        <pc:cxnChg chg="mod">
          <ac:chgData name="Jonathan Mah" userId="5261b2f2f3e51194" providerId="LiveId" clId="{DB9BCF8B-E91B-491C-8171-92D39BBC1534}" dt="2025-10-27T18:56:13.273" v="4" actId="1076"/>
          <ac:cxnSpMkLst>
            <pc:docMk/>
            <pc:sldMk cId="1666089732" sldId="515"/>
            <ac:cxnSpMk id="564" creationId="{56CD55BF-8DC9-E33A-DD55-97C789B720E9}"/>
          </ac:cxnSpMkLst>
        </pc:cxnChg>
      </pc:sldChg>
    </pc:docChg>
  </pc:docChgLst>
  <pc:docChgLst>
    <pc:chgData name="Jonathan Mah" userId="5261b2f2f3e51194" providerId="LiveId" clId="{D0E1D0F2-3E04-4D0A-847D-0FECA4BDAAD3}"/>
    <pc:docChg chg="undo custSel addSld delSld modSld delSection modSection">
      <pc:chgData name="Jonathan Mah" userId="5261b2f2f3e51194" providerId="LiveId" clId="{D0E1D0F2-3E04-4D0A-847D-0FECA4BDAAD3}" dt="2025-07-28T22:06:25.700" v="2206" actId="1038"/>
      <pc:docMkLst>
        <pc:docMk/>
      </pc:docMkLst>
      <pc:sldChg chg="delSp del mod">
        <pc:chgData name="Jonathan Mah" userId="5261b2f2f3e51194" providerId="LiveId" clId="{D0E1D0F2-3E04-4D0A-847D-0FECA4BDAAD3}" dt="2025-07-28T19:54:01.841" v="26" actId="47"/>
        <pc:sldMkLst>
          <pc:docMk/>
          <pc:sldMk cId="2548783154" sldId="412"/>
        </pc:sldMkLst>
      </pc:sldChg>
      <pc:sldChg chg="del">
        <pc:chgData name="Jonathan Mah" userId="5261b2f2f3e51194" providerId="LiveId" clId="{D0E1D0F2-3E04-4D0A-847D-0FECA4BDAAD3}" dt="2025-07-28T19:52:19.870" v="2" actId="47"/>
        <pc:sldMkLst>
          <pc:docMk/>
          <pc:sldMk cId="3979493213" sldId="413"/>
        </pc:sldMkLst>
      </pc:sldChg>
      <pc:sldChg chg="del">
        <pc:chgData name="Jonathan Mah" userId="5261b2f2f3e51194" providerId="LiveId" clId="{D0E1D0F2-3E04-4D0A-847D-0FECA4BDAAD3}" dt="2025-07-28T19:52:21.048" v="3" actId="47"/>
        <pc:sldMkLst>
          <pc:docMk/>
          <pc:sldMk cId="3956265726" sldId="414"/>
        </pc:sldMkLst>
      </pc:sldChg>
      <pc:sldChg chg="del">
        <pc:chgData name="Jonathan Mah" userId="5261b2f2f3e51194" providerId="LiveId" clId="{D0E1D0F2-3E04-4D0A-847D-0FECA4BDAAD3}" dt="2025-07-28T19:52:10.761" v="0" actId="47"/>
        <pc:sldMkLst>
          <pc:docMk/>
          <pc:sldMk cId="3952196035" sldId="420"/>
        </pc:sldMkLst>
      </pc:sldChg>
      <pc:sldChg chg="addSp delSp modSp mod">
        <pc:chgData name="Jonathan Mah" userId="5261b2f2f3e51194" providerId="LiveId" clId="{D0E1D0F2-3E04-4D0A-847D-0FECA4BDAAD3}" dt="2025-07-28T21:07:52.079" v="452" actId="1076"/>
        <pc:sldMkLst>
          <pc:docMk/>
          <pc:sldMk cId="2126933953" sldId="423"/>
        </pc:sldMkLst>
      </pc:sldChg>
      <pc:sldChg chg="del">
        <pc:chgData name="Jonathan Mah" userId="5261b2f2f3e51194" providerId="LiveId" clId="{D0E1D0F2-3E04-4D0A-847D-0FECA4BDAAD3}" dt="2025-07-28T19:52:18.375" v="1" actId="47"/>
        <pc:sldMkLst>
          <pc:docMk/>
          <pc:sldMk cId="3690159507" sldId="425"/>
        </pc:sldMkLst>
      </pc:sldChg>
      <pc:sldChg chg="del">
        <pc:chgData name="Jonathan Mah" userId="5261b2f2f3e51194" providerId="LiveId" clId="{D0E1D0F2-3E04-4D0A-847D-0FECA4BDAAD3}" dt="2025-07-28T19:52:18.375" v="1" actId="47"/>
        <pc:sldMkLst>
          <pc:docMk/>
          <pc:sldMk cId="3701550022" sldId="427"/>
        </pc:sldMkLst>
      </pc:sldChg>
      <pc:sldChg chg="del">
        <pc:chgData name="Jonathan Mah" userId="5261b2f2f3e51194" providerId="LiveId" clId="{D0E1D0F2-3E04-4D0A-847D-0FECA4BDAAD3}" dt="2025-07-28T19:52:22.386" v="4" actId="47"/>
        <pc:sldMkLst>
          <pc:docMk/>
          <pc:sldMk cId="2775238939" sldId="430"/>
        </pc:sldMkLst>
      </pc:sldChg>
      <pc:sldChg chg="del">
        <pc:chgData name="Jonathan Mah" userId="5261b2f2f3e51194" providerId="LiveId" clId="{D0E1D0F2-3E04-4D0A-847D-0FECA4BDAAD3}" dt="2025-07-28T19:52:26.472" v="5" actId="47"/>
        <pc:sldMkLst>
          <pc:docMk/>
          <pc:sldMk cId="1679589188" sldId="432"/>
        </pc:sldMkLst>
      </pc:sldChg>
      <pc:sldChg chg="del">
        <pc:chgData name="Jonathan Mah" userId="5261b2f2f3e51194" providerId="LiveId" clId="{D0E1D0F2-3E04-4D0A-847D-0FECA4BDAAD3}" dt="2025-07-28T19:52:26.472" v="5" actId="47"/>
        <pc:sldMkLst>
          <pc:docMk/>
          <pc:sldMk cId="1330139619" sldId="433"/>
        </pc:sldMkLst>
      </pc:sldChg>
      <pc:sldChg chg="del">
        <pc:chgData name="Jonathan Mah" userId="5261b2f2f3e51194" providerId="LiveId" clId="{D0E1D0F2-3E04-4D0A-847D-0FECA4BDAAD3}" dt="2025-07-28T19:52:26.472" v="5" actId="47"/>
        <pc:sldMkLst>
          <pc:docMk/>
          <pc:sldMk cId="777357300" sldId="434"/>
        </pc:sldMkLst>
      </pc:sldChg>
      <pc:sldChg chg="del">
        <pc:chgData name="Jonathan Mah" userId="5261b2f2f3e51194" providerId="LiveId" clId="{D0E1D0F2-3E04-4D0A-847D-0FECA4BDAAD3}" dt="2025-07-28T19:52:26.472" v="5" actId="47"/>
        <pc:sldMkLst>
          <pc:docMk/>
          <pc:sldMk cId="2611612387" sldId="435"/>
        </pc:sldMkLst>
      </pc:sldChg>
      <pc:sldChg chg="del">
        <pc:chgData name="Jonathan Mah" userId="5261b2f2f3e51194" providerId="LiveId" clId="{D0E1D0F2-3E04-4D0A-847D-0FECA4BDAAD3}" dt="2025-07-28T19:52:30.301" v="6" actId="47"/>
        <pc:sldMkLst>
          <pc:docMk/>
          <pc:sldMk cId="1025585485" sldId="438"/>
        </pc:sldMkLst>
      </pc:sldChg>
      <pc:sldChg chg="del">
        <pc:chgData name="Jonathan Mah" userId="5261b2f2f3e51194" providerId="LiveId" clId="{D0E1D0F2-3E04-4D0A-847D-0FECA4BDAAD3}" dt="2025-07-28T19:52:30.967" v="7" actId="47"/>
        <pc:sldMkLst>
          <pc:docMk/>
          <pc:sldMk cId="946828120" sldId="439"/>
        </pc:sldMkLst>
      </pc:sldChg>
      <pc:sldChg chg="del">
        <pc:chgData name="Jonathan Mah" userId="5261b2f2f3e51194" providerId="LiveId" clId="{D0E1D0F2-3E04-4D0A-847D-0FECA4BDAAD3}" dt="2025-07-28T19:52:26.472" v="5" actId="47"/>
        <pc:sldMkLst>
          <pc:docMk/>
          <pc:sldMk cId="2893417591" sldId="442"/>
        </pc:sldMkLst>
      </pc:sldChg>
      <pc:sldChg chg="del">
        <pc:chgData name="Jonathan Mah" userId="5261b2f2f3e51194" providerId="LiveId" clId="{D0E1D0F2-3E04-4D0A-847D-0FECA4BDAAD3}" dt="2025-07-28T19:52:31.924" v="8" actId="47"/>
        <pc:sldMkLst>
          <pc:docMk/>
          <pc:sldMk cId="1308277891" sldId="446"/>
        </pc:sldMkLst>
      </pc:sldChg>
      <pc:sldChg chg="del">
        <pc:chgData name="Jonathan Mah" userId="5261b2f2f3e51194" providerId="LiveId" clId="{D0E1D0F2-3E04-4D0A-847D-0FECA4BDAAD3}" dt="2025-07-28T19:52:26.472" v="5" actId="47"/>
        <pc:sldMkLst>
          <pc:docMk/>
          <pc:sldMk cId="3124893641" sldId="448"/>
        </pc:sldMkLst>
      </pc:sldChg>
      <pc:sldChg chg="del">
        <pc:chgData name="Jonathan Mah" userId="5261b2f2f3e51194" providerId="LiveId" clId="{D0E1D0F2-3E04-4D0A-847D-0FECA4BDAAD3}" dt="2025-07-28T19:52:32.530" v="9" actId="47"/>
        <pc:sldMkLst>
          <pc:docMk/>
          <pc:sldMk cId="3271002948" sldId="449"/>
        </pc:sldMkLst>
      </pc:sldChg>
      <pc:sldChg chg="del">
        <pc:chgData name="Jonathan Mah" userId="5261b2f2f3e51194" providerId="LiveId" clId="{D0E1D0F2-3E04-4D0A-847D-0FECA4BDAAD3}" dt="2025-07-28T19:52:32.744" v="10" actId="47"/>
        <pc:sldMkLst>
          <pc:docMk/>
          <pc:sldMk cId="454695809" sldId="450"/>
        </pc:sldMkLst>
      </pc:sldChg>
      <pc:sldChg chg="del">
        <pc:chgData name="Jonathan Mah" userId="5261b2f2f3e51194" providerId="LiveId" clId="{D0E1D0F2-3E04-4D0A-847D-0FECA4BDAAD3}" dt="2025-07-28T19:52:34.242" v="12" actId="47"/>
        <pc:sldMkLst>
          <pc:docMk/>
          <pc:sldMk cId="2356087699" sldId="451"/>
        </pc:sldMkLst>
      </pc:sldChg>
      <pc:sldChg chg="del">
        <pc:chgData name="Jonathan Mah" userId="5261b2f2f3e51194" providerId="LiveId" clId="{D0E1D0F2-3E04-4D0A-847D-0FECA4BDAAD3}" dt="2025-07-28T19:52:35.503" v="13" actId="47"/>
        <pc:sldMkLst>
          <pc:docMk/>
          <pc:sldMk cId="1287624721" sldId="452"/>
        </pc:sldMkLst>
      </pc:sldChg>
      <pc:sldChg chg="del">
        <pc:chgData name="Jonathan Mah" userId="5261b2f2f3e51194" providerId="LiveId" clId="{D0E1D0F2-3E04-4D0A-847D-0FECA4BDAAD3}" dt="2025-07-28T19:52:44.501" v="14" actId="47"/>
        <pc:sldMkLst>
          <pc:docMk/>
          <pc:sldMk cId="3734765804" sldId="453"/>
        </pc:sldMkLst>
      </pc:sldChg>
      <pc:sldChg chg="del">
        <pc:chgData name="Jonathan Mah" userId="5261b2f2f3e51194" providerId="LiveId" clId="{D0E1D0F2-3E04-4D0A-847D-0FECA4BDAAD3}" dt="2025-07-28T19:52:10.761" v="0" actId="47"/>
        <pc:sldMkLst>
          <pc:docMk/>
          <pc:sldMk cId="1313585543" sldId="454"/>
        </pc:sldMkLst>
      </pc:sldChg>
      <pc:sldChg chg="del">
        <pc:chgData name="Jonathan Mah" userId="5261b2f2f3e51194" providerId="LiveId" clId="{D0E1D0F2-3E04-4D0A-847D-0FECA4BDAAD3}" dt="2025-07-28T19:52:18.375" v="1" actId="47"/>
        <pc:sldMkLst>
          <pc:docMk/>
          <pc:sldMk cId="1767038063" sldId="455"/>
        </pc:sldMkLst>
      </pc:sldChg>
      <pc:sldChg chg="del">
        <pc:chgData name="Jonathan Mah" userId="5261b2f2f3e51194" providerId="LiveId" clId="{D0E1D0F2-3E04-4D0A-847D-0FECA4BDAAD3}" dt="2025-07-28T19:52:44.501" v="14" actId="47"/>
        <pc:sldMkLst>
          <pc:docMk/>
          <pc:sldMk cId="2098746185" sldId="456"/>
        </pc:sldMkLst>
      </pc:sldChg>
      <pc:sldChg chg="del">
        <pc:chgData name="Jonathan Mah" userId="5261b2f2f3e51194" providerId="LiveId" clId="{D0E1D0F2-3E04-4D0A-847D-0FECA4BDAAD3}" dt="2025-07-28T19:52:44.501" v="14" actId="47"/>
        <pc:sldMkLst>
          <pc:docMk/>
          <pc:sldMk cId="3606136103" sldId="457"/>
        </pc:sldMkLst>
      </pc:sldChg>
      <pc:sldChg chg="del">
        <pc:chgData name="Jonathan Mah" userId="5261b2f2f3e51194" providerId="LiveId" clId="{D0E1D0F2-3E04-4D0A-847D-0FECA4BDAAD3}" dt="2025-07-28T19:52:44.501" v="14" actId="47"/>
        <pc:sldMkLst>
          <pc:docMk/>
          <pc:sldMk cId="2839755505" sldId="458"/>
        </pc:sldMkLst>
      </pc:sldChg>
      <pc:sldChg chg="del">
        <pc:chgData name="Jonathan Mah" userId="5261b2f2f3e51194" providerId="LiveId" clId="{D0E1D0F2-3E04-4D0A-847D-0FECA4BDAAD3}" dt="2025-07-28T19:52:44.501" v="14" actId="47"/>
        <pc:sldMkLst>
          <pc:docMk/>
          <pc:sldMk cId="3270000141" sldId="459"/>
        </pc:sldMkLst>
      </pc:sldChg>
      <pc:sldChg chg="del">
        <pc:chgData name="Jonathan Mah" userId="5261b2f2f3e51194" providerId="LiveId" clId="{D0E1D0F2-3E04-4D0A-847D-0FECA4BDAAD3}" dt="2025-07-28T19:52:44.501" v="14" actId="47"/>
        <pc:sldMkLst>
          <pc:docMk/>
          <pc:sldMk cId="1334374382" sldId="460"/>
        </pc:sldMkLst>
      </pc:sldChg>
      <pc:sldChg chg="del">
        <pc:chgData name="Jonathan Mah" userId="5261b2f2f3e51194" providerId="LiveId" clId="{D0E1D0F2-3E04-4D0A-847D-0FECA4BDAAD3}" dt="2025-07-28T19:52:44.501" v="14" actId="47"/>
        <pc:sldMkLst>
          <pc:docMk/>
          <pc:sldMk cId="603531214" sldId="461"/>
        </pc:sldMkLst>
      </pc:sldChg>
      <pc:sldChg chg="del">
        <pc:chgData name="Jonathan Mah" userId="5261b2f2f3e51194" providerId="LiveId" clId="{D0E1D0F2-3E04-4D0A-847D-0FECA4BDAAD3}" dt="2025-07-28T19:54:04.629" v="27" actId="47"/>
        <pc:sldMkLst>
          <pc:docMk/>
          <pc:sldMk cId="3536469938" sldId="462"/>
        </pc:sldMkLst>
      </pc:sldChg>
      <pc:sldChg chg="del">
        <pc:chgData name="Jonathan Mah" userId="5261b2f2f3e51194" providerId="LiveId" clId="{D0E1D0F2-3E04-4D0A-847D-0FECA4BDAAD3}" dt="2025-07-28T19:54:05.435" v="28" actId="47"/>
        <pc:sldMkLst>
          <pc:docMk/>
          <pc:sldMk cId="4170773521" sldId="463"/>
        </pc:sldMkLst>
      </pc:sldChg>
      <pc:sldChg chg="del">
        <pc:chgData name="Jonathan Mah" userId="5261b2f2f3e51194" providerId="LiveId" clId="{D0E1D0F2-3E04-4D0A-847D-0FECA4BDAAD3}" dt="2025-07-28T19:52:18.375" v="1" actId="47"/>
        <pc:sldMkLst>
          <pc:docMk/>
          <pc:sldMk cId="1525011850" sldId="464"/>
        </pc:sldMkLst>
      </pc:sldChg>
      <pc:sldChg chg="del">
        <pc:chgData name="Jonathan Mah" userId="5261b2f2f3e51194" providerId="LiveId" clId="{D0E1D0F2-3E04-4D0A-847D-0FECA4BDAAD3}" dt="2025-07-28T19:52:18.375" v="1" actId="47"/>
        <pc:sldMkLst>
          <pc:docMk/>
          <pc:sldMk cId="1236432807" sldId="465"/>
        </pc:sldMkLst>
      </pc:sldChg>
      <pc:sldChg chg="del">
        <pc:chgData name="Jonathan Mah" userId="5261b2f2f3e51194" providerId="LiveId" clId="{D0E1D0F2-3E04-4D0A-847D-0FECA4BDAAD3}" dt="2025-07-28T19:52:18.375" v="1" actId="47"/>
        <pc:sldMkLst>
          <pc:docMk/>
          <pc:sldMk cId="1864094813" sldId="466"/>
        </pc:sldMkLst>
      </pc:sldChg>
      <pc:sldChg chg="del">
        <pc:chgData name="Jonathan Mah" userId="5261b2f2f3e51194" providerId="LiveId" clId="{D0E1D0F2-3E04-4D0A-847D-0FECA4BDAAD3}" dt="2025-07-28T19:52:44.501" v="14" actId="47"/>
        <pc:sldMkLst>
          <pc:docMk/>
          <pc:sldMk cId="129739385" sldId="467"/>
        </pc:sldMkLst>
      </pc:sldChg>
      <pc:sldChg chg="del">
        <pc:chgData name="Jonathan Mah" userId="5261b2f2f3e51194" providerId="LiveId" clId="{D0E1D0F2-3E04-4D0A-847D-0FECA4BDAAD3}" dt="2025-07-28T19:53:40.874" v="23" actId="47"/>
        <pc:sldMkLst>
          <pc:docMk/>
          <pc:sldMk cId="2739727224" sldId="468"/>
        </pc:sldMkLst>
      </pc:sldChg>
      <pc:sldChg chg="del">
        <pc:chgData name="Jonathan Mah" userId="5261b2f2f3e51194" providerId="LiveId" clId="{D0E1D0F2-3E04-4D0A-847D-0FECA4BDAAD3}" dt="2025-07-28T19:52:33.190" v="11" actId="47"/>
        <pc:sldMkLst>
          <pc:docMk/>
          <pc:sldMk cId="413548980" sldId="469"/>
        </pc:sldMkLst>
      </pc:sldChg>
      <pc:sldChg chg="del">
        <pc:chgData name="Jonathan Mah" userId="5261b2f2f3e51194" providerId="LiveId" clId="{D0E1D0F2-3E04-4D0A-847D-0FECA4BDAAD3}" dt="2025-07-28T19:53:12.745" v="15" actId="47"/>
        <pc:sldMkLst>
          <pc:docMk/>
          <pc:sldMk cId="2483485070" sldId="470"/>
        </pc:sldMkLst>
      </pc:sldChg>
      <pc:sldChg chg="del">
        <pc:chgData name="Jonathan Mah" userId="5261b2f2f3e51194" providerId="LiveId" clId="{D0E1D0F2-3E04-4D0A-847D-0FECA4BDAAD3}" dt="2025-07-28T19:53:12.745" v="15" actId="47"/>
        <pc:sldMkLst>
          <pc:docMk/>
          <pc:sldMk cId="1287424033" sldId="471"/>
        </pc:sldMkLst>
      </pc:sldChg>
      <pc:sldChg chg="del">
        <pc:chgData name="Jonathan Mah" userId="5261b2f2f3e51194" providerId="LiveId" clId="{D0E1D0F2-3E04-4D0A-847D-0FECA4BDAAD3}" dt="2025-07-28T19:53:12.745" v="15" actId="47"/>
        <pc:sldMkLst>
          <pc:docMk/>
          <pc:sldMk cId="1475529617" sldId="472"/>
        </pc:sldMkLst>
      </pc:sldChg>
      <pc:sldChg chg="del">
        <pc:chgData name="Jonathan Mah" userId="5261b2f2f3e51194" providerId="LiveId" clId="{D0E1D0F2-3E04-4D0A-847D-0FECA4BDAAD3}" dt="2025-07-28T19:53:12.745" v="15" actId="47"/>
        <pc:sldMkLst>
          <pc:docMk/>
          <pc:sldMk cId="2872192705" sldId="474"/>
        </pc:sldMkLst>
      </pc:sldChg>
      <pc:sldChg chg="del">
        <pc:chgData name="Jonathan Mah" userId="5261b2f2f3e51194" providerId="LiveId" clId="{D0E1D0F2-3E04-4D0A-847D-0FECA4BDAAD3}" dt="2025-07-28T19:52:26.472" v="5" actId="47"/>
        <pc:sldMkLst>
          <pc:docMk/>
          <pc:sldMk cId="3265863745" sldId="475"/>
        </pc:sldMkLst>
      </pc:sldChg>
      <pc:sldChg chg="del">
        <pc:chgData name="Jonathan Mah" userId="5261b2f2f3e51194" providerId="LiveId" clId="{D0E1D0F2-3E04-4D0A-847D-0FECA4BDAAD3}" dt="2025-07-28T19:53:12.745" v="15" actId="47"/>
        <pc:sldMkLst>
          <pc:docMk/>
          <pc:sldMk cId="1021430039" sldId="476"/>
        </pc:sldMkLst>
      </pc:sldChg>
      <pc:sldChg chg="del">
        <pc:chgData name="Jonathan Mah" userId="5261b2f2f3e51194" providerId="LiveId" clId="{D0E1D0F2-3E04-4D0A-847D-0FECA4BDAAD3}" dt="2025-07-28T19:53:12.745" v="15" actId="47"/>
        <pc:sldMkLst>
          <pc:docMk/>
          <pc:sldMk cId="697229030" sldId="477"/>
        </pc:sldMkLst>
      </pc:sldChg>
      <pc:sldChg chg="del">
        <pc:chgData name="Jonathan Mah" userId="5261b2f2f3e51194" providerId="LiveId" clId="{D0E1D0F2-3E04-4D0A-847D-0FECA4BDAAD3}" dt="2025-07-28T19:53:40.874" v="23" actId="47"/>
        <pc:sldMkLst>
          <pc:docMk/>
          <pc:sldMk cId="2979009684" sldId="488"/>
        </pc:sldMkLst>
      </pc:sldChg>
      <pc:sldChg chg="del">
        <pc:chgData name="Jonathan Mah" userId="5261b2f2f3e51194" providerId="LiveId" clId="{D0E1D0F2-3E04-4D0A-847D-0FECA4BDAAD3}" dt="2025-07-28T19:53:40.874" v="23" actId="47"/>
        <pc:sldMkLst>
          <pc:docMk/>
          <pc:sldMk cId="1669289526" sldId="489"/>
        </pc:sldMkLst>
      </pc:sldChg>
      <pc:sldChg chg="del">
        <pc:chgData name="Jonathan Mah" userId="5261b2f2f3e51194" providerId="LiveId" clId="{D0E1D0F2-3E04-4D0A-847D-0FECA4BDAAD3}" dt="2025-07-28T19:53:40.874" v="23" actId="47"/>
        <pc:sldMkLst>
          <pc:docMk/>
          <pc:sldMk cId="1653053635" sldId="490"/>
        </pc:sldMkLst>
      </pc:sldChg>
      <pc:sldChg chg="del">
        <pc:chgData name="Jonathan Mah" userId="5261b2f2f3e51194" providerId="LiveId" clId="{D0E1D0F2-3E04-4D0A-847D-0FECA4BDAAD3}" dt="2025-07-28T19:53:40.874" v="23" actId="47"/>
        <pc:sldMkLst>
          <pc:docMk/>
          <pc:sldMk cId="2443938735" sldId="491"/>
        </pc:sldMkLst>
      </pc:sldChg>
      <pc:sldChg chg="del">
        <pc:chgData name="Jonathan Mah" userId="5261b2f2f3e51194" providerId="LiveId" clId="{D0E1D0F2-3E04-4D0A-847D-0FECA4BDAAD3}" dt="2025-07-28T19:53:40.874" v="23" actId="47"/>
        <pc:sldMkLst>
          <pc:docMk/>
          <pc:sldMk cId="1428109623" sldId="492"/>
        </pc:sldMkLst>
      </pc:sldChg>
      <pc:sldChg chg="del">
        <pc:chgData name="Jonathan Mah" userId="5261b2f2f3e51194" providerId="LiveId" clId="{D0E1D0F2-3E04-4D0A-847D-0FECA4BDAAD3}" dt="2025-07-28T19:53:34.683" v="22" actId="47"/>
        <pc:sldMkLst>
          <pc:docMk/>
          <pc:sldMk cId="3248953249" sldId="493"/>
        </pc:sldMkLst>
      </pc:sldChg>
      <pc:sldChg chg="del">
        <pc:chgData name="Jonathan Mah" userId="5261b2f2f3e51194" providerId="LiveId" clId="{D0E1D0F2-3E04-4D0A-847D-0FECA4BDAAD3}" dt="2025-07-28T19:53:34.683" v="22" actId="47"/>
        <pc:sldMkLst>
          <pc:docMk/>
          <pc:sldMk cId="2773307599" sldId="494"/>
        </pc:sldMkLst>
      </pc:sldChg>
      <pc:sldChg chg="del">
        <pc:chgData name="Jonathan Mah" userId="5261b2f2f3e51194" providerId="LiveId" clId="{D0E1D0F2-3E04-4D0A-847D-0FECA4BDAAD3}" dt="2025-07-28T19:53:34.683" v="22" actId="47"/>
        <pc:sldMkLst>
          <pc:docMk/>
          <pc:sldMk cId="3784933868" sldId="495"/>
        </pc:sldMkLst>
      </pc:sldChg>
      <pc:sldChg chg="del">
        <pc:chgData name="Jonathan Mah" userId="5261b2f2f3e51194" providerId="LiveId" clId="{D0E1D0F2-3E04-4D0A-847D-0FECA4BDAAD3}" dt="2025-07-28T19:53:34.683" v="22" actId="47"/>
        <pc:sldMkLst>
          <pc:docMk/>
          <pc:sldMk cId="1237087859" sldId="496"/>
        </pc:sldMkLst>
      </pc:sldChg>
      <pc:sldChg chg="del">
        <pc:chgData name="Jonathan Mah" userId="5261b2f2f3e51194" providerId="LiveId" clId="{D0E1D0F2-3E04-4D0A-847D-0FECA4BDAAD3}" dt="2025-07-28T19:53:30.124" v="21" actId="47"/>
        <pc:sldMkLst>
          <pc:docMk/>
          <pc:sldMk cId="127886192" sldId="497"/>
        </pc:sldMkLst>
      </pc:sldChg>
      <pc:sldChg chg="del">
        <pc:chgData name="Jonathan Mah" userId="5261b2f2f3e51194" providerId="LiveId" clId="{D0E1D0F2-3E04-4D0A-847D-0FECA4BDAAD3}" dt="2025-07-28T19:53:30.124" v="21" actId="47"/>
        <pc:sldMkLst>
          <pc:docMk/>
          <pc:sldMk cId="3405342697" sldId="499"/>
        </pc:sldMkLst>
      </pc:sldChg>
      <pc:sldChg chg="del">
        <pc:chgData name="Jonathan Mah" userId="5261b2f2f3e51194" providerId="LiveId" clId="{D0E1D0F2-3E04-4D0A-847D-0FECA4BDAAD3}" dt="2025-07-28T19:53:30.124" v="21" actId="47"/>
        <pc:sldMkLst>
          <pc:docMk/>
          <pc:sldMk cId="2678952578" sldId="500"/>
        </pc:sldMkLst>
      </pc:sldChg>
      <pc:sldChg chg="del">
        <pc:chgData name="Jonathan Mah" userId="5261b2f2f3e51194" providerId="LiveId" clId="{D0E1D0F2-3E04-4D0A-847D-0FECA4BDAAD3}" dt="2025-07-28T19:53:30.124" v="21" actId="47"/>
        <pc:sldMkLst>
          <pc:docMk/>
          <pc:sldMk cId="65601317" sldId="501"/>
        </pc:sldMkLst>
      </pc:sldChg>
      <pc:sldChg chg="del">
        <pc:chgData name="Jonathan Mah" userId="5261b2f2f3e51194" providerId="LiveId" clId="{D0E1D0F2-3E04-4D0A-847D-0FECA4BDAAD3}" dt="2025-07-28T19:53:25.485" v="20" actId="47"/>
        <pc:sldMkLst>
          <pc:docMk/>
          <pc:sldMk cId="1954560384" sldId="502"/>
        </pc:sldMkLst>
      </pc:sldChg>
      <pc:sldChg chg="del">
        <pc:chgData name="Jonathan Mah" userId="5261b2f2f3e51194" providerId="LiveId" clId="{D0E1D0F2-3E04-4D0A-847D-0FECA4BDAAD3}" dt="2025-07-28T19:53:30.124" v="21" actId="47"/>
        <pc:sldMkLst>
          <pc:docMk/>
          <pc:sldMk cId="3144218365" sldId="503"/>
        </pc:sldMkLst>
      </pc:sldChg>
      <pc:sldChg chg="del">
        <pc:chgData name="Jonathan Mah" userId="5261b2f2f3e51194" providerId="LiveId" clId="{D0E1D0F2-3E04-4D0A-847D-0FECA4BDAAD3}" dt="2025-07-28T19:53:30.124" v="21" actId="47"/>
        <pc:sldMkLst>
          <pc:docMk/>
          <pc:sldMk cId="621514271" sldId="504"/>
        </pc:sldMkLst>
      </pc:sldChg>
      <pc:sldChg chg="del">
        <pc:chgData name="Jonathan Mah" userId="5261b2f2f3e51194" providerId="LiveId" clId="{D0E1D0F2-3E04-4D0A-847D-0FECA4BDAAD3}" dt="2025-07-28T19:53:30.124" v="21" actId="47"/>
        <pc:sldMkLst>
          <pc:docMk/>
          <pc:sldMk cId="1653732264" sldId="505"/>
        </pc:sldMkLst>
      </pc:sldChg>
      <pc:sldChg chg="del">
        <pc:chgData name="Jonathan Mah" userId="5261b2f2f3e51194" providerId="LiveId" clId="{D0E1D0F2-3E04-4D0A-847D-0FECA4BDAAD3}" dt="2025-07-28T19:53:34.683" v="22" actId="47"/>
        <pc:sldMkLst>
          <pc:docMk/>
          <pc:sldMk cId="198185164" sldId="506"/>
        </pc:sldMkLst>
      </pc:sldChg>
      <pc:sldChg chg="del">
        <pc:chgData name="Jonathan Mah" userId="5261b2f2f3e51194" providerId="LiveId" clId="{D0E1D0F2-3E04-4D0A-847D-0FECA4BDAAD3}" dt="2025-07-28T19:53:34.683" v="22" actId="47"/>
        <pc:sldMkLst>
          <pc:docMk/>
          <pc:sldMk cId="415997708" sldId="508"/>
        </pc:sldMkLst>
      </pc:sldChg>
      <pc:sldChg chg="del">
        <pc:chgData name="Jonathan Mah" userId="5261b2f2f3e51194" providerId="LiveId" clId="{D0E1D0F2-3E04-4D0A-847D-0FECA4BDAAD3}" dt="2025-07-28T19:53:30.124" v="21" actId="47"/>
        <pc:sldMkLst>
          <pc:docMk/>
          <pc:sldMk cId="845728079" sldId="509"/>
        </pc:sldMkLst>
      </pc:sldChg>
      <pc:sldChg chg="del">
        <pc:chgData name="Jonathan Mah" userId="5261b2f2f3e51194" providerId="LiveId" clId="{D0E1D0F2-3E04-4D0A-847D-0FECA4BDAAD3}" dt="2025-07-28T19:53:24.171" v="19" actId="47"/>
        <pc:sldMkLst>
          <pc:docMk/>
          <pc:sldMk cId="481508947" sldId="510"/>
        </pc:sldMkLst>
      </pc:sldChg>
      <pc:sldChg chg="del">
        <pc:chgData name="Jonathan Mah" userId="5261b2f2f3e51194" providerId="LiveId" clId="{D0E1D0F2-3E04-4D0A-847D-0FECA4BDAAD3}" dt="2025-07-28T19:53:22.572" v="18" actId="47"/>
        <pc:sldMkLst>
          <pc:docMk/>
          <pc:sldMk cId="848009671" sldId="513"/>
        </pc:sldMkLst>
      </pc:sldChg>
      <pc:sldChg chg="addSp delSp modSp add mod">
        <pc:chgData name="Jonathan Mah" userId="5261b2f2f3e51194" providerId="LiveId" clId="{D0E1D0F2-3E04-4D0A-847D-0FECA4BDAAD3}" dt="2025-07-28T22:06:25.700" v="2206" actId="1038"/>
        <pc:sldMkLst>
          <pc:docMk/>
          <pc:sldMk cId="1663706368" sldId="513"/>
        </pc:sldMkLst>
      </pc:sldChg>
      <pc:sldChg chg="del">
        <pc:chgData name="Jonathan Mah" userId="5261b2f2f3e51194" providerId="LiveId" clId="{D0E1D0F2-3E04-4D0A-847D-0FECA4BDAAD3}" dt="2025-07-28T19:53:22.205" v="17" actId="47"/>
        <pc:sldMkLst>
          <pc:docMk/>
          <pc:sldMk cId="3254604077" sldId="514"/>
        </pc:sldMkLst>
      </pc:sldChg>
      <pc:sldChg chg="del">
        <pc:chgData name="Jonathan Mah" userId="5261b2f2f3e51194" providerId="LiveId" clId="{D0E1D0F2-3E04-4D0A-847D-0FECA4BDAAD3}" dt="2025-07-28T19:53:30.124" v="21" actId="47"/>
        <pc:sldMkLst>
          <pc:docMk/>
          <pc:sldMk cId="3377054046" sldId="515"/>
        </pc:sldMkLst>
      </pc:sldChg>
      <pc:sldChg chg="del">
        <pc:chgData name="Jonathan Mah" userId="5261b2f2f3e51194" providerId="LiveId" clId="{D0E1D0F2-3E04-4D0A-847D-0FECA4BDAAD3}" dt="2025-07-28T19:53:34.683" v="22" actId="47"/>
        <pc:sldMkLst>
          <pc:docMk/>
          <pc:sldMk cId="4211400240" sldId="5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10/27/2025</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10/27/2025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10/27/2025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10/27/2025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10/27/2025</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4BADBDCF-86B6-D17F-1D38-3D1292745407}"/>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352D362-9A9F-C93A-55DB-6B5743FADFA9}"/>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647F9EB-6456-AE24-65DA-EA4757D24CFF}"/>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1AF2C6E5-CBB5-1AB2-C438-02589CA06572}"/>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4C19948-9DC0-5FD6-37A1-A17971347241}"/>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294E77DF-C4EE-31C1-85F5-E12AE9F549E2}"/>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D66FC7D2-07C2-6441-2457-AF1BC3B3B7B4}"/>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AF03396F-A389-E53A-7188-56EB3ABDF50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699CDF-6B5A-5006-49BB-77AE2E475670}"/>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62369F2-B0CB-FED4-2B90-FF533F506543}"/>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AF3CF3DA-12F7-E7E8-D214-AC6EE0B7887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6330B629-D011-F42B-B0E3-A53B714D3870}"/>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288CF384-909F-D4CB-763F-B61C4A338A8B}"/>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44ED7668-2965-3F3C-8515-93D74C3EEF98}"/>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8FFC02D5-F71E-13F4-1E75-32C44BB7F7D2}"/>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4849F4-CE36-7363-C00B-F53250F6ACEC}"/>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14780343-7233-C5D1-07FC-2B477302258F}"/>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36EDF656-7D13-ADFC-D4C9-2E881468601A}"/>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7D232405-6066-6177-5FC8-3FA331A2172B}"/>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EC3C7F2D-A40A-9398-EFFD-E9FBF720EAE9}"/>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2C4AE86C-9595-E99B-F26D-B14308D5F3F4}"/>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E0CEC3CF-CFEC-4C06-35AB-C8137FF4567C}"/>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872B991D-0ADA-E25A-D346-8B4B3892DB9F}"/>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E9E6ABFA-AA21-27AA-354C-0D017E6BD393}"/>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10ED7B93-EB71-3679-38B5-10F02460AA5F}"/>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0F222D5-9752-5E7E-9A52-739900DA19F6}"/>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37063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F152-094D-186E-9B02-BF230F9B02B2}"/>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E43E9A23-1084-6191-D181-568C629F19FD}"/>
              </a:ext>
            </a:extLst>
          </p:cNvPr>
          <p:cNvSpPr/>
          <p:nvPr/>
        </p:nvSpPr>
        <p:spPr>
          <a:xfrm>
            <a:off x="6782234" y="6269217"/>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E6AF9B5D-72F5-2F34-19BB-65FA386A7AEB}"/>
              </a:ext>
            </a:extLst>
          </p:cNvPr>
          <p:cNvCxnSpPr>
            <a:cxnSpLocks/>
            <a:stCxn id="40" idx="1"/>
            <a:endCxn id="40" idx="3"/>
          </p:cNvCxnSpPr>
          <p:nvPr/>
        </p:nvCxnSpPr>
        <p:spPr>
          <a:xfrm>
            <a:off x="6782234" y="7960481"/>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1008F3A-F0DF-8269-11DE-E50028068E5E}"/>
              </a:ext>
            </a:extLst>
          </p:cNvPr>
          <p:cNvCxnSpPr/>
          <p:nvPr/>
        </p:nvCxnSpPr>
        <p:spPr>
          <a:xfrm>
            <a:off x="6782234" y="878961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29B0B883-64DF-43F0-A2CD-F997C490DEA9}"/>
              </a:ext>
            </a:extLst>
          </p:cNvPr>
          <p:cNvCxnSpPr/>
          <p:nvPr/>
        </p:nvCxnSpPr>
        <p:spPr>
          <a:xfrm>
            <a:off x="6782234" y="9273659"/>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3D5CDDE7-6EEF-2B97-6DDF-3092F093EF1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F480E24-E27C-883D-DCC6-1641F582D50B}"/>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25B7844C-F3F5-DDF7-FE2F-63FD747DA6E6}"/>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8EB2631-923D-8F64-EEE0-70B8EDFD4CF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897B4CC8-EF96-394B-FCEF-EA201B8FD3BF}"/>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6D272E4E-B606-C969-28B9-DAA688F2CA90}"/>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BC8D8F22-8DC8-F3F5-4882-F48B00610B1F}"/>
              </a:ext>
            </a:extLst>
          </p:cNvPr>
          <p:cNvCxnSpPr/>
          <p:nvPr/>
        </p:nvCxnSpPr>
        <p:spPr>
          <a:xfrm>
            <a:off x="9091612" y="6022374"/>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DB1E440-8A14-8950-0036-0C6A326C38CB}"/>
              </a:ext>
            </a:extLst>
          </p:cNvPr>
          <p:cNvCxnSpPr>
            <a:cxnSpLocks/>
          </p:cNvCxnSpPr>
          <p:nvPr/>
        </p:nvCxnSpPr>
        <p:spPr>
          <a:xfrm>
            <a:off x="8458200" y="6290821"/>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FAD01CF-9F4E-98A3-7AA4-0360AB30F0BA}"/>
              </a:ext>
            </a:extLst>
          </p:cNvPr>
          <p:cNvCxnSpPr>
            <a:cxnSpLocks/>
          </p:cNvCxnSpPr>
          <p:nvPr/>
        </p:nvCxnSpPr>
        <p:spPr>
          <a:xfrm>
            <a:off x="9725024" y="6287572"/>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9E5BB75-1AE2-7188-0E80-E975C1B042B8}"/>
              </a:ext>
            </a:extLst>
          </p:cNvPr>
          <p:cNvCxnSpPr>
            <a:cxnSpLocks/>
          </p:cNvCxnSpPr>
          <p:nvPr/>
        </p:nvCxnSpPr>
        <p:spPr>
          <a:xfrm flipH="1">
            <a:off x="8458200" y="6289953"/>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8D3B7C63-D8DD-1DA5-D0AC-424B55C1D943}"/>
              </a:ext>
            </a:extLst>
          </p:cNvPr>
          <p:cNvCxnSpPr/>
          <p:nvPr/>
        </p:nvCxnSpPr>
        <p:spPr>
          <a:xfrm>
            <a:off x="8099345" y="79779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D3219ADA-9099-1A29-D615-E4666239D73F}"/>
              </a:ext>
            </a:extLst>
          </p:cNvPr>
          <p:cNvCxnSpPr>
            <a:cxnSpLocks/>
          </p:cNvCxnSpPr>
          <p:nvPr/>
        </p:nvCxnSpPr>
        <p:spPr>
          <a:xfrm>
            <a:off x="8817054" y="7977913"/>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32BFEA31-5408-03C8-C92A-422D89B4A89B}"/>
              </a:ext>
            </a:extLst>
          </p:cNvPr>
          <p:cNvCxnSpPr>
            <a:cxnSpLocks/>
          </p:cNvCxnSpPr>
          <p:nvPr/>
        </p:nvCxnSpPr>
        <p:spPr>
          <a:xfrm>
            <a:off x="8099345" y="7970293"/>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AD0E0F85-21C5-DFEF-E6D7-923F1E3EA965}"/>
              </a:ext>
            </a:extLst>
          </p:cNvPr>
          <p:cNvSpPr txBox="1"/>
          <p:nvPr/>
        </p:nvSpPr>
        <p:spPr>
          <a:xfrm>
            <a:off x="6962864" y="6963995"/>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9975C59D-791C-52DD-7DB5-6CC5C2F26773}"/>
              </a:ext>
            </a:extLst>
          </p:cNvPr>
          <p:cNvSpPr txBox="1"/>
          <p:nvPr/>
        </p:nvSpPr>
        <p:spPr>
          <a:xfrm>
            <a:off x="6966498" y="8199674"/>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7698DC7E-2D0B-FA32-551F-39A15FC65BD0}"/>
              </a:ext>
            </a:extLst>
          </p:cNvPr>
          <p:cNvSpPr txBox="1"/>
          <p:nvPr/>
        </p:nvSpPr>
        <p:spPr>
          <a:xfrm>
            <a:off x="6959592" y="887201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FAA75828-3204-999D-301D-48FB2A613454}"/>
              </a:ext>
            </a:extLst>
          </p:cNvPr>
          <p:cNvSpPr txBox="1"/>
          <p:nvPr/>
        </p:nvSpPr>
        <p:spPr>
          <a:xfrm>
            <a:off x="6967056" y="931414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5F971F-36E9-C0B3-3FFD-9AF32F16CB60}"/>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A6239FB0-2020-E052-829B-4BF092A92D20}"/>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CD7B19A-9C81-EDE6-4C4D-E1B2F48AEA63}"/>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FA55485C-8B7F-637F-DFC1-C1F861B41E01}"/>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F325B038-F520-27C3-AAC3-87A7841E400F}"/>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E391E8A-0915-070E-E43A-F9768243C862}"/>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cxnSp>
        <p:nvCxnSpPr>
          <p:cNvPr id="559" name="Straight Connector 558">
            <a:extLst>
              <a:ext uri="{FF2B5EF4-FFF2-40B4-BE49-F238E27FC236}">
                <a16:creationId xmlns:a16="http://schemas.microsoft.com/office/drawing/2014/main" id="{42F599DD-5FD9-2398-6E21-F8FA19559033}"/>
              </a:ext>
            </a:extLst>
          </p:cNvPr>
          <p:cNvCxnSpPr/>
          <p:nvPr/>
        </p:nvCxnSpPr>
        <p:spPr>
          <a:xfrm>
            <a:off x="8542019" y="876904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30728EEE-F47E-1D88-0B37-FC13F4BF070A}"/>
              </a:ext>
            </a:extLst>
          </p:cNvPr>
          <p:cNvCxnSpPr>
            <a:cxnSpLocks/>
          </p:cNvCxnSpPr>
          <p:nvPr/>
        </p:nvCxnSpPr>
        <p:spPr>
          <a:xfrm>
            <a:off x="8542734" y="875435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BF6685DB-B3A5-2F71-799F-B315B9A7DCF7}"/>
              </a:ext>
            </a:extLst>
          </p:cNvPr>
          <p:cNvCxnSpPr>
            <a:cxnSpLocks/>
          </p:cNvCxnSpPr>
          <p:nvPr/>
        </p:nvCxnSpPr>
        <p:spPr>
          <a:xfrm>
            <a:off x="9073276" y="876197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2B405F8-04AC-024E-6A83-2333B13CA65E}"/>
              </a:ext>
            </a:extLst>
          </p:cNvPr>
          <p:cNvCxnSpPr/>
          <p:nvPr/>
        </p:nvCxnSpPr>
        <p:spPr>
          <a:xfrm>
            <a:off x="9479279" y="9227437"/>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56CD55BF-8DC9-E33A-DD55-97C789B720E9}"/>
              </a:ext>
            </a:extLst>
          </p:cNvPr>
          <p:cNvCxnSpPr>
            <a:cxnSpLocks/>
          </p:cNvCxnSpPr>
          <p:nvPr/>
        </p:nvCxnSpPr>
        <p:spPr>
          <a:xfrm>
            <a:off x="9479994" y="9212741"/>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28D306AA-7184-0C43-DEB2-BAABD0F0AC3A}"/>
              </a:ext>
            </a:extLst>
          </p:cNvPr>
          <p:cNvCxnSpPr>
            <a:cxnSpLocks/>
          </p:cNvCxnSpPr>
          <p:nvPr/>
        </p:nvCxnSpPr>
        <p:spPr>
          <a:xfrm>
            <a:off x="10010536" y="9220361"/>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13B124B8-89C9-BC4B-A0FE-D72AC3F21D57}"/>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9CE28DFE-9F28-FEEA-EA6E-A72184EB0CD4}"/>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11BBB8C-864B-08A6-8BFE-343287E3F97B}"/>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619083B7-F8F6-4663-88CA-F731160F3900}"/>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18BBDE7A-DFB1-5821-32AF-60E1D7399C02}"/>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684945CA-108D-4574-BFC5-D852CCAA8892}"/>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CDAED0D4-77A5-8985-6E42-04B8AF717D35}"/>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A701DA67-4909-2EEF-51FA-CD6FE919C2BC}"/>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E21A739-E108-A702-AC3F-62E8F319AEC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D1DC8395-E6BD-5616-87EE-271A0D1160C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E939B712-0136-C412-B53F-CCE5314FED81}"/>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3AED6F6A-F99F-30C9-1D38-C4352481D0B5}"/>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D71D2965-4C6A-AB80-B910-B889468E8B32}"/>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97F5E254-64DC-E27B-435B-CAB3FCD3BCBF}"/>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E9AED02-3DE5-D355-3F54-CAD76D06C0D1}"/>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62F0689-9B4B-0DAE-F777-0B0997455D80}"/>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7D70ED43-122E-ED79-8199-00CD034ACD9B}"/>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6477757E-EBE9-FA47-49BB-20660E83EB95}"/>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1B657AFC-A550-98E3-20AB-02BEE1909AE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6089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106164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7095</TotalTime>
  <Words>239</Words>
  <Application>Microsoft Office PowerPoint</Application>
  <PresentationFormat>Custom</PresentationFormat>
  <Paragraphs>101</Paragraphs>
  <Slides>7</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2025-10-27T18:56:18Z</dcterms:modified>
</cp:coreProperties>
</file>