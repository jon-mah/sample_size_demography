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0"/>
  </p:notesMasterIdLst>
  <p:sldIdLst>
    <p:sldId id="422" r:id="rId2"/>
    <p:sldId id="423" r:id="rId3"/>
    <p:sldId id="513" r:id="rId4"/>
    <p:sldId id="515" r:id="rId5"/>
    <p:sldId id="514" r:id="rId6"/>
    <p:sldId id="511" r:id="rId7"/>
    <p:sldId id="516" r:id="rId8"/>
    <p:sldId id="512" r:id="rId9"/>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3"/>
            <p14:sldId id="515"/>
            <p14:sldId id="514"/>
            <p14:sldId id="511"/>
            <p14:sldId id="516"/>
            <p14:sldId id="5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F99A9D-B754-40AC-9440-88193A800468}" v="19" dt="2025-12-03T08:50:09.7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66" d="100"/>
          <a:sy n="66" d="100"/>
        </p:scale>
        <p:origin x="213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undo custSel addSld modSld sldOrd">
      <pc:chgData name="Jonathan Mah" userId="5261b2f2f3e51194" providerId="LiveId" clId="{A5D66373-2F43-49C1-972D-0BE2B77E544E}" dt="2025-12-03T08:50:25.310" v="498" actId="1076"/>
      <pc:docMkLst>
        <pc:docMk/>
      </pc:docMkLst>
      <pc:sldChg chg="addSp delSp modSp mod ord">
        <pc:chgData name="Jonathan Mah" userId="5261b2f2f3e51194" providerId="LiveId" clId="{A5D66373-2F43-49C1-972D-0BE2B77E544E}" dt="2025-12-03T08:50:25.310" v="498" actId="1076"/>
        <pc:sldMkLst>
          <pc:docMk/>
          <pc:sldMk cId="1601061642" sldId="512"/>
        </pc:sldMkLst>
        <pc:spChg chg="add mod">
          <ac:chgData name="Jonathan Mah" userId="5261b2f2f3e51194" providerId="LiveId" clId="{A5D66373-2F43-49C1-972D-0BE2B77E544E}" dt="2025-12-03T08:46:17.764" v="421" actId="1076"/>
          <ac:spMkLst>
            <pc:docMk/>
            <pc:sldMk cId="1601061642" sldId="512"/>
            <ac:spMk id="2" creationId="{DDD4D748-316D-5606-4117-1B9ADD5F854D}"/>
          </ac:spMkLst>
        </pc:spChg>
        <pc:spChg chg="add mod">
          <ac:chgData name="Jonathan Mah" userId="5261b2f2f3e51194" providerId="LiveId" clId="{A5D66373-2F43-49C1-972D-0BE2B77E544E}" dt="2025-12-03T08:47:50.693" v="448" actId="14100"/>
          <ac:spMkLst>
            <pc:docMk/>
            <pc:sldMk cId="1601061642" sldId="512"/>
            <ac:spMk id="3" creationId="{B5123F49-0B34-4F56-4362-2BB67D7555B3}"/>
          </ac:spMkLst>
        </pc:spChg>
        <pc:spChg chg="add mod">
          <ac:chgData name="Jonathan Mah" userId="5261b2f2f3e51194" providerId="LiveId" clId="{A5D66373-2F43-49C1-972D-0BE2B77E544E}" dt="2025-12-03T08:48:08.973" v="453" actId="1076"/>
          <ac:spMkLst>
            <pc:docMk/>
            <pc:sldMk cId="1601061642" sldId="512"/>
            <ac:spMk id="4" creationId="{448C7351-E1F0-15A3-22AF-D474C2065115}"/>
          </ac:spMkLst>
        </pc:spChg>
        <pc:spChg chg="add mod">
          <ac:chgData name="Jonathan Mah" userId="5261b2f2f3e51194" providerId="LiveId" clId="{A5D66373-2F43-49C1-972D-0BE2B77E544E}" dt="2025-12-03T08:48:01.237" v="451" actId="14100"/>
          <ac:spMkLst>
            <pc:docMk/>
            <pc:sldMk cId="1601061642" sldId="512"/>
            <ac:spMk id="5" creationId="{35080CE1-E5E9-3FAC-AE10-330C9B8411AE}"/>
          </ac:spMkLst>
        </pc:spChg>
        <pc:spChg chg="add mod">
          <ac:chgData name="Jonathan Mah" userId="5261b2f2f3e51194" providerId="LiveId" clId="{A5D66373-2F43-49C1-972D-0BE2B77E544E}" dt="2025-12-03T08:46:17.764" v="421" actId="1076"/>
          <ac:spMkLst>
            <pc:docMk/>
            <pc:sldMk cId="1601061642" sldId="512"/>
            <ac:spMk id="8" creationId="{20EE986B-3628-5E33-64FD-9C4FC78DD678}"/>
          </ac:spMkLst>
        </pc:spChg>
        <pc:spChg chg="mod">
          <ac:chgData name="Jonathan Mah" userId="5261b2f2f3e51194" providerId="LiveId" clId="{A5D66373-2F43-49C1-972D-0BE2B77E544E}" dt="2025-12-03T08:48:41.750" v="472" actId="1076"/>
          <ac:spMkLst>
            <pc:docMk/>
            <pc:sldMk cId="1601061642" sldId="512"/>
            <ac:spMk id="9" creationId="{F7246C0D-7BA6-41D6-C320-1A24DB75A41B}"/>
          </ac:spMkLst>
        </pc:spChg>
        <pc:spChg chg="add mod">
          <ac:chgData name="Jonathan Mah" userId="5261b2f2f3e51194" providerId="LiveId" clId="{A5D66373-2F43-49C1-972D-0BE2B77E544E}" dt="2025-12-03T08:49:06.902" v="476" actId="1076"/>
          <ac:spMkLst>
            <pc:docMk/>
            <pc:sldMk cId="1601061642" sldId="512"/>
            <ac:spMk id="10" creationId="{F969B816-1836-9294-742B-96942DDF7418}"/>
          </ac:spMkLst>
        </pc:spChg>
        <pc:spChg chg="add mod">
          <ac:chgData name="Jonathan Mah" userId="5261b2f2f3e51194" providerId="LiveId" clId="{A5D66373-2F43-49C1-972D-0BE2B77E544E}" dt="2025-12-03T08:47:55.253" v="450" actId="14100"/>
          <ac:spMkLst>
            <pc:docMk/>
            <pc:sldMk cId="1601061642" sldId="512"/>
            <ac:spMk id="11" creationId="{2D320388-1D65-6692-A4B2-EE9163C7B475}"/>
          </ac:spMkLst>
        </pc:spChg>
        <pc:spChg chg="mod">
          <ac:chgData name="Jonathan Mah" userId="5261b2f2f3e51194" providerId="LiveId" clId="{A5D66373-2F43-49C1-972D-0BE2B77E544E}" dt="2025-12-03T08:47:12.733" v="432" actId="1076"/>
          <ac:spMkLst>
            <pc:docMk/>
            <pc:sldMk cId="1601061642" sldId="512"/>
            <ac:spMk id="12" creationId="{E924E80D-ED2B-72E9-A108-EA9118C67D64}"/>
          </ac:spMkLst>
        </pc:spChg>
        <pc:spChg chg="add mod">
          <ac:chgData name="Jonathan Mah" userId="5261b2f2f3e51194" providerId="LiveId" clId="{A5D66373-2F43-49C1-972D-0BE2B77E544E}" dt="2025-12-03T08:47:53.325" v="449" actId="14100"/>
          <ac:spMkLst>
            <pc:docMk/>
            <pc:sldMk cId="1601061642" sldId="512"/>
            <ac:spMk id="13" creationId="{1A16D876-3D2A-6700-0BD6-6FCABDF5F6C0}"/>
          </ac:spMkLst>
        </pc:spChg>
        <pc:spChg chg="add del mod">
          <ac:chgData name="Jonathan Mah" userId="5261b2f2f3e51194" providerId="LiveId" clId="{A5D66373-2F43-49C1-972D-0BE2B77E544E}" dt="2025-12-03T08:36:15.671" v="242" actId="478"/>
          <ac:spMkLst>
            <pc:docMk/>
            <pc:sldMk cId="1601061642" sldId="512"/>
            <ac:spMk id="14" creationId="{FE525588-EA35-E513-460D-016FD47DEB1D}"/>
          </ac:spMkLst>
        </pc:spChg>
        <pc:spChg chg="add mod">
          <ac:chgData name="Jonathan Mah" userId="5261b2f2f3e51194" providerId="LiveId" clId="{A5D66373-2F43-49C1-972D-0BE2B77E544E}" dt="2025-12-03T08:47:28.254" v="447" actId="1036"/>
          <ac:spMkLst>
            <pc:docMk/>
            <pc:sldMk cId="1601061642" sldId="512"/>
            <ac:spMk id="15" creationId="{A47FAB82-5C7F-868E-D96A-59F79C9F82E3}"/>
          </ac:spMkLst>
        </pc:spChg>
        <pc:spChg chg="mod">
          <ac:chgData name="Jonathan Mah" userId="5261b2f2f3e51194" providerId="LiveId" clId="{A5D66373-2F43-49C1-972D-0BE2B77E544E}" dt="2025-12-03T08:47:22.708" v="440" actId="1035"/>
          <ac:spMkLst>
            <pc:docMk/>
            <pc:sldMk cId="1601061642" sldId="512"/>
            <ac:spMk id="16" creationId="{AC24383B-9881-F2A1-21EC-E1F08400A776}"/>
          </ac:spMkLst>
        </pc:spChg>
        <pc:spChg chg="add mod">
          <ac:chgData name="Jonathan Mah" userId="5261b2f2f3e51194" providerId="LiveId" clId="{A5D66373-2F43-49C1-972D-0BE2B77E544E}" dt="2025-12-03T08:47:12.733" v="432" actId="1076"/>
          <ac:spMkLst>
            <pc:docMk/>
            <pc:sldMk cId="1601061642" sldId="512"/>
            <ac:spMk id="17" creationId="{65A0B147-7A62-6C7D-0F90-055F2D36001A}"/>
          </ac:spMkLst>
        </pc:spChg>
        <pc:spChg chg="add del mod">
          <ac:chgData name="Jonathan Mah" userId="5261b2f2f3e51194" providerId="LiveId" clId="{A5D66373-2F43-49C1-972D-0BE2B77E544E}" dt="2025-12-03T08:45:59.523" v="416" actId="478"/>
          <ac:spMkLst>
            <pc:docMk/>
            <pc:sldMk cId="1601061642" sldId="512"/>
            <ac:spMk id="18" creationId="{4FB1C5C0-BD31-AE0A-B987-285F436BFAA5}"/>
          </ac:spMkLst>
        </pc:spChg>
        <pc:spChg chg="add mod">
          <ac:chgData name="Jonathan Mah" userId="5261b2f2f3e51194" providerId="LiveId" clId="{A5D66373-2F43-49C1-972D-0BE2B77E544E}" dt="2025-12-03T08:46:17.764" v="421" actId="1076"/>
          <ac:spMkLst>
            <pc:docMk/>
            <pc:sldMk cId="1601061642" sldId="512"/>
            <ac:spMk id="21" creationId="{E4E7989C-1CF6-28FB-4967-C8FA080C3C9D}"/>
          </ac:spMkLst>
        </pc:spChg>
        <pc:spChg chg="add mod">
          <ac:chgData name="Jonathan Mah" userId="5261b2f2f3e51194" providerId="LiveId" clId="{A5D66373-2F43-49C1-972D-0BE2B77E544E}" dt="2025-12-03T08:45:19.828" v="375" actId="1076"/>
          <ac:spMkLst>
            <pc:docMk/>
            <pc:sldMk cId="1601061642" sldId="512"/>
            <ac:spMk id="24" creationId="{ACB078C8-4156-AC31-CFB4-4A88C1B62115}"/>
          </ac:spMkLst>
        </pc:spChg>
        <pc:spChg chg="add mod">
          <ac:chgData name="Jonathan Mah" userId="5261b2f2f3e51194" providerId="LiveId" clId="{A5D66373-2F43-49C1-972D-0BE2B77E544E}" dt="2025-12-03T08:46:17.764" v="421" actId="1076"/>
          <ac:spMkLst>
            <pc:docMk/>
            <pc:sldMk cId="1601061642" sldId="512"/>
            <ac:spMk id="25" creationId="{66BF2C94-935F-34B9-0B52-AD79BA960CCB}"/>
          </ac:spMkLst>
        </pc:spChg>
        <pc:spChg chg="add mod">
          <ac:chgData name="Jonathan Mah" userId="5261b2f2f3e51194" providerId="LiveId" clId="{A5D66373-2F43-49C1-972D-0BE2B77E544E}" dt="2025-12-03T08:45:19.828" v="375" actId="1076"/>
          <ac:spMkLst>
            <pc:docMk/>
            <pc:sldMk cId="1601061642" sldId="512"/>
            <ac:spMk id="26" creationId="{9DD70F72-77C1-8EA5-551A-235221EC6AD1}"/>
          </ac:spMkLst>
        </pc:spChg>
        <pc:spChg chg="add mod">
          <ac:chgData name="Jonathan Mah" userId="5261b2f2f3e51194" providerId="LiveId" clId="{A5D66373-2F43-49C1-972D-0BE2B77E544E}" dt="2025-12-03T08:47:22.708" v="440" actId="1035"/>
          <ac:spMkLst>
            <pc:docMk/>
            <pc:sldMk cId="1601061642" sldId="512"/>
            <ac:spMk id="29" creationId="{614BC83A-B477-6D06-899E-F7C4E8AF95F0}"/>
          </ac:spMkLst>
        </pc:spChg>
        <pc:spChg chg="add mod">
          <ac:chgData name="Jonathan Mah" userId="5261b2f2f3e51194" providerId="LiveId" clId="{A5D66373-2F43-49C1-972D-0BE2B77E544E}" dt="2025-12-03T08:47:28.254" v="447" actId="1036"/>
          <ac:spMkLst>
            <pc:docMk/>
            <pc:sldMk cId="1601061642" sldId="512"/>
            <ac:spMk id="30" creationId="{FC1A50AB-9A7A-68FF-2DA1-3CC4AC4B2C10}"/>
          </ac:spMkLst>
        </pc:spChg>
        <pc:spChg chg="add mod">
          <ac:chgData name="Jonathan Mah" userId="5261b2f2f3e51194" providerId="LiveId" clId="{A5D66373-2F43-49C1-972D-0BE2B77E544E}" dt="2025-12-03T08:47:03.260" v="431" actId="1036"/>
          <ac:spMkLst>
            <pc:docMk/>
            <pc:sldMk cId="1601061642" sldId="512"/>
            <ac:spMk id="32" creationId="{CC1498EC-B75D-AB9B-E34F-27C8DCF3AA8B}"/>
          </ac:spMkLst>
        </pc:spChg>
        <pc:spChg chg="add mod">
          <ac:chgData name="Jonathan Mah" userId="5261b2f2f3e51194" providerId="LiveId" clId="{A5D66373-2F43-49C1-972D-0BE2B77E544E}" dt="2025-12-03T08:47:03.260" v="431" actId="1036"/>
          <ac:spMkLst>
            <pc:docMk/>
            <pc:sldMk cId="1601061642" sldId="512"/>
            <ac:spMk id="33" creationId="{FF20AB08-F6C7-DA2C-91D8-B9E1A0DB96C3}"/>
          </ac:spMkLst>
        </pc:spChg>
        <pc:spChg chg="add mod">
          <ac:chgData name="Jonathan Mah" userId="5261b2f2f3e51194" providerId="LiveId" clId="{A5D66373-2F43-49C1-972D-0BE2B77E544E}" dt="2025-12-03T08:48:35.998" v="471" actId="1076"/>
          <ac:spMkLst>
            <pc:docMk/>
            <pc:sldMk cId="1601061642" sldId="512"/>
            <ac:spMk id="34" creationId="{C88BE0C8-A8C9-57F6-6D7A-DC0D805FC6F9}"/>
          </ac:spMkLst>
        </pc:spChg>
        <pc:spChg chg="add mod">
          <ac:chgData name="Jonathan Mah" userId="5261b2f2f3e51194" providerId="LiveId" clId="{A5D66373-2F43-49C1-972D-0BE2B77E544E}" dt="2025-12-03T08:50:00.118" v="488" actId="1076"/>
          <ac:spMkLst>
            <pc:docMk/>
            <pc:sldMk cId="1601061642" sldId="512"/>
            <ac:spMk id="35" creationId="{4BA64D15-3279-904E-184A-FE3B778207E1}"/>
          </ac:spMkLst>
        </pc:spChg>
        <pc:spChg chg="add mod">
          <ac:chgData name="Jonathan Mah" userId="5261b2f2f3e51194" providerId="LiveId" clId="{A5D66373-2F43-49C1-972D-0BE2B77E544E}" dt="2025-12-03T08:50:07.582" v="493" actId="20577"/>
          <ac:spMkLst>
            <pc:docMk/>
            <pc:sldMk cId="1601061642" sldId="512"/>
            <ac:spMk id="36" creationId="{492268D4-7A91-5080-826D-45C0DE1DD1C3}"/>
          </ac:spMkLst>
        </pc:spChg>
        <pc:spChg chg="add mod">
          <ac:chgData name="Jonathan Mah" userId="5261b2f2f3e51194" providerId="LiveId" clId="{A5D66373-2F43-49C1-972D-0BE2B77E544E}" dt="2025-12-03T08:50:25.310" v="498" actId="1076"/>
          <ac:spMkLst>
            <pc:docMk/>
            <pc:sldMk cId="1601061642" sldId="512"/>
            <ac:spMk id="37" creationId="{FD72681F-F124-DEDC-B8D1-0989DA413C51}"/>
          </ac:spMkLst>
        </pc:spChg>
        <pc:picChg chg="add mod">
          <ac:chgData name="Jonathan Mah" userId="5261b2f2f3e51194" providerId="LiveId" clId="{A5D66373-2F43-49C1-972D-0BE2B77E544E}" dt="2025-12-03T08:45:19.828" v="375" actId="1076"/>
          <ac:picMkLst>
            <pc:docMk/>
            <pc:sldMk cId="1601061642" sldId="512"/>
            <ac:picMk id="20" creationId="{63E7276F-F01B-934A-CFDD-FB6D5F2EC7FE}"/>
          </ac:picMkLst>
        </pc:picChg>
        <pc:picChg chg="add del mod">
          <ac:chgData name="Jonathan Mah" userId="5261b2f2f3e51194" providerId="LiveId" clId="{A5D66373-2F43-49C1-972D-0BE2B77E544E}" dt="2025-12-03T08:43:15.899" v="321" actId="478"/>
          <ac:picMkLst>
            <pc:docMk/>
            <pc:sldMk cId="1601061642" sldId="512"/>
            <ac:picMk id="22" creationId="{42FBA657-CED5-FA6E-E468-A39906A06854}"/>
          </ac:picMkLst>
        </pc:picChg>
        <pc:picChg chg="add del mod">
          <ac:chgData name="Jonathan Mah" userId="5261b2f2f3e51194" providerId="LiveId" clId="{A5D66373-2F43-49C1-972D-0BE2B77E544E}" dt="2025-12-03T08:43:16.474" v="322" actId="478"/>
          <ac:picMkLst>
            <pc:docMk/>
            <pc:sldMk cId="1601061642" sldId="512"/>
            <ac:picMk id="23" creationId="{2AA692FC-120B-223B-D99B-215CC1ACE9B6}"/>
          </ac:picMkLst>
        </pc:picChg>
        <pc:picChg chg="add mod">
          <ac:chgData name="Jonathan Mah" userId="5261b2f2f3e51194" providerId="LiveId" clId="{A5D66373-2F43-49C1-972D-0BE2B77E544E}" dt="2025-12-03T08:45:19.828" v="375" actId="1076"/>
          <ac:picMkLst>
            <pc:docMk/>
            <pc:sldMk cId="1601061642" sldId="512"/>
            <ac:picMk id="27" creationId="{2D97DDCB-7229-9321-0F73-E66F51B159CC}"/>
          </ac:picMkLst>
        </pc:picChg>
        <pc:picChg chg="add mod">
          <ac:chgData name="Jonathan Mah" userId="5261b2f2f3e51194" providerId="LiveId" clId="{A5D66373-2F43-49C1-972D-0BE2B77E544E}" dt="2025-12-03T08:45:19.828" v="375" actId="1076"/>
          <ac:picMkLst>
            <pc:docMk/>
            <pc:sldMk cId="1601061642" sldId="512"/>
            <ac:picMk id="28" creationId="{D84EF3F0-23DB-F3D5-FE38-1150762ADF3E}"/>
          </ac:picMkLst>
        </pc:picChg>
        <pc:cxnChg chg="mod">
          <ac:chgData name="Jonathan Mah" userId="5261b2f2f3e51194" providerId="LiveId" clId="{A5D66373-2F43-49C1-972D-0BE2B77E544E}" dt="2025-12-03T08:48:46.688" v="475" actId="14100"/>
          <ac:cxnSpMkLst>
            <pc:docMk/>
            <pc:sldMk cId="1601061642" sldId="512"/>
            <ac:cxnSpMk id="6" creationId="{0C29B28B-7A9A-DC6F-F0AB-D90B76DF2B38}"/>
          </ac:cxnSpMkLst>
        </pc:cxnChg>
        <pc:cxnChg chg="add mod">
          <ac:chgData name="Jonathan Mah" userId="5261b2f2f3e51194" providerId="LiveId" clId="{A5D66373-2F43-49C1-972D-0BE2B77E544E}" dt="2025-12-03T08:48:46.688" v="475" actId="14100"/>
          <ac:cxnSpMkLst>
            <pc:docMk/>
            <pc:sldMk cId="1601061642" sldId="512"/>
            <ac:cxnSpMk id="31" creationId="{336F0EB5-4905-BF09-F000-B0455A2F984C}"/>
          </ac:cxnSpMkLst>
        </pc:cxnChg>
      </pc:sldChg>
      <pc:sldChg chg="add">
        <pc:chgData name="Jonathan Mah" userId="5261b2f2f3e51194" providerId="LiveId" clId="{A5D66373-2F43-49C1-972D-0BE2B77E544E}" dt="2025-12-03T08:43:03.982" v="310"/>
        <pc:sldMkLst>
          <pc:docMk/>
          <pc:sldMk cId="3124559289" sldId="5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12/3/2025</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12/3/2025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12/3/2025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12/3/2025</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4BADBDCF-86B6-D17F-1D38-3D1292745407}"/>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6352D362-9A9F-C93A-55DB-6B5743FADFA9}"/>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647F9EB-6456-AE24-65DA-EA4757D24CFF}"/>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1AF2C6E5-CBB5-1AB2-C438-02589CA06572}"/>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4C19948-9DC0-5FD6-37A1-A17971347241}"/>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294E77DF-C4EE-31C1-85F5-E12AE9F549E2}"/>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D66FC7D2-07C2-6441-2457-AF1BC3B3B7B4}"/>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AF03396F-A389-E53A-7188-56EB3ABDF50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699CDF-6B5A-5006-49BB-77AE2E475670}"/>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62369F2-B0CB-FED4-2B90-FF533F506543}"/>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AF3CF3DA-12F7-E7E8-D214-AC6EE0B7887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6330B629-D011-F42B-B0E3-A53B714D3870}"/>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288CF384-909F-D4CB-763F-B61C4A338A8B}"/>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44ED7668-2965-3F3C-8515-93D74C3EEF98}"/>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8FFC02D5-F71E-13F4-1E75-32C44BB7F7D2}"/>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4849F4-CE36-7363-C00B-F53250F6ACEC}"/>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14780343-7233-C5D1-07FC-2B477302258F}"/>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36EDF656-7D13-ADFC-D4C9-2E881468601A}"/>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7D232405-6066-6177-5FC8-3FA331A2172B}"/>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EC3C7F2D-A40A-9398-EFFD-E9FBF720EAE9}"/>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2C4AE86C-9595-E99B-F26D-B14308D5F3F4}"/>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E0CEC3CF-CFEC-4C06-35AB-C8137FF4567C}"/>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872B991D-0ADA-E25A-D346-8B4B3892DB9F}"/>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E9E6ABFA-AA21-27AA-354C-0D017E6BD393}"/>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10ED7B93-EB71-3679-38B5-10F02460AA5F}"/>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0F222D5-9752-5E7E-9A52-739900DA19F6}"/>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37063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2153-B9B4-51DE-93BC-886DFCCAFD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A8C81E-F4C0-A30D-B984-30575A1B4337}"/>
              </a:ext>
            </a:extLst>
          </p:cNvPr>
          <p:cNvSpPr txBox="1"/>
          <p:nvPr/>
        </p:nvSpPr>
        <p:spPr>
          <a:xfrm>
            <a:off x="9496097" y="26589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1E44EA0B-4A62-7B2A-CAFE-2CE0DD8A08F8}"/>
              </a:ext>
            </a:extLst>
          </p:cNvPr>
          <p:cNvSpPr/>
          <p:nvPr/>
        </p:nvSpPr>
        <p:spPr>
          <a:xfrm>
            <a:off x="9866723" y="3079691"/>
            <a:ext cx="914400"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7F48889B-861E-0B99-1828-64AB173F66BA}"/>
              </a:ext>
            </a:extLst>
          </p:cNvPr>
          <p:cNvSpPr/>
          <p:nvPr/>
        </p:nvSpPr>
        <p:spPr>
          <a:xfrm>
            <a:off x="9658120" y="545723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D99773AC-71BD-CEE9-8C33-A4188B93CEE7}"/>
              </a:ext>
            </a:extLst>
          </p:cNvPr>
          <p:cNvSpPr/>
          <p:nvPr/>
        </p:nvSpPr>
        <p:spPr>
          <a:xfrm>
            <a:off x="10083930" y="408905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173F076B-5882-EB69-6949-13CF2D4658C5}"/>
              </a:ext>
            </a:extLst>
          </p:cNvPr>
          <p:cNvCxnSpPr>
            <a:cxnSpLocks/>
          </p:cNvCxnSpPr>
          <p:nvPr/>
        </p:nvCxnSpPr>
        <p:spPr>
          <a:xfrm>
            <a:off x="9437729" y="31673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E98F14B-AC4B-D746-2103-DA8CBEFA20FE}"/>
              </a:ext>
            </a:extLst>
          </p:cNvPr>
          <p:cNvSpPr txBox="1"/>
          <p:nvPr/>
        </p:nvSpPr>
        <p:spPr>
          <a:xfrm rot="16200000">
            <a:off x="8634082" y="3993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DC58873A-7BF1-E8E8-C9C9-9B01071F2505}"/>
              </a:ext>
            </a:extLst>
          </p:cNvPr>
          <p:cNvSpPr txBox="1"/>
          <p:nvPr/>
        </p:nvSpPr>
        <p:spPr>
          <a:xfrm>
            <a:off x="8008983" y="3015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5E36B224-7503-FC57-C46E-1B2884BD0375}"/>
              </a:ext>
            </a:extLst>
          </p:cNvPr>
          <p:cNvSpPr txBox="1"/>
          <p:nvPr/>
        </p:nvSpPr>
        <p:spPr>
          <a:xfrm>
            <a:off x="8157787" y="52501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EDC9C40C-8734-7DDA-0266-0574D569AEBC}"/>
              </a:ext>
            </a:extLst>
          </p:cNvPr>
          <p:cNvSpPr txBox="1"/>
          <p:nvPr/>
        </p:nvSpPr>
        <p:spPr>
          <a:xfrm>
            <a:off x="8834593" y="22860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879476F8-B5C9-F07D-49DE-E697712D238A}"/>
              </a:ext>
            </a:extLst>
          </p:cNvPr>
          <p:cNvSpPr/>
          <p:nvPr/>
        </p:nvSpPr>
        <p:spPr>
          <a:xfrm>
            <a:off x="10817926" y="6478035"/>
            <a:ext cx="914400"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DEEFDD18-8E7D-6CAD-8596-80502ECB27B2}"/>
              </a:ext>
            </a:extLst>
          </p:cNvPr>
          <p:cNvSpPr/>
          <p:nvPr/>
        </p:nvSpPr>
        <p:spPr>
          <a:xfrm>
            <a:off x="11026428" y="6982269"/>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A54D7242-B9E7-BF7D-5FED-B93D052E9247}"/>
              </a:ext>
            </a:extLst>
          </p:cNvPr>
          <p:cNvSpPr/>
          <p:nvPr/>
        </p:nvSpPr>
        <p:spPr>
          <a:xfrm>
            <a:off x="8882041" y="6433651"/>
            <a:ext cx="914400"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651FFBDA-8D8B-C3E8-85EE-07EA4B1FAB34}"/>
              </a:ext>
            </a:extLst>
          </p:cNvPr>
          <p:cNvSpPr/>
          <p:nvPr/>
        </p:nvSpPr>
        <p:spPr>
          <a:xfrm rot="16200000">
            <a:off x="10179673" y="46352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0404C804-860D-3D2B-5BBE-7A341D3E7A64}"/>
              </a:ext>
            </a:extLst>
          </p:cNvPr>
          <p:cNvSpPr txBox="1"/>
          <p:nvPr/>
        </p:nvSpPr>
        <p:spPr>
          <a:xfrm>
            <a:off x="7776363" y="86960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0F414D3-8A08-D86C-AA7D-5198CADABF89}"/>
              </a:ext>
            </a:extLst>
          </p:cNvPr>
          <p:cNvSpPr/>
          <p:nvPr/>
        </p:nvSpPr>
        <p:spPr>
          <a:xfrm>
            <a:off x="8673438" y="8322870"/>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AB0ECFAC-6FA9-240C-AC83-75BEE15BBE19}"/>
              </a:ext>
            </a:extLst>
          </p:cNvPr>
          <p:cNvSpPr/>
          <p:nvPr/>
        </p:nvSpPr>
        <p:spPr>
          <a:xfrm>
            <a:off x="6675023" y="2200828"/>
            <a:ext cx="528730" cy="7018470"/>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20" name="Graphic 19" descr="Group of men with solid fill">
            <a:extLst>
              <a:ext uri="{FF2B5EF4-FFF2-40B4-BE49-F238E27FC236}">
                <a16:creationId xmlns:a16="http://schemas.microsoft.com/office/drawing/2014/main" id="{8F5C106F-8B83-A5EE-C2B2-4954715270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2547610"/>
            <a:ext cx="1828800" cy="1828800"/>
          </a:xfrm>
          <a:prstGeom prst="rect">
            <a:avLst/>
          </a:prstGeom>
        </p:spPr>
      </p:pic>
      <p:sp>
        <p:nvSpPr>
          <p:cNvPr id="21" name="TextBox 20">
            <a:extLst>
              <a:ext uri="{FF2B5EF4-FFF2-40B4-BE49-F238E27FC236}">
                <a16:creationId xmlns:a16="http://schemas.microsoft.com/office/drawing/2014/main" id="{1F094396-F10D-6D60-EB5F-A98F49B0262F}"/>
              </a:ext>
            </a:extLst>
          </p:cNvPr>
          <p:cNvSpPr txBox="1"/>
          <p:nvPr/>
        </p:nvSpPr>
        <p:spPr>
          <a:xfrm>
            <a:off x="4409192" y="316630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10 Diploids</a:t>
            </a:r>
          </a:p>
        </p:txBody>
      </p:sp>
      <p:pic>
        <p:nvPicPr>
          <p:cNvPr id="22" name="Graphic 21" descr="Group of men with solid fill">
            <a:extLst>
              <a:ext uri="{FF2B5EF4-FFF2-40B4-BE49-F238E27FC236}">
                <a16:creationId xmlns:a16="http://schemas.microsoft.com/office/drawing/2014/main" id="{1F6980BA-F0D5-4BF7-54A0-239A996CB6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67487" y="4335160"/>
            <a:ext cx="1828800" cy="1828800"/>
          </a:xfrm>
          <a:prstGeom prst="rect">
            <a:avLst/>
          </a:prstGeom>
        </p:spPr>
      </p:pic>
      <p:pic>
        <p:nvPicPr>
          <p:cNvPr id="23" name="Graphic 22" descr="Group of men with solid fill">
            <a:extLst>
              <a:ext uri="{FF2B5EF4-FFF2-40B4-BE49-F238E27FC236}">
                <a16:creationId xmlns:a16="http://schemas.microsoft.com/office/drawing/2014/main" id="{FE2B28DC-9E27-1375-484D-BA83776F536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7422216"/>
            <a:ext cx="1828800" cy="1828800"/>
          </a:xfrm>
          <a:prstGeom prst="rect">
            <a:avLst/>
          </a:prstGeom>
        </p:spPr>
      </p:pic>
      <p:sp>
        <p:nvSpPr>
          <p:cNvPr id="24" name="TextBox 23">
            <a:extLst>
              <a:ext uri="{FF2B5EF4-FFF2-40B4-BE49-F238E27FC236}">
                <a16:creationId xmlns:a16="http://schemas.microsoft.com/office/drawing/2014/main" id="{305089E9-E50E-392B-8CB3-ADDBAD7EE761}"/>
              </a:ext>
            </a:extLst>
          </p:cNvPr>
          <p:cNvSpPr txBox="1"/>
          <p:nvPr/>
        </p:nvSpPr>
        <p:spPr>
          <a:xfrm>
            <a:off x="4409192" y="4969871"/>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09E5122F-B2DD-4E50-5966-69867CFFB55E}"/>
              </a:ext>
            </a:extLst>
          </p:cNvPr>
          <p:cNvSpPr txBox="1"/>
          <p:nvPr/>
        </p:nvSpPr>
        <p:spPr>
          <a:xfrm>
            <a:off x="4409192" y="806126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0A0C8C35-F009-E267-6861-492E39932225}"/>
              </a:ext>
            </a:extLst>
          </p:cNvPr>
          <p:cNvSpPr txBox="1"/>
          <p:nvPr/>
        </p:nvSpPr>
        <p:spPr>
          <a:xfrm>
            <a:off x="4121773" y="6299364"/>
            <a:ext cx="114168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t>
            </a:r>
          </a:p>
        </p:txBody>
      </p:sp>
    </p:spTree>
    <p:extLst>
      <p:ext uri="{BB962C8B-B14F-4D97-AF65-F5344CB8AC3E}">
        <p14:creationId xmlns:p14="http://schemas.microsoft.com/office/powerpoint/2010/main" val="3124559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D4D748-316D-5606-4117-1B9ADD5F854D}"/>
              </a:ext>
            </a:extLst>
          </p:cNvPr>
          <p:cNvSpPr txBox="1"/>
          <p:nvPr/>
        </p:nvSpPr>
        <p:spPr>
          <a:xfrm>
            <a:off x="4938611" y="3225050"/>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B5123F49-0B34-4F56-4362-2BB67D7555B3}"/>
              </a:ext>
            </a:extLst>
          </p:cNvPr>
          <p:cNvSpPr/>
          <p:nvPr/>
        </p:nvSpPr>
        <p:spPr>
          <a:xfrm>
            <a:off x="5309237" y="3748270"/>
            <a:ext cx="914400"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448C7351-E1F0-15A3-22AF-D474C2065115}"/>
              </a:ext>
            </a:extLst>
          </p:cNvPr>
          <p:cNvSpPr/>
          <p:nvPr/>
        </p:nvSpPr>
        <p:spPr>
          <a:xfrm>
            <a:off x="5117692" y="550742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35080CE1-E5E9-3FAC-AE10-330C9B8411AE}"/>
              </a:ext>
            </a:extLst>
          </p:cNvPr>
          <p:cNvSpPr/>
          <p:nvPr/>
        </p:nvSpPr>
        <p:spPr>
          <a:xfrm>
            <a:off x="5526444" y="4655109"/>
            <a:ext cx="479985"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0C29B28B-7A9A-DC6F-F0AB-D90B76DF2B38}"/>
              </a:ext>
            </a:extLst>
          </p:cNvPr>
          <p:cNvCxnSpPr>
            <a:cxnSpLocks/>
          </p:cNvCxnSpPr>
          <p:nvPr/>
        </p:nvCxnSpPr>
        <p:spPr>
          <a:xfrm>
            <a:off x="4880243" y="3733433"/>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F9353464-9F5B-BD14-1B80-D253E964E51D}"/>
              </a:ext>
            </a:extLst>
          </p:cNvPr>
          <p:cNvSpPr txBox="1"/>
          <p:nvPr/>
        </p:nvSpPr>
        <p:spPr>
          <a:xfrm rot="16200000">
            <a:off x="4076596" y="456001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20EE986B-3628-5E33-64FD-9C4FC78DD678}"/>
              </a:ext>
            </a:extLst>
          </p:cNvPr>
          <p:cNvSpPr txBox="1"/>
          <p:nvPr/>
        </p:nvSpPr>
        <p:spPr>
          <a:xfrm>
            <a:off x="3451497" y="358171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F7246C0D-7BA6-41D6-C320-1A24DB75A41B}"/>
              </a:ext>
            </a:extLst>
          </p:cNvPr>
          <p:cNvSpPr txBox="1"/>
          <p:nvPr/>
        </p:nvSpPr>
        <p:spPr>
          <a:xfrm>
            <a:off x="3636005" y="54576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F969B816-1836-9294-742B-96942DDF7418}"/>
              </a:ext>
            </a:extLst>
          </p:cNvPr>
          <p:cNvSpPr txBox="1"/>
          <p:nvPr/>
        </p:nvSpPr>
        <p:spPr>
          <a:xfrm>
            <a:off x="4294113" y="263718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2D320388-1D65-6692-A4B2-EE9163C7B475}"/>
              </a:ext>
            </a:extLst>
          </p:cNvPr>
          <p:cNvSpPr/>
          <p:nvPr/>
        </p:nvSpPr>
        <p:spPr>
          <a:xfrm>
            <a:off x="14558733" y="3641376"/>
            <a:ext cx="914400" cy="46189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924E80D-ED2B-72E9-A108-EA9118C67D64}"/>
              </a:ext>
            </a:extLst>
          </p:cNvPr>
          <p:cNvSpPr/>
          <p:nvPr/>
        </p:nvSpPr>
        <p:spPr>
          <a:xfrm>
            <a:off x="14767235" y="4103270"/>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1A16D876-3D2A-6700-0BD6-6FCABDF5F6C0}"/>
              </a:ext>
            </a:extLst>
          </p:cNvPr>
          <p:cNvSpPr/>
          <p:nvPr/>
        </p:nvSpPr>
        <p:spPr>
          <a:xfrm>
            <a:off x="12622848" y="3641376"/>
            <a:ext cx="914400" cy="18162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A47FAB82-5C7F-868E-D96A-59F79C9F82E3}"/>
              </a:ext>
            </a:extLst>
          </p:cNvPr>
          <p:cNvSpPr/>
          <p:nvPr/>
        </p:nvSpPr>
        <p:spPr>
          <a:xfrm>
            <a:off x="7276046" y="3220931"/>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AC24383B-9881-F2A1-21EC-E1F08400A776}"/>
              </a:ext>
            </a:extLst>
          </p:cNvPr>
          <p:cNvSpPr txBox="1"/>
          <p:nvPr/>
        </p:nvSpPr>
        <p:spPr>
          <a:xfrm>
            <a:off x="10903105" y="2639732"/>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5A0B147-7A62-6C7D-0F90-055F2D36001A}"/>
              </a:ext>
            </a:extLst>
          </p:cNvPr>
          <p:cNvSpPr/>
          <p:nvPr/>
        </p:nvSpPr>
        <p:spPr>
          <a:xfrm>
            <a:off x="12414245" y="544387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pic>
        <p:nvPicPr>
          <p:cNvPr id="20" name="Graphic 19" descr="Group of men with solid fill">
            <a:extLst>
              <a:ext uri="{FF2B5EF4-FFF2-40B4-BE49-F238E27FC236}">
                <a16:creationId xmlns:a16="http://schemas.microsoft.com/office/drawing/2014/main" id="{63E7276F-F01B-934A-CFDD-FB6D5F2EC7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11386" y="5507421"/>
            <a:ext cx="914400" cy="914400"/>
          </a:xfrm>
          <a:prstGeom prst="rect">
            <a:avLst/>
          </a:prstGeom>
        </p:spPr>
      </p:pic>
      <p:sp>
        <p:nvSpPr>
          <p:cNvPr id="21" name="TextBox 20">
            <a:extLst>
              <a:ext uri="{FF2B5EF4-FFF2-40B4-BE49-F238E27FC236}">
                <a16:creationId xmlns:a16="http://schemas.microsoft.com/office/drawing/2014/main" id="{E4E7989C-1CF6-28FB-4967-C8FA080C3C9D}"/>
              </a:ext>
            </a:extLst>
          </p:cNvPr>
          <p:cNvSpPr txBox="1"/>
          <p:nvPr/>
        </p:nvSpPr>
        <p:spPr>
          <a:xfrm>
            <a:off x="8950554" y="3556449"/>
            <a:ext cx="1336694" cy="338553"/>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10 Diploids</a:t>
            </a:r>
          </a:p>
        </p:txBody>
      </p:sp>
      <p:sp>
        <p:nvSpPr>
          <p:cNvPr id="24" name="TextBox 23">
            <a:extLst>
              <a:ext uri="{FF2B5EF4-FFF2-40B4-BE49-F238E27FC236}">
                <a16:creationId xmlns:a16="http://schemas.microsoft.com/office/drawing/2014/main" id="{ACB078C8-4156-AC31-CFB4-4A88C1B62115}"/>
              </a:ext>
            </a:extLst>
          </p:cNvPr>
          <p:cNvSpPr txBox="1"/>
          <p:nvPr/>
        </p:nvSpPr>
        <p:spPr>
          <a:xfrm>
            <a:off x="8925786" y="4247190"/>
            <a:ext cx="1474307"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66BF2C94-935F-34B9-0B52-AD79BA960CCB}"/>
              </a:ext>
            </a:extLst>
          </p:cNvPr>
          <p:cNvSpPr txBox="1"/>
          <p:nvPr/>
        </p:nvSpPr>
        <p:spPr>
          <a:xfrm>
            <a:off x="8950554" y="5813340"/>
            <a:ext cx="165814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9DD70F72-77C1-8EA5-551A-235221EC6AD1}"/>
              </a:ext>
            </a:extLst>
          </p:cNvPr>
          <p:cNvSpPr txBox="1"/>
          <p:nvPr/>
        </p:nvSpPr>
        <p:spPr>
          <a:xfrm>
            <a:off x="8748920" y="4937932"/>
            <a:ext cx="1141683"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a:t>
            </a:r>
          </a:p>
        </p:txBody>
      </p:sp>
      <p:pic>
        <p:nvPicPr>
          <p:cNvPr id="27" name="Graphic 26" descr="Group of men with solid fill">
            <a:extLst>
              <a:ext uri="{FF2B5EF4-FFF2-40B4-BE49-F238E27FC236}">
                <a16:creationId xmlns:a16="http://schemas.microsoft.com/office/drawing/2014/main" id="{2D97DDCB-7229-9321-0F73-E66F51B159C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11386" y="3239342"/>
            <a:ext cx="914400" cy="914400"/>
          </a:xfrm>
          <a:prstGeom prst="rect">
            <a:avLst/>
          </a:prstGeom>
        </p:spPr>
      </p:pic>
      <p:pic>
        <p:nvPicPr>
          <p:cNvPr id="28" name="Graphic 27" descr="Group of men with solid fill">
            <a:extLst>
              <a:ext uri="{FF2B5EF4-FFF2-40B4-BE49-F238E27FC236}">
                <a16:creationId xmlns:a16="http://schemas.microsoft.com/office/drawing/2014/main" id="{D84EF3F0-23DB-F3D5-FE38-1150762ADF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11386" y="4097609"/>
            <a:ext cx="914400" cy="914400"/>
          </a:xfrm>
          <a:prstGeom prst="rect">
            <a:avLst/>
          </a:prstGeom>
        </p:spPr>
      </p:pic>
      <p:sp>
        <p:nvSpPr>
          <p:cNvPr id="29" name="TextBox 28">
            <a:extLst>
              <a:ext uri="{FF2B5EF4-FFF2-40B4-BE49-F238E27FC236}">
                <a16:creationId xmlns:a16="http://schemas.microsoft.com/office/drawing/2014/main" id="{614BC83A-B477-6D06-899E-F7C4E8AF95F0}"/>
              </a:ext>
            </a:extLst>
          </p:cNvPr>
          <p:cNvSpPr txBox="1"/>
          <p:nvPr/>
        </p:nvSpPr>
        <p:spPr>
          <a:xfrm>
            <a:off x="7779306" y="2645228"/>
            <a:ext cx="28293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Computed SFS</a:t>
            </a:r>
          </a:p>
        </p:txBody>
      </p:sp>
      <p:sp>
        <p:nvSpPr>
          <p:cNvPr id="30" name="Left Brace 29">
            <a:extLst>
              <a:ext uri="{FF2B5EF4-FFF2-40B4-BE49-F238E27FC236}">
                <a16:creationId xmlns:a16="http://schemas.microsoft.com/office/drawing/2014/main" id="{FC1A50AB-9A7A-68FF-2DA1-3CC4AC4B2C10}"/>
              </a:ext>
            </a:extLst>
          </p:cNvPr>
          <p:cNvSpPr/>
          <p:nvPr/>
        </p:nvSpPr>
        <p:spPr>
          <a:xfrm>
            <a:off x="10519607" y="3155342"/>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36F0EB5-4905-BF09-F000-B0455A2F984C}"/>
              </a:ext>
            </a:extLst>
          </p:cNvPr>
          <p:cNvCxnSpPr>
            <a:cxnSpLocks/>
          </p:cNvCxnSpPr>
          <p:nvPr/>
        </p:nvCxnSpPr>
        <p:spPr>
          <a:xfrm>
            <a:off x="12128672" y="3641376"/>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CC1498EC-B75D-AB9B-E34F-27C8DCF3AA8B}"/>
              </a:ext>
            </a:extLst>
          </p:cNvPr>
          <p:cNvSpPr txBox="1"/>
          <p:nvPr/>
        </p:nvSpPr>
        <p:spPr>
          <a:xfrm rot="16200000">
            <a:off x="11325025" y="4467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3" name="TextBox 32">
            <a:extLst>
              <a:ext uri="{FF2B5EF4-FFF2-40B4-BE49-F238E27FC236}">
                <a16:creationId xmlns:a16="http://schemas.microsoft.com/office/drawing/2014/main" id="{FF20AB08-F6C7-DA2C-91D8-B9E1A0DB96C3}"/>
              </a:ext>
            </a:extLst>
          </p:cNvPr>
          <p:cNvSpPr txBox="1"/>
          <p:nvPr/>
        </p:nvSpPr>
        <p:spPr>
          <a:xfrm>
            <a:off x="10699926" y="3489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4" name="TextBox 33">
            <a:extLst>
              <a:ext uri="{FF2B5EF4-FFF2-40B4-BE49-F238E27FC236}">
                <a16:creationId xmlns:a16="http://schemas.microsoft.com/office/drawing/2014/main" id="{C88BE0C8-A8C9-57F6-6D7A-DC0D805FC6F9}"/>
              </a:ext>
            </a:extLst>
          </p:cNvPr>
          <p:cNvSpPr txBox="1"/>
          <p:nvPr/>
        </p:nvSpPr>
        <p:spPr>
          <a:xfrm>
            <a:off x="10847537" y="5443871"/>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5" name="TextBox 34">
            <a:extLst>
              <a:ext uri="{FF2B5EF4-FFF2-40B4-BE49-F238E27FC236}">
                <a16:creationId xmlns:a16="http://schemas.microsoft.com/office/drawing/2014/main" id="{4BA64D15-3279-904E-184A-FE3B778207E1}"/>
              </a:ext>
            </a:extLst>
          </p:cNvPr>
          <p:cNvSpPr txBox="1"/>
          <p:nvPr/>
        </p:nvSpPr>
        <p:spPr>
          <a:xfrm>
            <a:off x="3549224"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36" name="TextBox 35">
            <a:extLst>
              <a:ext uri="{FF2B5EF4-FFF2-40B4-BE49-F238E27FC236}">
                <a16:creationId xmlns:a16="http://schemas.microsoft.com/office/drawing/2014/main" id="{492268D4-7A91-5080-826D-45C0DE1DD1C3}"/>
              </a:ext>
            </a:extLst>
          </p:cNvPr>
          <p:cNvSpPr txBox="1"/>
          <p:nvPr/>
        </p:nvSpPr>
        <p:spPr>
          <a:xfrm>
            <a:off x="7276046"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37" name="TextBox 36">
            <a:extLst>
              <a:ext uri="{FF2B5EF4-FFF2-40B4-BE49-F238E27FC236}">
                <a16:creationId xmlns:a16="http://schemas.microsoft.com/office/drawing/2014/main" id="{FD72681F-F124-DEDC-B8D1-0989DA413C51}"/>
              </a:ext>
            </a:extLst>
          </p:cNvPr>
          <p:cNvSpPr txBox="1"/>
          <p:nvPr/>
        </p:nvSpPr>
        <p:spPr>
          <a:xfrm>
            <a:off x="10519607" y="172174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160106164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7110</TotalTime>
  <Words>285</Words>
  <Application>Microsoft Office PowerPoint</Application>
  <PresentationFormat>Custom</PresentationFormat>
  <Paragraphs>128</Paragraphs>
  <Slides>8</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2025-12-03T08:50:29Z</dcterms:modified>
</cp:coreProperties>
</file>