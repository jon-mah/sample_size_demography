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401" r:id="rId2"/>
    <p:sldId id="517" r:id="rId3"/>
    <p:sldId id="518" r:id="rId4"/>
    <p:sldId id="523" r:id="rId5"/>
    <p:sldId id="524" r:id="rId6"/>
    <p:sldId id="520" r:id="rId7"/>
    <p:sldId id="521" r:id="rId8"/>
    <p:sldId id="519" r:id="rId9"/>
    <p:sldId id="525" r:id="rId10"/>
    <p:sldId id="542" r:id="rId11"/>
    <p:sldId id="526" r:id="rId12"/>
    <p:sldId id="528" r:id="rId13"/>
    <p:sldId id="529" r:id="rId14"/>
    <p:sldId id="530" r:id="rId15"/>
    <p:sldId id="534" r:id="rId16"/>
    <p:sldId id="532" r:id="rId17"/>
    <p:sldId id="533" r:id="rId18"/>
    <p:sldId id="537" r:id="rId19"/>
    <p:sldId id="536" r:id="rId20"/>
    <p:sldId id="538" r:id="rId21"/>
    <p:sldId id="539" r:id="rId22"/>
    <p:sldId id="540" r:id="rId23"/>
    <p:sldId id="543" r:id="rId24"/>
    <p:sldId id="544" r:id="rId25"/>
    <p:sldId id="545" r:id="rId26"/>
    <p:sldId id="546" r:id="rId27"/>
    <p:sldId id="547" r:id="rId28"/>
    <p:sldId id="587" r:id="rId29"/>
    <p:sldId id="548" r:id="rId30"/>
    <p:sldId id="549" r:id="rId31"/>
    <p:sldId id="552" r:id="rId32"/>
    <p:sldId id="584" r:id="rId33"/>
    <p:sldId id="583" r:id="rId34"/>
    <p:sldId id="554" r:id="rId35"/>
    <p:sldId id="556" r:id="rId36"/>
    <p:sldId id="558" r:id="rId37"/>
    <p:sldId id="560" r:id="rId38"/>
    <p:sldId id="561" r:id="rId39"/>
    <p:sldId id="568" r:id="rId40"/>
    <p:sldId id="569" r:id="rId41"/>
    <p:sldId id="570" r:id="rId42"/>
    <p:sldId id="571" r:id="rId43"/>
    <p:sldId id="572" r:id="rId44"/>
    <p:sldId id="573" r:id="rId45"/>
    <p:sldId id="574" r:id="rId46"/>
    <p:sldId id="575" r:id="rId47"/>
    <p:sldId id="576" r:id="rId48"/>
    <p:sldId id="577" r:id="rId49"/>
    <p:sldId id="562" r:id="rId50"/>
    <p:sldId id="563" r:id="rId51"/>
    <p:sldId id="564" r:id="rId52"/>
    <p:sldId id="565" r:id="rId53"/>
    <p:sldId id="578" r:id="rId54"/>
    <p:sldId id="579" r:id="rId55"/>
    <p:sldId id="580" r:id="rId56"/>
    <p:sldId id="581" r:id="rId57"/>
    <p:sldId id="585" r:id="rId58"/>
    <p:sldId id="586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DF784F-B37D-496E-B3C2-4437BB28292B}">
          <p14:sldIdLst>
            <p14:sldId id="401"/>
            <p14:sldId id="517"/>
            <p14:sldId id="518"/>
            <p14:sldId id="523"/>
            <p14:sldId id="524"/>
            <p14:sldId id="520"/>
            <p14:sldId id="521"/>
            <p14:sldId id="519"/>
            <p14:sldId id="525"/>
            <p14:sldId id="542"/>
            <p14:sldId id="526"/>
            <p14:sldId id="528"/>
            <p14:sldId id="529"/>
            <p14:sldId id="530"/>
            <p14:sldId id="534"/>
            <p14:sldId id="532"/>
            <p14:sldId id="533"/>
            <p14:sldId id="537"/>
            <p14:sldId id="536"/>
            <p14:sldId id="538"/>
            <p14:sldId id="539"/>
            <p14:sldId id="540"/>
            <p14:sldId id="543"/>
            <p14:sldId id="544"/>
            <p14:sldId id="545"/>
            <p14:sldId id="546"/>
            <p14:sldId id="547"/>
            <p14:sldId id="587"/>
            <p14:sldId id="548"/>
            <p14:sldId id="549"/>
            <p14:sldId id="552"/>
            <p14:sldId id="584"/>
            <p14:sldId id="583"/>
            <p14:sldId id="554"/>
            <p14:sldId id="556"/>
            <p14:sldId id="558"/>
            <p14:sldId id="560"/>
            <p14:sldId id="561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62"/>
            <p14:sldId id="563"/>
            <p14:sldId id="564"/>
            <p14:sldId id="565"/>
            <p14:sldId id="578"/>
            <p14:sldId id="579"/>
            <p14:sldId id="580"/>
            <p14:sldId id="581"/>
            <p14:sldId id="585"/>
            <p14:sldId id="5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39E08-4367-46AA-AD98-4FD396850465}" v="168" dt="2025-06-26T20:43:29.6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43" autoAdjust="0"/>
  </p:normalViewPr>
  <p:slideViewPr>
    <p:cSldViewPr snapToGrid="0">
      <p:cViewPr varScale="1">
        <p:scale>
          <a:sx n="61" d="100"/>
          <a:sy n="61" d="100"/>
        </p:scale>
        <p:origin x="107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ah" userId="5261b2f2f3e51194" providerId="LiveId" clId="{35D39E08-4367-46AA-AD98-4FD396850465}"/>
    <pc:docChg chg="undo custSel addSld delSld modSld sldOrd modSection">
      <pc:chgData name="Jonathan Mah" userId="5261b2f2f3e51194" providerId="LiveId" clId="{35D39E08-4367-46AA-AD98-4FD396850465}" dt="2025-06-26T20:47:30.623" v="4464" actId="1076"/>
      <pc:docMkLst>
        <pc:docMk/>
      </pc:docMkLst>
      <pc:sldChg chg="modSp mod">
        <pc:chgData name="Jonathan Mah" userId="5261b2f2f3e51194" providerId="LiveId" clId="{35D39E08-4367-46AA-AD98-4FD396850465}" dt="2025-06-26T15:52:06.877" v="41" actId="20577"/>
        <pc:sldMkLst>
          <pc:docMk/>
          <pc:sldMk cId="1145335342" sldId="401"/>
        </pc:sldMkLst>
        <pc:spChg chg="mod">
          <ac:chgData name="Jonathan Mah" userId="5261b2f2f3e51194" providerId="LiveId" clId="{35D39E08-4367-46AA-AD98-4FD396850465}" dt="2025-06-26T15:52:06.877" v="41" actId="20577"/>
          <ac:spMkLst>
            <pc:docMk/>
            <pc:sldMk cId="1145335342" sldId="401"/>
            <ac:spMk id="3" creationId="{D712BDE3-5450-4B18-B90B-D71DD9D5BAC2}"/>
          </ac:spMkLst>
        </pc:spChg>
      </pc:sldChg>
      <pc:sldChg chg="modSp mod">
        <pc:chgData name="Jonathan Mah" userId="5261b2f2f3e51194" providerId="LiveId" clId="{35D39E08-4367-46AA-AD98-4FD396850465}" dt="2025-06-26T15:27:11.098" v="35" actId="20577"/>
        <pc:sldMkLst>
          <pc:docMk/>
          <pc:sldMk cId="3796519259" sldId="518"/>
        </pc:sldMkLst>
        <pc:spChg chg="mod">
          <ac:chgData name="Jonathan Mah" userId="5261b2f2f3e51194" providerId="LiveId" clId="{35D39E08-4367-46AA-AD98-4FD396850465}" dt="2025-06-26T15:27:11.098" v="35" actId="20577"/>
          <ac:spMkLst>
            <pc:docMk/>
            <pc:sldMk cId="3796519259" sldId="518"/>
            <ac:spMk id="10" creationId="{8CAF8DA2-D753-DAB4-411A-039AFAC946CC}"/>
          </ac:spMkLst>
        </pc:spChg>
      </pc:sldChg>
      <pc:sldChg chg="addSp modSp mod">
        <pc:chgData name="Jonathan Mah" userId="5261b2f2f3e51194" providerId="LiveId" clId="{35D39E08-4367-46AA-AD98-4FD396850465}" dt="2025-06-26T15:53:24.943" v="155" actId="20577"/>
        <pc:sldMkLst>
          <pc:docMk/>
          <pc:sldMk cId="957666105" sldId="521"/>
        </pc:sldMkLst>
        <pc:spChg chg="add mod">
          <ac:chgData name="Jonathan Mah" userId="5261b2f2f3e51194" providerId="LiveId" clId="{35D39E08-4367-46AA-AD98-4FD396850465}" dt="2025-06-26T15:53:24.943" v="155" actId="20577"/>
          <ac:spMkLst>
            <pc:docMk/>
            <pc:sldMk cId="957666105" sldId="521"/>
            <ac:spMk id="4" creationId="{1D6FC420-ACF6-40B1-9E6D-E8952D4FD2C8}"/>
          </ac:spMkLst>
        </pc:spChg>
      </pc:sldChg>
      <pc:sldChg chg="del">
        <pc:chgData name="Jonathan Mah" userId="5261b2f2f3e51194" providerId="LiveId" clId="{35D39E08-4367-46AA-AD98-4FD396850465}" dt="2025-06-26T15:54:10.626" v="168" actId="47"/>
        <pc:sldMkLst>
          <pc:docMk/>
          <pc:sldMk cId="1375156327" sldId="522"/>
        </pc:sldMkLst>
      </pc:sldChg>
      <pc:sldChg chg="addSp delSp modSp add del mod">
        <pc:chgData name="Jonathan Mah" userId="5261b2f2f3e51194" providerId="LiveId" clId="{35D39E08-4367-46AA-AD98-4FD396850465}" dt="2025-06-26T15:54:45.969" v="260" actId="20577"/>
        <pc:sldMkLst>
          <pc:docMk/>
          <pc:sldMk cId="3520432589" sldId="525"/>
        </pc:sldMkLst>
        <pc:spChg chg="mod">
          <ac:chgData name="Jonathan Mah" userId="5261b2f2f3e51194" providerId="LiveId" clId="{35D39E08-4367-46AA-AD98-4FD396850465}" dt="2025-06-26T15:54:01.631" v="167" actId="1038"/>
          <ac:spMkLst>
            <pc:docMk/>
            <pc:sldMk cId="3520432589" sldId="525"/>
            <ac:spMk id="3" creationId="{9910B7B1-3CC6-CC31-4D42-CFC6004FCD29}"/>
          </ac:spMkLst>
        </pc:spChg>
        <pc:spChg chg="del">
          <ac:chgData name="Jonathan Mah" userId="5261b2f2f3e51194" providerId="LiveId" clId="{35D39E08-4367-46AA-AD98-4FD396850465}" dt="2025-06-26T15:54:13.271" v="169" actId="478"/>
          <ac:spMkLst>
            <pc:docMk/>
            <pc:sldMk cId="3520432589" sldId="525"/>
            <ac:spMk id="4" creationId="{12E67973-40F2-61AE-997A-AF1BA2AA4BCE}"/>
          </ac:spMkLst>
        </pc:spChg>
        <pc:spChg chg="add mod">
          <ac:chgData name="Jonathan Mah" userId="5261b2f2f3e51194" providerId="LiveId" clId="{35D39E08-4367-46AA-AD98-4FD396850465}" dt="2025-06-26T15:54:45.969" v="260" actId="20577"/>
          <ac:spMkLst>
            <pc:docMk/>
            <pc:sldMk cId="3520432589" sldId="525"/>
            <ac:spMk id="6" creationId="{7073E20D-9608-BDCA-E872-A75355DC7F48}"/>
          </ac:spMkLst>
        </pc:spChg>
      </pc:sldChg>
      <pc:sldChg chg="addSp modSp mod">
        <pc:chgData name="Jonathan Mah" userId="5261b2f2f3e51194" providerId="LiveId" clId="{35D39E08-4367-46AA-AD98-4FD396850465}" dt="2025-06-26T20:43:34.806" v="4332" actId="113"/>
        <pc:sldMkLst>
          <pc:docMk/>
          <pc:sldMk cId="1911902455" sldId="539"/>
        </pc:sldMkLst>
        <pc:spChg chg="add mod">
          <ac:chgData name="Jonathan Mah" userId="5261b2f2f3e51194" providerId="LiveId" clId="{35D39E08-4367-46AA-AD98-4FD396850465}" dt="2025-06-26T17:16:18.650" v="357" actId="1076"/>
          <ac:spMkLst>
            <pc:docMk/>
            <pc:sldMk cId="1911902455" sldId="539"/>
            <ac:spMk id="3" creationId="{39976B05-BDFA-F655-F8D4-EF6F9AACC54F}"/>
          </ac:spMkLst>
        </pc:spChg>
        <pc:spChg chg="add mod">
          <ac:chgData name="Jonathan Mah" userId="5261b2f2f3e51194" providerId="LiveId" clId="{35D39E08-4367-46AA-AD98-4FD396850465}" dt="2025-06-26T20:43:34.806" v="4332" actId="113"/>
          <ac:spMkLst>
            <pc:docMk/>
            <pc:sldMk cId="1911902455" sldId="539"/>
            <ac:spMk id="5" creationId="{54A6E3FF-107C-D88D-0091-78C3F7B65A2A}"/>
          </ac:spMkLst>
        </pc:spChg>
      </pc:sldChg>
      <pc:sldChg chg="modSp mod">
        <pc:chgData name="Jonathan Mah" userId="5261b2f2f3e51194" providerId="LiveId" clId="{35D39E08-4367-46AA-AD98-4FD396850465}" dt="2025-06-26T18:09:36.931" v="1698" actId="5793"/>
        <pc:sldMkLst>
          <pc:docMk/>
          <pc:sldMk cId="2886908673" sldId="540"/>
        </pc:sldMkLst>
        <pc:spChg chg="mod">
          <ac:chgData name="Jonathan Mah" userId="5261b2f2f3e51194" providerId="LiveId" clId="{35D39E08-4367-46AA-AD98-4FD396850465}" dt="2025-06-26T18:09:36.931" v="1698" actId="5793"/>
          <ac:spMkLst>
            <pc:docMk/>
            <pc:sldMk cId="2886908673" sldId="540"/>
            <ac:spMk id="4" creationId="{03C3C33E-17E6-0195-EC3B-AB47853CF93F}"/>
          </ac:spMkLst>
        </pc:spChg>
      </pc:sldChg>
      <pc:sldChg chg="del">
        <pc:chgData name="Jonathan Mah" userId="5261b2f2f3e51194" providerId="LiveId" clId="{35D39E08-4367-46AA-AD98-4FD396850465}" dt="2025-06-26T15:59:16.704" v="261" actId="47"/>
        <pc:sldMkLst>
          <pc:docMk/>
          <pc:sldMk cId="4233287074" sldId="541"/>
        </pc:sldMkLst>
      </pc:sldChg>
      <pc:sldChg chg="addSp delSp modSp add del mod">
        <pc:chgData name="Jonathan Mah" userId="5261b2f2f3e51194" providerId="LiveId" clId="{35D39E08-4367-46AA-AD98-4FD396850465}" dt="2025-06-26T17:36:17.470" v="635" actId="47"/>
        <pc:sldMkLst>
          <pc:docMk/>
          <pc:sldMk cId="647159649" sldId="543"/>
        </pc:sldMkLst>
        <pc:spChg chg="mod">
          <ac:chgData name="Jonathan Mah" userId="5261b2f2f3e51194" providerId="LiveId" clId="{35D39E08-4367-46AA-AD98-4FD396850465}" dt="2025-06-26T17:28:46.603" v="610" actId="20577"/>
          <ac:spMkLst>
            <pc:docMk/>
            <pc:sldMk cId="647159649" sldId="543"/>
            <ac:spMk id="2" creationId="{F0606F06-40BD-DE65-7CCD-4F0DA92726DA}"/>
          </ac:spMkLst>
        </pc:spChg>
        <pc:spChg chg="del">
          <ac:chgData name="Jonathan Mah" userId="5261b2f2f3e51194" providerId="LiveId" clId="{35D39E08-4367-46AA-AD98-4FD396850465}" dt="2025-06-26T17:26:51.356" v="579" actId="478"/>
          <ac:spMkLst>
            <pc:docMk/>
            <pc:sldMk cId="647159649" sldId="543"/>
            <ac:spMk id="4" creationId="{1DA689BB-1EA3-F9E3-E3EA-7BF476AF4474}"/>
          </ac:spMkLst>
        </pc:spChg>
        <pc:picChg chg="add del mod">
          <ac:chgData name="Jonathan Mah" userId="5261b2f2f3e51194" providerId="LiveId" clId="{35D39E08-4367-46AA-AD98-4FD396850465}" dt="2025-06-26T17:29:48.826" v="612" actId="478"/>
          <ac:picMkLst>
            <pc:docMk/>
            <pc:sldMk cId="647159649" sldId="543"/>
            <ac:picMk id="1026" creationId="{8C80B937-72D7-3542-7AAD-4654296829EA}"/>
          </ac:picMkLst>
        </pc:picChg>
        <pc:picChg chg="add mod">
          <ac:chgData name="Jonathan Mah" userId="5261b2f2f3e51194" providerId="LiveId" clId="{35D39E08-4367-46AA-AD98-4FD396850465}" dt="2025-06-26T17:30:40.518" v="620" actId="1076"/>
          <ac:picMkLst>
            <pc:docMk/>
            <pc:sldMk cId="647159649" sldId="543"/>
            <ac:picMk id="1028" creationId="{6805AE99-A8DB-BA73-C28E-1F5003D3FDB1}"/>
          </ac:picMkLst>
        </pc:picChg>
        <pc:picChg chg="del mod">
          <ac:chgData name="Jonathan Mah" userId="5261b2f2f3e51194" providerId="LiveId" clId="{35D39E08-4367-46AA-AD98-4FD396850465}" dt="2025-06-26T17:26:47.676" v="577" actId="478"/>
          <ac:picMkLst>
            <pc:docMk/>
            <pc:sldMk cId="647159649" sldId="543"/>
            <ac:picMk id="22530" creationId="{7A390529-7EB4-A24D-F1FD-707B4A5A0EF2}"/>
          </ac:picMkLst>
        </pc:picChg>
      </pc:sldChg>
      <pc:sldChg chg="addSp delSp modSp add mod">
        <pc:chgData name="Jonathan Mah" userId="5261b2f2f3e51194" providerId="LiveId" clId="{35D39E08-4367-46AA-AD98-4FD396850465}" dt="2025-06-26T17:48:11.688" v="1499" actId="1035"/>
        <pc:sldMkLst>
          <pc:docMk/>
          <pc:sldMk cId="2258736959" sldId="543"/>
        </pc:sldMkLst>
        <pc:spChg chg="mod">
          <ac:chgData name="Jonathan Mah" userId="5261b2f2f3e51194" providerId="LiveId" clId="{35D39E08-4367-46AA-AD98-4FD396850465}" dt="2025-06-26T17:47:14.115" v="1468" actId="20577"/>
          <ac:spMkLst>
            <pc:docMk/>
            <pc:sldMk cId="2258736959" sldId="543"/>
            <ac:spMk id="2" creationId="{15845981-D354-3D6A-9AC2-1B07647D1927}"/>
          </ac:spMkLst>
        </pc:spChg>
        <pc:spChg chg="add mod">
          <ac:chgData name="Jonathan Mah" userId="5261b2f2f3e51194" providerId="LiveId" clId="{35D39E08-4367-46AA-AD98-4FD396850465}" dt="2025-06-26T17:48:11.688" v="1499" actId="1035"/>
          <ac:spMkLst>
            <pc:docMk/>
            <pc:sldMk cId="2258736959" sldId="543"/>
            <ac:spMk id="3" creationId="{3AC51343-B306-39BD-2831-2115F940D000}"/>
          </ac:spMkLst>
        </pc:spChg>
        <pc:spChg chg="del">
          <ac:chgData name="Jonathan Mah" userId="5261b2f2f3e51194" providerId="LiveId" clId="{35D39E08-4367-46AA-AD98-4FD396850465}" dt="2025-06-26T17:37:14.577" v="663" actId="478"/>
          <ac:spMkLst>
            <pc:docMk/>
            <pc:sldMk cId="2258736959" sldId="543"/>
            <ac:spMk id="4" creationId="{B3C59270-723B-9E28-FF04-28BC45AFA4A0}"/>
          </ac:spMkLst>
        </pc:spChg>
        <pc:spChg chg="add del mod">
          <ac:chgData name="Jonathan Mah" userId="5261b2f2f3e51194" providerId="LiveId" clId="{35D39E08-4367-46AA-AD98-4FD396850465}" dt="2025-06-26T17:42:50.555" v="1249" actId="478"/>
          <ac:spMkLst>
            <pc:docMk/>
            <pc:sldMk cId="2258736959" sldId="543"/>
            <ac:spMk id="5" creationId="{9B8B04C6-A3D1-B726-8041-90D048432082}"/>
          </ac:spMkLst>
        </pc:spChg>
        <pc:spChg chg="add mod">
          <ac:chgData name="Jonathan Mah" userId="5261b2f2f3e51194" providerId="LiveId" clId="{35D39E08-4367-46AA-AD98-4FD396850465}" dt="2025-06-26T17:48:11.688" v="1499" actId="1035"/>
          <ac:spMkLst>
            <pc:docMk/>
            <pc:sldMk cId="2258736959" sldId="543"/>
            <ac:spMk id="6" creationId="{8C671004-C29C-7523-F087-7525F54633BC}"/>
          </ac:spMkLst>
        </pc:spChg>
        <pc:spChg chg="add mod">
          <ac:chgData name="Jonathan Mah" userId="5261b2f2f3e51194" providerId="LiveId" clId="{35D39E08-4367-46AA-AD98-4FD396850465}" dt="2025-06-26T17:48:11.688" v="1499" actId="1035"/>
          <ac:spMkLst>
            <pc:docMk/>
            <pc:sldMk cId="2258736959" sldId="543"/>
            <ac:spMk id="7" creationId="{7EE3AB6A-5411-8006-2728-5617A3970DD9}"/>
          </ac:spMkLst>
        </pc:spChg>
        <pc:picChg chg="del">
          <ac:chgData name="Jonathan Mah" userId="5261b2f2f3e51194" providerId="LiveId" clId="{35D39E08-4367-46AA-AD98-4FD396850465}" dt="2025-06-26T17:37:12.603" v="662" actId="478"/>
          <ac:picMkLst>
            <pc:docMk/>
            <pc:sldMk cId="2258736959" sldId="543"/>
            <ac:picMk id="22530" creationId="{D6FAFC34-C37D-84B8-2028-C1A99EDDC7BA}"/>
          </ac:picMkLst>
        </pc:picChg>
      </pc:sldChg>
      <pc:sldChg chg="add del">
        <pc:chgData name="Jonathan Mah" userId="5261b2f2f3e51194" providerId="LiveId" clId="{35D39E08-4367-46AA-AD98-4FD396850465}" dt="2025-06-26T17:30:17.660" v="617" actId="47"/>
        <pc:sldMkLst>
          <pc:docMk/>
          <pc:sldMk cId="2314446726" sldId="544"/>
        </pc:sldMkLst>
      </pc:sldChg>
      <pc:sldChg chg="addSp modSp add del">
        <pc:chgData name="Jonathan Mah" userId="5261b2f2f3e51194" providerId="LiveId" clId="{35D39E08-4367-46AA-AD98-4FD396850465}" dt="2025-06-26T17:36:17.470" v="635" actId="47"/>
        <pc:sldMkLst>
          <pc:docMk/>
          <pc:sldMk cId="2625158146" sldId="544"/>
        </pc:sldMkLst>
        <pc:picChg chg="add mod">
          <ac:chgData name="Jonathan Mah" userId="5261b2f2f3e51194" providerId="LiveId" clId="{35D39E08-4367-46AA-AD98-4FD396850465}" dt="2025-06-26T17:31:00.370" v="624" actId="1076"/>
          <ac:picMkLst>
            <pc:docMk/>
            <pc:sldMk cId="2625158146" sldId="544"/>
            <ac:picMk id="2050" creationId="{5B804D75-7028-A858-A7F8-E0944A5CB8CD}"/>
          </ac:picMkLst>
        </pc:picChg>
      </pc:sldChg>
      <pc:sldChg chg="addSp modSp add mod">
        <pc:chgData name="Jonathan Mah" userId="5261b2f2f3e51194" providerId="LiveId" clId="{35D39E08-4367-46AA-AD98-4FD396850465}" dt="2025-06-26T17:48:19.450" v="1524" actId="1035"/>
        <pc:sldMkLst>
          <pc:docMk/>
          <pc:sldMk cId="2873532039" sldId="544"/>
        </pc:sldMkLst>
        <pc:spChg chg="mod">
          <ac:chgData name="Jonathan Mah" userId="5261b2f2f3e51194" providerId="LiveId" clId="{35D39E08-4367-46AA-AD98-4FD396850465}" dt="2025-06-26T17:47:21.644" v="1469"/>
          <ac:spMkLst>
            <pc:docMk/>
            <pc:sldMk cId="2873532039" sldId="544"/>
            <ac:spMk id="2" creationId="{5716E6DD-4D1D-914E-6F09-BC367B407714}"/>
          </ac:spMkLst>
        </pc:spChg>
        <pc:spChg chg="mod">
          <ac:chgData name="Jonathan Mah" userId="5261b2f2f3e51194" providerId="LiveId" clId="{35D39E08-4367-46AA-AD98-4FD396850465}" dt="2025-06-26T17:48:19.450" v="1524" actId="1035"/>
          <ac:spMkLst>
            <pc:docMk/>
            <pc:sldMk cId="2873532039" sldId="544"/>
            <ac:spMk id="3" creationId="{11F61D4C-15F2-8942-76BB-1B8DB0DD658D}"/>
          </ac:spMkLst>
        </pc:spChg>
        <pc:spChg chg="add mod">
          <ac:chgData name="Jonathan Mah" userId="5261b2f2f3e51194" providerId="LiveId" clId="{35D39E08-4367-46AA-AD98-4FD396850465}" dt="2025-06-26T17:48:19.450" v="1524" actId="1035"/>
          <ac:spMkLst>
            <pc:docMk/>
            <pc:sldMk cId="2873532039" sldId="544"/>
            <ac:spMk id="4" creationId="{BC0D60F3-9433-5047-9ECC-892CB1CA3178}"/>
          </ac:spMkLst>
        </pc:spChg>
        <pc:spChg chg="add mod">
          <ac:chgData name="Jonathan Mah" userId="5261b2f2f3e51194" providerId="LiveId" clId="{35D39E08-4367-46AA-AD98-4FD396850465}" dt="2025-06-26T17:48:19.450" v="1524" actId="1035"/>
          <ac:spMkLst>
            <pc:docMk/>
            <pc:sldMk cId="2873532039" sldId="544"/>
            <ac:spMk id="5" creationId="{F0563411-39D8-0E83-C7CF-6B529A0C842C}"/>
          </ac:spMkLst>
        </pc:spChg>
        <pc:spChg chg="mod">
          <ac:chgData name="Jonathan Mah" userId="5261b2f2f3e51194" providerId="LiveId" clId="{35D39E08-4367-46AA-AD98-4FD396850465}" dt="2025-06-26T17:48:19.450" v="1524" actId="1035"/>
          <ac:spMkLst>
            <pc:docMk/>
            <pc:sldMk cId="2873532039" sldId="544"/>
            <ac:spMk id="6" creationId="{CC2C2939-5DAD-D3AE-D7CB-A43CE54A87C9}"/>
          </ac:spMkLst>
        </pc:spChg>
        <pc:spChg chg="mod">
          <ac:chgData name="Jonathan Mah" userId="5261b2f2f3e51194" providerId="LiveId" clId="{35D39E08-4367-46AA-AD98-4FD396850465}" dt="2025-06-26T17:48:19.450" v="1524" actId="1035"/>
          <ac:spMkLst>
            <pc:docMk/>
            <pc:sldMk cId="2873532039" sldId="544"/>
            <ac:spMk id="7" creationId="{15B5112B-D186-8FC9-60F0-71B0E1EF7585}"/>
          </ac:spMkLst>
        </pc:spChg>
      </pc:sldChg>
      <pc:sldChg chg="add del">
        <pc:chgData name="Jonathan Mah" userId="5261b2f2f3e51194" providerId="LiveId" clId="{35D39E08-4367-46AA-AD98-4FD396850465}" dt="2025-06-26T17:30:38.674" v="619" actId="47"/>
        <pc:sldMkLst>
          <pc:docMk/>
          <pc:sldMk cId="4260870554" sldId="544"/>
        </pc:sldMkLst>
      </pc:sldChg>
      <pc:sldChg chg="addSp modSp add del">
        <pc:chgData name="Jonathan Mah" userId="5261b2f2f3e51194" providerId="LiveId" clId="{35D39E08-4367-46AA-AD98-4FD396850465}" dt="2025-06-26T17:36:17.470" v="635" actId="47"/>
        <pc:sldMkLst>
          <pc:docMk/>
          <pc:sldMk cId="3737763902" sldId="545"/>
        </pc:sldMkLst>
        <pc:picChg chg="add mod">
          <ac:chgData name="Jonathan Mah" userId="5261b2f2f3e51194" providerId="LiveId" clId="{35D39E08-4367-46AA-AD98-4FD396850465}" dt="2025-06-26T17:32:23.911" v="630" actId="1076"/>
          <ac:picMkLst>
            <pc:docMk/>
            <pc:sldMk cId="3737763902" sldId="545"/>
            <ac:picMk id="4098" creationId="{9296ED48-1A23-DF10-80E6-35D546E00C3A}"/>
          </ac:picMkLst>
        </pc:picChg>
      </pc:sldChg>
      <pc:sldChg chg="addSp modSp add mod">
        <pc:chgData name="Jonathan Mah" userId="5261b2f2f3e51194" providerId="LiveId" clId="{35D39E08-4367-46AA-AD98-4FD396850465}" dt="2025-06-26T17:48:27.493" v="1549" actId="1035"/>
        <pc:sldMkLst>
          <pc:docMk/>
          <pc:sldMk cId="4129292543" sldId="545"/>
        </pc:sldMkLst>
        <pc:spChg chg="mod">
          <ac:chgData name="Jonathan Mah" userId="5261b2f2f3e51194" providerId="LiveId" clId="{35D39E08-4367-46AA-AD98-4FD396850465}" dt="2025-06-26T17:47:24.224" v="1470"/>
          <ac:spMkLst>
            <pc:docMk/>
            <pc:sldMk cId="4129292543" sldId="545"/>
            <ac:spMk id="2" creationId="{41783B33-49E6-2B2C-967F-4BE71C74AA05}"/>
          </ac:spMkLst>
        </pc:spChg>
        <pc:spChg chg="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3" creationId="{07AB8C9C-0660-5809-E1B0-CB00C4CADC2B}"/>
          </ac:spMkLst>
        </pc:spChg>
        <pc:spChg chg="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4" creationId="{DBBF308D-D07E-AB0E-360B-97FB8768F6EB}"/>
          </ac:spMkLst>
        </pc:spChg>
        <pc:spChg chg="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5" creationId="{70EABC56-4DC6-ACFA-DB38-9F226EE4EC12}"/>
          </ac:spMkLst>
        </pc:spChg>
        <pc:spChg chg="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6" creationId="{8291CCEF-97FC-C293-7F90-92585B0BA72A}"/>
          </ac:spMkLst>
        </pc:spChg>
        <pc:spChg chg="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7" creationId="{B7EA6CBD-7768-4374-13D5-05DF5A69DDB9}"/>
          </ac:spMkLst>
        </pc:spChg>
        <pc:spChg chg="add 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8" creationId="{25142E37-043D-76FD-7336-23051253FF6C}"/>
          </ac:spMkLst>
        </pc:spChg>
        <pc:spChg chg="add mod">
          <ac:chgData name="Jonathan Mah" userId="5261b2f2f3e51194" providerId="LiveId" clId="{35D39E08-4367-46AA-AD98-4FD396850465}" dt="2025-06-26T17:48:27.493" v="1549" actId="1035"/>
          <ac:spMkLst>
            <pc:docMk/>
            <pc:sldMk cId="4129292543" sldId="545"/>
            <ac:spMk id="9" creationId="{9E7EBEC6-BF4B-7A31-CA3D-D4580079EBE4}"/>
          </ac:spMkLst>
        </pc:spChg>
      </pc:sldChg>
      <pc:sldChg chg="addSp modSp add mod">
        <pc:chgData name="Jonathan Mah" userId="5261b2f2f3e51194" providerId="LiveId" clId="{35D39E08-4367-46AA-AD98-4FD396850465}" dt="2025-06-26T17:54:56.617" v="1652" actId="1035"/>
        <pc:sldMkLst>
          <pc:docMk/>
          <pc:sldMk cId="1653391882" sldId="546"/>
        </pc:sldMkLst>
        <pc:spChg chg="mod">
          <ac:chgData name="Jonathan Mah" userId="5261b2f2f3e51194" providerId="LiveId" clId="{35D39E08-4367-46AA-AD98-4FD396850465}" dt="2025-06-26T17:47:28.081" v="1471"/>
          <ac:spMkLst>
            <pc:docMk/>
            <pc:sldMk cId="1653391882" sldId="546"/>
            <ac:spMk id="2" creationId="{B4B3C777-0AC2-52EC-3EB7-7692893A0E5A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3" creationId="{1965422D-E8AB-AE59-CA97-A6BC40250C3A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4" creationId="{99F73FE7-C155-29D0-2A5F-F7E33FCD92B4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5" creationId="{02FE31C0-7BC7-3020-4B7C-2748043BBAF6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6" creationId="{6857018F-FC2D-74E9-70FE-D151DC42AB3E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7" creationId="{DEF8BDB6-6E83-5CE0-4BA4-99025B325A53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8" creationId="{CEE67308-A9FB-685E-2962-E3AABB57A33D}"/>
          </ac:spMkLst>
        </pc:spChg>
        <pc:spChg chg="mod">
          <ac:chgData name="Jonathan Mah" userId="5261b2f2f3e51194" providerId="LiveId" clId="{35D39E08-4367-46AA-AD98-4FD396850465}" dt="2025-06-26T17:48:36.953" v="1574" actId="1035"/>
          <ac:spMkLst>
            <pc:docMk/>
            <pc:sldMk cId="1653391882" sldId="546"/>
            <ac:spMk id="9" creationId="{EAF8DF66-A455-5C0E-6770-CD9FDCCA7ECB}"/>
          </ac:spMkLst>
        </pc:spChg>
        <pc:spChg chg="add mod">
          <ac:chgData name="Jonathan Mah" userId="5261b2f2f3e51194" providerId="LiveId" clId="{35D39E08-4367-46AA-AD98-4FD396850465}" dt="2025-06-26T17:49:43.458" v="1638" actId="1076"/>
          <ac:spMkLst>
            <pc:docMk/>
            <pc:sldMk cId="1653391882" sldId="546"/>
            <ac:spMk id="12" creationId="{A6D1472D-EF91-0C25-6806-25C22ABC2688}"/>
          </ac:spMkLst>
        </pc:spChg>
        <pc:spChg chg="add mod">
          <ac:chgData name="Jonathan Mah" userId="5261b2f2f3e51194" providerId="LiveId" clId="{35D39E08-4367-46AA-AD98-4FD396850465}" dt="2025-06-26T17:50:08.100" v="1644" actId="14100"/>
          <ac:spMkLst>
            <pc:docMk/>
            <pc:sldMk cId="1653391882" sldId="546"/>
            <ac:spMk id="13" creationId="{4A2B7325-AA16-9AE3-5463-97E7C8E161AB}"/>
          </ac:spMkLst>
        </pc:spChg>
        <pc:picChg chg="add mod">
          <ac:chgData name="Jonathan Mah" userId="5261b2f2f3e51194" providerId="LiveId" clId="{35D39E08-4367-46AA-AD98-4FD396850465}" dt="2025-06-26T17:54:56.617" v="1652" actId="1035"/>
          <ac:picMkLst>
            <pc:docMk/>
            <pc:sldMk cId="1653391882" sldId="546"/>
            <ac:picMk id="15" creationId="{879A209B-F6F2-CE07-C646-4A5C7092A137}"/>
          </ac:picMkLst>
        </pc:picChg>
        <pc:cxnChg chg="add mod">
          <ac:chgData name="Jonathan Mah" userId="5261b2f2f3e51194" providerId="LiveId" clId="{35D39E08-4367-46AA-AD98-4FD396850465}" dt="2025-06-26T17:48:36.953" v="1574" actId="1035"/>
          <ac:cxnSpMkLst>
            <pc:docMk/>
            <pc:sldMk cId="1653391882" sldId="546"/>
            <ac:cxnSpMk id="11" creationId="{80FF0441-6A74-4ABC-9E6B-E9144D9BF887}"/>
          </ac:cxnSpMkLst>
        </pc:cxnChg>
      </pc:sldChg>
      <pc:sldChg chg="addSp modSp add del">
        <pc:chgData name="Jonathan Mah" userId="5261b2f2f3e51194" providerId="LiveId" clId="{35D39E08-4367-46AA-AD98-4FD396850465}" dt="2025-06-26T17:36:17.470" v="635" actId="47"/>
        <pc:sldMkLst>
          <pc:docMk/>
          <pc:sldMk cId="3927737225" sldId="546"/>
        </pc:sldMkLst>
        <pc:picChg chg="add mod">
          <ac:chgData name="Jonathan Mah" userId="5261b2f2f3e51194" providerId="LiveId" clId="{35D39E08-4367-46AA-AD98-4FD396850465}" dt="2025-06-26T17:32:53.432" v="634" actId="1076"/>
          <ac:picMkLst>
            <pc:docMk/>
            <pc:sldMk cId="3927737225" sldId="546"/>
            <ac:picMk id="5122" creationId="{08D7E3EF-9DA3-FBF0-1494-7F5EF320C35B}"/>
          </ac:picMkLst>
        </pc:picChg>
      </pc:sldChg>
      <pc:sldChg chg="addSp delSp modSp add mod">
        <pc:chgData name="Jonathan Mah" userId="5261b2f2f3e51194" providerId="LiveId" clId="{35D39E08-4367-46AA-AD98-4FD396850465}" dt="2025-06-26T17:57:00.319" v="1695" actId="1076"/>
        <pc:sldMkLst>
          <pc:docMk/>
          <pc:sldMk cId="151741721" sldId="547"/>
        </pc:sldMkLst>
        <pc:spChg chg="del">
          <ac:chgData name="Jonathan Mah" userId="5261b2f2f3e51194" providerId="LiveId" clId="{35D39E08-4367-46AA-AD98-4FD396850465}" dt="2025-06-26T17:55:33.410" v="1655" actId="478"/>
          <ac:spMkLst>
            <pc:docMk/>
            <pc:sldMk cId="151741721" sldId="547"/>
            <ac:spMk id="13" creationId="{0B7774B5-63DD-BE6C-B34D-34D2006AFA80}"/>
          </ac:spMkLst>
        </pc:spChg>
        <pc:spChg chg="add mod">
          <ac:chgData name="Jonathan Mah" userId="5261b2f2f3e51194" providerId="LiveId" clId="{35D39E08-4367-46AA-AD98-4FD396850465}" dt="2025-06-26T17:55:54.192" v="1680" actId="1076"/>
          <ac:spMkLst>
            <pc:docMk/>
            <pc:sldMk cId="151741721" sldId="547"/>
            <ac:spMk id="14" creationId="{533CAAC7-5D66-C336-F42C-DCA8CA90EF60}"/>
          </ac:spMkLst>
        </pc:spChg>
        <pc:spChg chg="add mod">
          <ac:chgData name="Jonathan Mah" userId="5261b2f2f3e51194" providerId="LiveId" clId="{35D39E08-4367-46AA-AD98-4FD396850465}" dt="2025-06-26T17:56:17.998" v="1686" actId="1076"/>
          <ac:spMkLst>
            <pc:docMk/>
            <pc:sldMk cId="151741721" sldId="547"/>
            <ac:spMk id="16" creationId="{BC94EA62-9CE9-37AD-01F1-2B2B46E2A5E2}"/>
          </ac:spMkLst>
        </pc:spChg>
        <pc:picChg chg="del">
          <ac:chgData name="Jonathan Mah" userId="5261b2f2f3e51194" providerId="LiveId" clId="{35D39E08-4367-46AA-AD98-4FD396850465}" dt="2025-06-26T17:55:32.914" v="1654" actId="478"/>
          <ac:picMkLst>
            <pc:docMk/>
            <pc:sldMk cId="151741721" sldId="547"/>
            <ac:picMk id="15" creationId="{175DD75B-B829-A704-36E1-A6D01FBAAC84}"/>
          </ac:picMkLst>
        </pc:picChg>
        <pc:picChg chg="add mod">
          <ac:chgData name="Jonathan Mah" userId="5261b2f2f3e51194" providerId="LiveId" clId="{35D39E08-4367-46AA-AD98-4FD396850465}" dt="2025-06-26T17:57:00.319" v="1695" actId="1076"/>
          <ac:picMkLst>
            <pc:docMk/>
            <pc:sldMk cId="151741721" sldId="547"/>
            <ac:picMk id="17" creationId="{DECAF278-1B82-CDC2-78E9-77641635AF85}"/>
          </ac:picMkLst>
        </pc:picChg>
        <pc:cxnChg chg="add mod">
          <ac:chgData name="Jonathan Mah" userId="5261b2f2f3e51194" providerId="LiveId" clId="{35D39E08-4367-46AA-AD98-4FD396850465}" dt="2025-06-26T17:55:38.785" v="1657" actId="1076"/>
          <ac:cxnSpMkLst>
            <pc:docMk/>
            <pc:sldMk cId="151741721" sldId="547"/>
            <ac:cxnSpMk id="10" creationId="{DE7F6F36-0C40-5F1C-0BA2-10C133A6E778}"/>
          </ac:cxnSpMkLst>
        </pc:cxnChg>
      </pc:sldChg>
      <pc:sldChg chg="addSp delSp modSp add mod">
        <pc:chgData name="Jonathan Mah" userId="5261b2f2f3e51194" providerId="LiveId" clId="{35D39E08-4367-46AA-AD98-4FD396850465}" dt="2025-06-26T18:18:32.123" v="2268" actId="20577"/>
        <pc:sldMkLst>
          <pc:docMk/>
          <pc:sldMk cId="1043328137" sldId="548"/>
        </pc:sldMkLst>
        <pc:spChg chg="mod">
          <ac:chgData name="Jonathan Mah" userId="5261b2f2f3e51194" providerId="LiveId" clId="{35D39E08-4367-46AA-AD98-4FD396850465}" dt="2025-06-26T18:18:32.123" v="2268" actId="20577"/>
          <ac:spMkLst>
            <pc:docMk/>
            <pc:sldMk cId="1043328137" sldId="548"/>
            <ac:spMk id="2" creationId="{6D4829E6-1F98-5906-0B49-BEF6387F5F3E}"/>
          </ac:spMkLst>
        </pc:spChg>
        <pc:spChg chg="add mod">
          <ac:chgData name="Jonathan Mah" userId="5261b2f2f3e51194" providerId="LiveId" clId="{35D39E08-4367-46AA-AD98-4FD396850465}" dt="2025-06-26T18:15:12.997" v="1801" actId="1076"/>
          <ac:spMkLst>
            <pc:docMk/>
            <pc:sldMk cId="1043328137" sldId="548"/>
            <ac:spMk id="3" creationId="{F1FA15C4-56DF-E902-719E-1A339516A32E}"/>
          </ac:spMkLst>
        </pc:spChg>
        <pc:spChg chg="del">
          <ac:chgData name="Jonathan Mah" userId="5261b2f2f3e51194" providerId="LiveId" clId="{35D39E08-4367-46AA-AD98-4FD396850465}" dt="2025-06-26T18:13:34.471" v="1750" actId="478"/>
          <ac:spMkLst>
            <pc:docMk/>
            <pc:sldMk cId="1043328137" sldId="548"/>
            <ac:spMk id="4" creationId="{4B6BA9CB-FCBD-1477-85CD-34FBF074281D}"/>
          </ac:spMkLst>
        </pc:spChg>
        <pc:spChg chg="add mod">
          <ac:chgData name="Jonathan Mah" userId="5261b2f2f3e51194" providerId="LiveId" clId="{35D39E08-4367-46AA-AD98-4FD396850465}" dt="2025-06-26T18:15:08.923" v="1800" actId="1076"/>
          <ac:spMkLst>
            <pc:docMk/>
            <pc:sldMk cId="1043328137" sldId="548"/>
            <ac:spMk id="5" creationId="{CFB55FA3-4CB5-B9F0-B02F-32A382F899F5}"/>
          </ac:spMkLst>
        </pc:spChg>
        <pc:spChg chg="add mod">
          <ac:chgData name="Jonathan Mah" userId="5261b2f2f3e51194" providerId="LiveId" clId="{35D39E08-4367-46AA-AD98-4FD396850465}" dt="2025-06-26T18:15:18.038" v="1802" actId="1076"/>
          <ac:spMkLst>
            <pc:docMk/>
            <pc:sldMk cId="1043328137" sldId="548"/>
            <ac:spMk id="6" creationId="{6714552D-E3CD-69F6-7293-375F9385014E}"/>
          </ac:spMkLst>
        </pc:spChg>
        <pc:spChg chg="add mod">
          <ac:chgData name="Jonathan Mah" userId="5261b2f2f3e51194" providerId="LiveId" clId="{35D39E08-4367-46AA-AD98-4FD396850465}" dt="2025-06-26T18:16:51.976" v="1970" actId="20577"/>
          <ac:spMkLst>
            <pc:docMk/>
            <pc:sldMk cId="1043328137" sldId="548"/>
            <ac:spMk id="7" creationId="{40803E15-1FB3-44D6-7F74-31F87C0843B0}"/>
          </ac:spMkLst>
        </pc:spChg>
        <pc:spChg chg="add mod">
          <ac:chgData name="Jonathan Mah" userId="5261b2f2f3e51194" providerId="LiveId" clId="{35D39E08-4367-46AA-AD98-4FD396850465}" dt="2025-06-26T18:17:29.278" v="2075" actId="1076"/>
          <ac:spMkLst>
            <pc:docMk/>
            <pc:sldMk cId="1043328137" sldId="548"/>
            <ac:spMk id="16" creationId="{587D3EB8-D779-5FB8-948C-00F90B76E749}"/>
          </ac:spMkLst>
        </pc:spChg>
        <pc:spChg chg="add mod">
          <ac:chgData name="Jonathan Mah" userId="5261b2f2f3e51194" providerId="LiveId" clId="{35D39E08-4367-46AA-AD98-4FD396850465}" dt="2025-06-26T18:17:57.780" v="2199" actId="20577"/>
          <ac:spMkLst>
            <pc:docMk/>
            <pc:sldMk cId="1043328137" sldId="548"/>
            <ac:spMk id="19" creationId="{B62CE763-0B91-55C3-C9E8-3D1C2EEFE3D5}"/>
          </ac:spMkLst>
        </pc:spChg>
        <pc:picChg chg="del">
          <ac:chgData name="Jonathan Mah" userId="5261b2f2f3e51194" providerId="LiveId" clId="{35D39E08-4367-46AA-AD98-4FD396850465}" dt="2025-06-26T18:13:34.893" v="1751" actId="478"/>
          <ac:picMkLst>
            <pc:docMk/>
            <pc:sldMk cId="1043328137" sldId="548"/>
            <ac:picMk id="22530" creationId="{86C3EBAB-D085-5584-2F94-639CF5D74D9D}"/>
          </ac:picMkLst>
        </pc:picChg>
        <pc:cxnChg chg="add mod">
          <ac:chgData name="Jonathan Mah" userId="5261b2f2f3e51194" providerId="LiveId" clId="{35D39E08-4367-46AA-AD98-4FD396850465}" dt="2025-06-26T18:16:56.238" v="1971" actId="14100"/>
          <ac:cxnSpMkLst>
            <pc:docMk/>
            <pc:sldMk cId="1043328137" sldId="548"/>
            <ac:cxnSpMk id="8" creationId="{28159A8D-83D0-E3DB-8EF1-A6416DE0C1E4}"/>
          </ac:cxnSpMkLst>
        </pc:cxnChg>
        <pc:cxnChg chg="add del mod">
          <ac:chgData name="Jonathan Mah" userId="5261b2f2f3e51194" providerId="LiveId" clId="{35D39E08-4367-46AA-AD98-4FD396850465}" dt="2025-06-26T18:18:04.245" v="2200" actId="478"/>
          <ac:cxnSpMkLst>
            <pc:docMk/>
            <pc:sldMk cId="1043328137" sldId="548"/>
            <ac:cxnSpMk id="11" creationId="{B4158850-E327-A3E3-21C5-EBEFFB7A3917}"/>
          </ac:cxnSpMkLst>
        </pc:cxnChg>
      </pc:sldChg>
      <pc:sldChg chg="addSp delSp modSp add mod">
        <pc:chgData name="Jonathan Mah" userId="5261b2f2f3e51194" providerId="LiveId" clId="{35D39E08-4367-46AA-AD98-4FD396850465}" dt="2025-06-26T20:24:11.961" v="2619" actId="20577"/>
        <pc:sldMkLst>
          <pc:docMk/>
          <pc:sldMk cId="3715695164" sldId="549"/>
        </pc:sldMkLst>
        <pc:spChg chg="mod">
          <ac:chgData name="Jonathan Mah" userId="5261b2f2f3e51194" providerId="LiveId" clId="{35D39E08-4367-46AA-AD98-4FD396850465}" dt="2025-06-26T18:49:38.273" v="2318" actId="20577"/>
          <ac:spMkLst>
            <pc:docMk/>
            <pc:sldMk cId="3715695164" sldId="549"/>
            <ac:spMk id="2" creationId="{70D07F03-F51D-62B3-379A-6A41DB1E95D9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3" creationId="{425AE6DF-FFF5-D355-6EEB-FD6C685C9344}"/>
          </ac:spMkLst>
        </pc:spChg>
        <pc:spChg chg="add">
          <ac:chgData name="Jonathan Mah" userId="5261b2f2f3e51194" providerId="LiveId" clId="{35D39E08-4367-46AA-AD98-4FD396850465}" dt="2025-06-26T18:50:15.004" v="2329"/>
          <ac:spMkLst>
            <pc:docMk/>
            <pc:sldMk cId="3715695164" sldId="549"/>
            <ac:spMk id="4" creationId="{118F5595-AEC1-F563-0267-3A7D530453F9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5" creationId="{504919A1-465C-29E3-FCBC-564534A5A688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6" creationId="{40F0211C-4859-F564-9E86-14C302AB0D0B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7" creationId="{404C1DA1-AA73-8A16-BE29-986CF2C96B0C}"/>
          </ac:spMkLst>
        </pc:spChg>
        <pc:spChg chg="add">
          <ac:chgData name="Jonathan Mah" userId="5261b2f2f3e51194" providerId="LiveId" clId="{35D39E08-4367-46AA-AD98-4FD396850465}" dt="2025-06-26T20:06:51.801" v="2369"/>
          <ac:spMkLst>
            <pc:docMk/>
            <pc:sldMk cId="3715695164" sldId="549"/>
            <ac:spMk id="10" creationId="{1B60FE3F-1FA6-BF80-9B72-4C6BB3453D76}"/>
          </ac:spMkLst>
        </pc:spChg>
        <pc:spChg chg="add mod">
          <ac:chgData name="Jonathan Mah" userId="5261b2f2f3e51194" providerId="LiveId" clId="{35D39E08-4367-46AA-AD98-4FD396850465}" dt="2025-06-26T20:24:11.961" v="2619" actId="20577"/>
          <ac:spMkLst>
            <pc:docMk/>
            <pc:sldMk cId="3715695164" sldId="549"/>
            <ac:spMk id="12" creationId="{AA109963-8BE9-5498-E4BB-E0518C985674}"/>
          </ac:spMkLst>
        </pc:spChg>
        <pc:spChg chg="add mod">
          <ac:chgData name="Jonathan Mah" userId="5261b2f2f3e51194" providerId="LiveId" clId="{35D39E08-4367-46AA-AD98-4FD396850465}" dt="2025-06-26T20:22:38.528" v="2466" actId="1076"/>
          <ac:spMkLst>
            <pc:docMk/>
            <pc:sldMk cId="3715695164" sldId="549"/>
            <ac:spMk id="13" creationId="{61F278EB-246A-7D8F-0141-AE07BAC4484D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16" creationId="{7A3FE683-4702-00E8-734C-E9EAE82E7D00}"/>
          </ac:spMkLst>
        </pc:spChg>
        <pc:spChg chg="del">
          <ac:chgData name="Jonathan Mah" userId="5261b2f2f3e51194" providerId="LiveId" clId="{35D39E08-4367-46AA-AD98-4FD396850465}" dt="2025-06-26T18:48:44.879" v="2317" actId="478"/>
          <ac:spMkLst>
            <pc:docMk/>
            <pc:sldMk cId="3715695164" sldId="549"/>
            <ac:spMk id="19" creationId="{C518DB5D-9631-7204-AF01-113261E1FAF0}"/>
          </ac:spMkLst>
        </pc:spChg>
        <pc:picChg chg="add del mod">
          <ac:chgData name="Jonathan Mah" userId="5261b2f2f3e51194" providerId="LiveId" clId="{35D39E08-4367-46AA-AD98-4FD396850465}" dt="2025-06-26T20:06:50.623" v="2368" actId="478"/>
          <ac:picMkLst>
            <pc:docMk/>
            <pc:sldMk cId="3715695164" sldId="549"/>
            <ac:picMk id="9" creationId="{60ADE73A-F9A8-B431-2DFF-6B1808940C8F}"/>
          </ac:picMkLst>
        </pc:picChg>
        <pc:picChg chg="add mod">
          <ac:chgData name="Jonathan Mah" userId="5261b2f2f3e51194" providerId="LiveId" clId="{35D39E08-4367-46AA-AD98-4FD396850465}" dt="2025-06-26T20:07:02.307" v="2372" actId="1076"/>
          <ac:picMkLst>
            <pc:docMk/>
            <pc:sldMk cId="3715695164" sldId="549"/>
            <ac:picMk id="11" creationId="{12631318-C247-8D81-743C-28B37CB2AAE5}"/>
          </ac:picMkLst>
        </pc:picChg>
        <pc:cxnChg chg="del">
          <ac:chgData name="Jonathan Mah" userId="5261b2f2f3e51194" providerId="LiveId" clId="{35D39E08-4367-46AA-AD98-4FD396850465}" dt="2025-06-26T18:48:44.879" v="2317" actId="478"/>
          <ac:cxnSpMkLst>
            <pc:docMk/>
            <pc:sldMk cId="3715695164" sldId="549"/>
            <ac:cxnSpMk id="8" creationId="{39954CB9-07F1-C379-D7E9-7C70C2A3F218}"/>
          </ac:cxnSpMkLst>
        </pc:cxnChg>
      </pc:sldChg>
      <pc:sldChg chg="addSp modSp add del mod">
        <pc:chgData name="Jonathan Mah" userId="5261b2f2f3e51194" providerId="LiveId" clId="{35D39E08-4367-46AA-AD98-4FD396850465}" dt="2025-06-26T20:07:05.987" v="2373" actId="47"/>
        <pc:sldMkLst>
          <pc:docMk/>
          <pc:sldMk cId="3571356088" sldId="550"/>
        </pc:sldMkLst>
        <pc:spChg chg="add">
          <ac:chgData name="Jonathan Mah" userId="5261b2f2f3e51194" providerId="LiveId" clId="{35D39E08-4367-46AA-AD98-4FD396850465}" dt="2025-06-26T18:53:16.353" v="2336"/>
          <ac:spMkLst>
            <pc:docMk/>
            <pc:sldMk cId="3571356088" sldId="550"/>
            <ac:spMk id="3" creationId="{E1DD8174-D09F-20DB-55B2-C241D2C1F6C2}"/>
          </ac:spMkLst>
        </pc:spChg>
        <pc:picChg chg="add mod">
          <ac:chgData name="Jonathan Mah" userId="5261b2f2f3e51194" providerId="LiveId" clId="{35D39E08-4367-46AA-AD98-4FD396850465}" dt="2025-06-26T18:53:30.495" v="2339" actId="1076"/>
          <ac:picMkLst>
            <pc:docMk/>
            <pc:sldMk cId="3571356088" sldId="550"/>
            <ac:picMk id="4" creationId="{986F49E2-C4AA-75A0-ADE0-37250FE40809}"/>
          </ac:picMkLst>
        </pc:picChg>
      </pc:sldChg>
      <pc:sldChg chg="addSp modSp add del mod">
        <pc:chgData name="Jonathan Mah" userId="5261b2f2f3e51194" providerId="LiveId" clId="{35D39E08-4367-46AA-AD98-4FD396850465}" dt="2025-06-26T20:07:16.543" v="2374" actId="47"/>
        <pc:sldMkLst>
          <pc:docMk/>
          <pc:sldMk cId="2593076254" sldId="551"/>
        </pc:sldMkLst>
        <pc:spChg chg="add">
          <ac:chgData name="Jonathan Mah" userId="5261b2f2f3e51194" providerId="LiveId" clId="{35D39E08-4367-46AA-AD98-4FD396850465}" dt="2025-06-26T18:53:51.347" v="2340"/>
          <ac:spMkLst>
            <pc:docMk/>
            <pc:sldMk cId="2593076254" sldId="551"/>
            <ac:spMk id="3" creationId="{0273323A-0774-7E90-0679-5E9269B8DC3B}"/>
          </ac:spMkLst>
        </pc:spChg>
        <pc:picChg chg="add mod">
          <ac:chgData name="Jonathan Mah" userId="5261b2f2f3e51194" providerId="LiveId" clId="{35D39E08-4367-46AA-AD98-4FD396850465}" dt="2025-06-26T18:54:02.725" v="2343" actId="1076"/>
          <ac:picMkLst>
            <pc:docMk/>
            <pc:sldMk cId="2593076254" sldId="551"/>
            <ac:picMk id="4" creationId="{700FC3AF-46C7-4A56-43AC-26BB224C1AE5}"/>
          </ac:picMkLst>
        </pc:picChg>
      </pc:sldChg>
      <pc:sldChg chg="addSp modSp add mod">
        <pc:chgData name="Jonathan Mah" userId="5261b2f2f3e51194" providerId="LiveId" clId="{35D39E08-4367-46AA-AD98-4FD396850465}" dt="2025-06-26T20:24:24.859" v="2625" actId="20577"/>
        <pc:sldMkLst>
          <pc:docMk/>
          <pc:sldMk cId="3613246319" sldId="552"/>
        </pc:sldMkLst>
        <pc:spChg chg="add mod">
          <ac:chgData name="Jonathan Mah" userId="5261b2f2f3e51194" providerId="LiveId" clId="{35D39E08-4367-46AA-AD98-4FD396850465}" dt="2025-06-26T20:24:24.859" v="2625" actId="20577"/>
          <ac:spMkLst>
            <pc:docMk/>
            <pc:sldMk cId="3613246319" sldId="552"/>
            <ac:spMk id="4" creationId="{EA9090DC-185C-80F6-AA25-E6FABD6DBEEC}"/>
          </ac:spMkLst>
        </pc:spChg>
        <pc:spChg chg="add mod">
          <ac:chgData name="Jonathan Mah" userId="5261b2f2f3e51194" providerId="LiveId" clId="{35D39E08-4367-46AA-AD98-4FD396850465}" dt="2025-06-26T20:24:18.888" v="2620"/>
          <ac:spMkLst>
            <pc:docMk/>
            <pc:sldMk cId="3613246319" sldId="552"/>
            <ac:spMk id="5" creationId="{ED33C5C0-3FE4-FC8F-178B-B073482EBD04}"/>
          </ac:spMkLst>
        </pc:spChg>
        <pc:picChg chg="add mod">
          <ac:chgData name="Jonathan Mah" userId="5261b2f2f3e51194" providerId="LiveId" clId="{35D39E08-4367-46AA-AD98-4FD396850465}" dt="2025-06-26T20:12:52.992" v="2411" actId="1076"/>
          <ac:picMkLst>
            <pc:docMk/>
            <pc:sldMk cId="3613246319" sldId="552"/>
            <ac:picMk id="3" creationId="{F20D592F-DBEA-ECC3-F48A-EDD35DD27DA8}"/>
          </ac:picMkLst>
        </pc:picChg>
      </pc:sldChg>
      <pc:sldChg chg="addSp modSp add del mod">
        <pc:chgData name="Jonathan Mah" userId="5261b2f2f3e51194" providerId="LiveId" clId="{35D39E08-4367-46AA-AD98-4FD396850465}" dt="2025-06-26T20:07:18.541" v="2375" actId="47"/>
        <pc:sldMkLst>
          <pc:docMk/>
          <pc:sldMk cId="3027161625" sldId="553"/>
        </pc:sldMkLst>
        <pc:picChg chg="add mod">
          <ac:chgData name="Jonathan Mah" userId="5261b2f2f3e51194" providerId="LiveId" clId="{35D39E08-4367-46AA-AD98-4FD396850465}" dt="2025-06-26T18:54:27.903" v="2346" actId="1076"/>
          <ac:picMkLst>
            <pc:docMk/>
            <pc:sldMk cId="3027161625" sldId="553"/>
            <ac:picMk id="3" creationId="{1BE32769-33D2-1EF1-002B-83E4E37ADC7F}"/>
          </ac:picMkLst>
        </pc:picChg>
      </pc:sldChg>
      <pc:sldChg chg="addSp modSp add mod">
        <pc:chgData name="Jonathan Mah" userId="5261b2f2f3e51194" providerId="LiveId" clId="{35D39E08-4367-46AA-AD98-4FD396850465}" dt="2025-06-26T20:07:56.652" v="2383" actId="1076"/>
        <pc:sldMkLst>
          <pc:docMk/>
          <pc:sldMk cId="1295945213" sldId="554"/>
        </pc:sldMkLst>
        <pc:picChg chg="add mod">
          <ac:chgData name="Jonathan Mah" userId="5261b2f2f3e51194" providerId="LiveId" clId="{35D39E08-4367-46AA-AD98-4FD396850465}" dt="2025-06-26T20:07:56.652" v="2383" actId="1076"/>
          <ac:picMkLst>
            <pc:docMk/>
            <pc:sldMk cId="1295945213" sldId="554"/>
            <ac:picMk id="3" creationId="{61FD5126-1067-C92E-0008-9F273D2B43B1}"/>
          </ac:picMkLst>
        </pc:picChg>
      </pc:sldChg>
      <pc:sldChg chg="addSp modSp add del mod">
        <pc:chgData name="Jonathan Mah" userId="5261b2f2f3e51194" providerId="LiveId" clId="{35D39E08-4367-46AA-AD98-4FD396850465}" dt="2025-06-26T20:07:19.724" v="2376" actId="47"/>
        <pc:sldMkLst>
          <pc:docMk/>
          <pc:sldMk cId="2992043961" sldId="555"/>
        </pc:sldMkLst>
        <pc:spChg chg="add">
          <ac:chgData name="Jonathan Mah" userId="5261b2f2f3e51194" providerId="LiveId" clId="{35D39E08-4367-46AA-AD98-4FD396850465}" dt="2025-06-26T20:03:43.042" v="2347"/>
          <ac:spMkLst>
            <pc:docMk/>
            <pc:sldMk cId="2992043961" sldId="555"/>
            <ac:spMk id="3" creationId="{322C5036-3128-A72A-42C5-8B8871F94C8C}"/>
          </ac:spMkLst>
        </pc:spChg>
        <pc:picChg chg="add mod">
          <ac:chgData name="Jonathan Mah" userId="5261b2f2f3e51194" providerId="LiveId" clId="{35D39E08-4367-46AA-AD98-4FD396850465}" dt="2025-06-26T20:04:02.984" v="2350" actId="1076"/>
          <ac:picMkLst>
            <pc:docMk/>
            <pc:sldMk cId="2992043961" sldId="555"/>
            <ac:picMk id="4" creationId="{161A2D41-9910-4351-AE07-09D9AC6D0628}"/>
          </ac:picMkLst>
        </pc:picChg>
      </pc:sldChg>
      <pc:sldChg chg="addSp modSp add mod">
        <pc:chgData name="Jonathan Mah" userId="5261b2f2f3e51194" providerId="LiveId" clId="{35D39E08-4367-46AA-AD98-4FD396850465}" dt="2025-06-26T20:13:13.417" v="2414" actId="1076"/>
        <pc:sldMkLst>
          <pc:docMk/>
          <pc:sldMk cId="2632407991" sldId="556"/>
        </pc:sldMkLst>
        <pc:picChg chg="add mod">
          <ac:chgData name="Jonathan Mah" userId="5261b2f2f3e51194" providerId="LiveId" clId="{35D39E08-4367-46AA-AD98-4FD396850465}" dt="2025-06-26T20:13:13.417" v="2414" actId="1076"/>
          <ac:picMkLst>
            <pc:docMk/>
            <pc:sldMk cId="2632407991" sldId="556"/>
            <ac:picMk id="3" creationId="{73A56E19-5CD5-DF0F-F34C-99E40557C537}"/>
          </ac:picMkLst>
        </pc:picChg>
      </pc:sldChg>
      <pc:sldChg chg="addSp modSp add del mod">
        <pc:chgData name="Jonathan Mah" userId="5261b2f2f3e51194" providerId="LiveId" clId="{35D39E08-4367-46AA-AD98-4FD396850465}" dt="2025-06-26T20:07:21.011" v="2377" actId="47"/>
        <pc:sldMkLst>
          <pc:docMk/>
          <pc:sldMk cId="4034997433" sldId="557"/>
        </pc:sldMkLst>
        <pc:spChg chg="add">
          <ac:chgData name="Jonathan Mah" userId="5261b2f2f3e51194" providerId="LiveId" clId="{35D39E08-4367-46AA-AD98-4FD396850465}" dt="2025-06-26T20:04:22.300" v="2351"/>
          <ac:spMkLst>
            <pc:docMk/>
            <pc:sldMk cId="4034997433" sldId="557"/>
            <ac:spMk id="3" creationId="{6375B81A-5E3E-D640-37FB-41D9A7F0A255}"/>
          </ac:spMkLst>
        </pc:spChg>
        <pc:picChg chg="add mod">
          <ac:chgData name="Jonathan Mah" userId="5261b2f2f3e51194" providerId="LiveId" clId="{35D39E08-4367-46AA-AD98-4FD396850465}" dt="2025-06-26T20:04:36.263" v="2356" actId="1076"/>
          <ac:picMkLst>
            <pc:docMk/>
            <pc:sldMk cId="4034997433" sldId="557"/>
            <ac:picMk id="4" creationId="{35B498D9-F21E-F5EC-AD34-BC2D50D75B35}"/>
          </ac:picMkLst>
        </pc:picChg>
      </pc:sldChg>
      <pc:sldChg chg="addSp modSp add mod">
        <pc:chgData name="Jonathan Mah" userId="5261b2f2f3e51194" providerId="LiveId" clId="{35D39E08-4367-46AA-AD98-4FD396850465}" dt="2025-06-26T20:08:20.625" v="2386" actId="1076"/>
        <pc:sldMkLst>
          <pc:docMk/>
          <pc:sldMk cId="2470998836" sldId="558"/>
        </pc:sldMkLst>
        <pc:picChg chg="add mod">
          <ac:chgData name="Jonathan Mah" userId="5261b2f2f3e51194" providerId="LiveId" clId="{35D39E08-4367-46AA-AD98-4FD396850465}" dt="2025-06-26T20:08:20.625" v="2386" actId="1076"/>
          <ac:picMkLst>
            <pc:docMk/>
            <pc:sldMk cId="2470998836" sldId="558"/>
            <ac:picMk id="3" creationId="{60369105-8D5E-8F07-FA70-9F4CFDBC747A}"/>
          </ac:picMkLst>
        </pc:picChg>
      </pc:sldChg>
      <pc:sldChg chg="addSp modSp add del mod">
        <pc:chgData name="Jonathan Mah" userId="5261b2f2f3e51194" providerId="LiveId" clId="{35D39E08-4367-46AA-AD98-4FD396850465}" dt="2025-06-26T20:07:22.061" v="2378" actId="47"/>
        <pc:sldMkLst>
          <pc:docMk/>
          <pc:sldMk cId="4141797646" sldId="559"/>
        </pc:sldMkLst>
        <pc:picChg chg="add mod">
          <ac:chgData name="Jonathan Mah" userId="5261b2f2f3e51194" providerId="LiveId" clId="{35D39E08-4367-46AA-AD98-4FD396850465}" dt="2025-06-26T20:05:08.543" v="2367" actId="1076"/>
          <ac:picMkLst>
            <pc:docMk/>
            <pc:sldMk cId="4141797646" sldId="559"/>
            <ac:picMk id="3" creationId="{301571ED-09F1-A792-E7E5-421EE70A49D8}"/>
          </ac:picMkLst>
        </pc:picChg>
      </pc:sldChg>
      <pc:sldChg chg="addSp modSp add mod">
        <pc:chgData name="Jonathan Mah" userId="5261b2f2f3e51194" providerId="LiveId" clId="{35D39E08-4367-46AA-AD98-4FD396850465}" dt="2025-06-26T20:13:34.950" v="2417" actId="1076"/>
        <pc:sldMkLst>
          <pc:docMk/>
          <pc:sldMk cId="2928672920" sldId="560"/>
        </pc:sldMkLst>
        <pc:picChg chg="add mod">
          <ac:chgData name="Jonathan Mah" userId="5261b2f2f3e51194" providerId="LiveId" clId="{35D39E08-4367-46AA-AD98-4FD396850465}" dt="2025-06-26T20:13:34.950" v="2417" actId="1076"/>
          <ac:picMkLst>
            <pc:docMk/>
            <pc:sldMk cId="2928672920" sldId="560"/>
            <ac:picMk id="3" creationId="{06B07202-1F99-6C7E-618E-3B8ED1B4B902}"/>
          </ac:picMkLst>
        </pc:picChg>
      </pc:sldChg>
      <pc:sldChg chg="addSp modSp add mod">
        <pc:chgData name="Jonathan Mah" userId="5261b2f2f3e51194" providerId="LiveId" clId="{35D39E08-4367-46AA-AD98-4FD396850465}" dt="2025-06-26T20:08:41.496" v="2389" actId="1076"/>
        <pc:sldMkLst>
          <pc:docMk/>
          <pc:sldMk cId="3564270904" sldId="561"/>
        </pc:sldMkLst>
        <pc:picChg chg="add mod">
          <ac:chgData name="Jonathan Mah" userId="5261b2f2f3e51194" providerId="LiveId" clId="{35D39E08-4367-46AA-AD98-4FD396850465}" dt="2025-06-26T20:08:41.496" v="2389" actId="1076"/>
          <ac:picMkLst>
            <pc:docMk/>
            <pc:sldMk cId="3564270904" sldId="561"/>
            <ac:picMk id="3" creationId="{557BCE47-9215-4A5E-3A24-D05DDAEBB6D7}"/>
          </ac:picMkLst>
        </pc:picChg>
      </pc:sldChg>
      <pc:sldChg chg="addSp modSp add mod">
        <pc:chgData name="Jonathan Mah" userId="5261b2f2f3e51194" providerId="LiveId" clId="{35D39E08-4367-46AA-AD98-4FD396850465}" dt="2025-06-26T20:15:35.688" v="2435" actId="1076"/>
        <pc:sldMkLst>
          <pc:docMk/>
          <pc:sldMk cId="3976813197" sldId="562"/>
        </pc:sldMkLst>
        <pc:picChg chg="add mod">
          <ac:chgData name="Jonathan Mah" userId="5261b2f2f3e51194" providerId="LiveId" clId="{35D39E08-4367-46AA-AD98-4FD396850465}" dt="2025-06-26T20:15:35.688" v="2435" actId="1076"/>
          <ac:picMkLst>
            <pc:docMk/>
            <pc:sldMk cId="3976813197" sldId="562"/>
            <ac:picMk id="3" creationId="{A50C8881-5811-C9D0-9DEB-CBD48D5AC020}"/>
          </ac:picMkLst>
        </pc:picChg>
      </pc:sldChg>
      <pc:sldChg chg="addSp modSp add mod">
        <pc:chgData name="Jonathan Mah" userId="5261b2f2f3e51194" providerId="LiveId" clId="{35D39E08-4367-46AA-AD98-4FD396850465}" dt="2025-06-26T20:11:01.533" v="2407" actId="1076"/>
        <pc:sldMkLst>
          <pc:docMk/>
          <pc:sldMk cId="3861378575" sldId="563"/>
        </pc:sldMkLst>
        <pc:picChg chg="add mod">
          <ac:chgData name="Jonathan Mah" userId="5261b2f2f3e51194" providerId="LiveId" clId="{35D39E08-4367-46AA-AD98-4FD396850465}" dt="2025-06-26T20:11:01.533" v="2407" actId="1076"/>
          <ac:picMkLst>
            <pc:docMk/>
            <pc:sldMk cId="3861378575" sldId="563"/>
            <ac:picMk id="3" creationId="{5357C56A-B4FF-6D47-3F6C-77F1F48E5B93}"/>
          </ac:picMkLst>
        </pc:picChg>
      </pc:sldChg>
      <pc:sldChg chg="addSp modSp add mod">
        <pc:chgData name="Jonathan Mah" userId="5261b2f2f3e51194" providerId="LiveId" clId="{35D39E08-4367-46AA-AD98-4FD396850465}" dt="2025-06-26T20:16:00.044" v="2438" actId="1076"/>
        <pc:sldMkLst>
          <pc:docMk/>
          <pc:sldMk cId="3212576090" sldId="564"/>
        </pc:sldMkLst>
        <pc:picChg chg="add mod">
          <ac:chgData name="Jonathan Mah" userId="5261b2f2f3e51194" providerId="LiveId" clId="{35D39E08-4367-46AA-AD98-4FD396850465}" dt="2025-06-26T20:16:00.044" v="2438" actId="1076"/>
          <ac:picMkLst>
            <pc:docMk/>
            <pc:sldMk cId="3212576090" sldId="564"/>
            <ac:picMk id="3" creationId="{BAD59D05-EB59-3009-3CCD-C70C0E5F8286}"/>
          </ac:picMkLst>
        </pc:picChg>
      </pc:sldChg>
      <pc:sldChg chg="addSp modSp add mod">
        <pc:chgData name="Jonathan Mah" userId="5261b2f2f3e51194" providerId="LiveId" clId="{35D39E08-4367-46AA-AD98-4FD396850465}" dt="2025-06-26T20:19:41.902" v="2442" actId="1076"/>
        <pc:sldMkLst>
          <pc:docMk/>
          <pc:sldMk cId="4108754968" sldId="565"/>
        </pc:sldMkLst>
        <pc:picChg chg="add mod">
          <ac:chgData name="Jonathan Mah" userId="5261b2f2f3e51194" providerId="LiveId" clId="{35D39E08-4367-46AA-AD98-4FD396850465}" dt="2025-06-26T20:19:41.902" v="2442" actId="1076"/>
          <ac:picMkLst>
            <pc:docMk/>
            <pc:sldMk cId="4108754968" sldId="565"/>
            <ac:picMk id="3" creationId="{3526B57C-24B2-C00F-FFB2-970CD29FEF45}"/>
          </ac:picMkLst>
        </pc:picChg>
      </pc:sldChg>
      <pc:sldChg chg="add del">
        <pc:chgData name="Jonathan Mah" userId="5261b2f2f3e51194" providerId="LiveId" clId="{35D39E08-4367-46AA-AD98-4FD396850465}" dt="2025-06-26T20:11:08.408" v="2408" actId="47"/>
        <pc:sldMkLst>
          <pc:docMk/>
          <pc:sldMk cId="513344510" sldId="566"/>
        </pc:sldMkLst>
      </pc:sldChg>
      <pc:sldChg chg="add del">
        <pc:chgData name="Jonathan Mah" userId="5261b2f2f3e51194" providerId="LiveId" clId="{35D39E08-4367-46AA-AD98-4FD396850465}" dt="2025-06-26T20:11:08.408" v="2408" actId="47"/>
        <pc:sldMkLst>
          <pc:docMk/>
          <pc:sldMk cId="891351748" sldId="567"/>
        </pc:sldMkLst>
      </pc:sldChg>
      <pc:sldChg chg="addSp modSp add mod">
        <pc:chgData name="Jonathan Mah" userId="5261b2f2f3e51194" providerId="LiveId" clId="{35D39E08-4367-46AA-AD98-4FD396850465}" dt="2025-06-26T20:13:53.557" v="2420" actId="1076"/>
        <pc:sldMkLst>
          <pc:docMk/>
          <pc:sldMk cId="2806453916" sldId="568"/>
        </pc:sldMkLst>
        <pc:picChg chg="add mod">
          <ac:chgData name="Jonathan Mah" userId="5261b2f2f3e51194" providerId="LiveId" clId="{35D39E08-4367-46AA-AD98-4FD396850465}" dt="2025-06-26T20:13:53.557" v="2420" actId="1076"/>
          <ac:picMkLst>
            <pc:docMk/>
            <pc:sldMk cId="2806453916" sldId="568"/>
            <ac:picMk id="3" creationId="{FB5F8C9A-8559-42CB-D990-4AFA7B7986C9}"/>
          </ac:picMkLst>
        </pc:picChg>
      </pc:sldChg>
      <pc:sldChg chg="addSp modSp add mod">
        <pc:chgData name="Jonathan Mah" userId="5261b2f2f3e51194" providerId="LiveId" clId="{35D39E08-4367-46AA-AD98-4FD396850465}" dt="2025-06-26T20:09:02.824" v="2392" actId="1076"/>
        <pc:sldMkLst>
          <pc:docMk/>
          <pc:sldMk cId="2217433307" sldId="569"/>
        </pc:sldMkLst>
        <pc:picChg chg="add mod">
          <ac:chgData name="Jonathan Mah" userId="5261b2f2f3e51194" providerId="LiveId" clId="{35D39E08-4367-46AA-AD98-4FD396850465}" dt="2025-06-26T20:09:02.824" v="2392" actId="1076"/>
          <ac:picMkLst>
            <pc:docMk/>
            <pc:sldMk cId="2217433307" sldId="569"/>
            <ac:picMk id="3" creationId="{724322CF-3116-4041-96D4-536412A4D518}"/>
          </ac:picMkLst>
        </pc:picChg>
      </pc:sldChg>
      <pc:sldChg chg="addSp modSp add mod">
        <pc:chgData name="Jonathan Mah" userId="5261b2f2f3e51194" providerId="LiveId" clId="{35D39E08-4367-46AA-AD98-4FD396850465}" dt="2025-06-26T20:14:17.489" v="2423" actId="1076"/>
        <pc:sldMkLst>
          <pc:docMk/>
          <pc:sldMk cId="567414834" sldId="570"/>
        </pc:sldMkLst>
        <pc:picChg chg="add mod">
          <ac:chgData name="Jonathan Mah" userId="5261b2f2f3e51194" providerId="LiveId" clId="{35D39E08-4367-46AA-AD98-4FD396850465}" dt="2025-06-26T20:14:17.489" v="2423" actId="1076"/>
          <ac:picMkLst>
            <pc:docMk/>
            <pc:sldMk cId="567414834" sldId="570"/>
            <ac:picMk id="3" creationId="{F76CBA21-B191-407F-DD85-DCCB54803EDE}"/>
          </ac:picMkLst>
        </pc:picChg>
      </pc:sldChg>
      <pc:sldChg chg="addSp modSp add mod">
        <pc:chgData name="Jonathan Mah" userId="5261b2f2f3e51194" providerId="LiveId" clId="{35D39E08-4367-46AA-AD98-4FD396850465}" dt="2025-06-26T20:09:25.793" v="2395" actId="1076"/>
        <pc:sldMkLst>
          <pc:docMk/>
          <pc:sldMk cId="265288326" sldId="571"/>
        </pc:sldMkLst>
        <pc:picChg chg="add mod">
          <ac:chgData name="Jonathan Mah" userId="5261b2f2f3e51194" providerId="LiveId" clId="{35D39E08-4367-46AA-AD98-4FD396850465}" dt="2025-06-26T20:09:25.793" v="2395" actId="1076"/>
          <ac:picMkLst>
            <pc:docMk/>
            <pc:sldMk cId="265288326" sldId="571"/>
            <ac:picMk id="3" creationId="{13788EE6-69FE-4605-AC5A-C07A17B296F0}"/>
          </ac:picMkLst>
        </pc:picChg>
      </pc:sldChg>
      <pc:sldChg chg="addSp modSp add mod">
        <pc:chgData name="Jonathan Mah" userId="5261b2f2f3e51194" providerId="LiveId" clId="{35D39E08-4367-46AA-AD98-4FD396850465}" dt="2025-06-26T20:14:39.691" v="2426" actId="1076"/>
        <pc:sldMkLst>
          <pc:docMk/>
          <pc:sldMk cId="4014069631" sldId="572"/>
        </pc:sldMkLst>
        <pc:picChg chg="add mod">
          <ac:chgData name="Jonathan Mah" userId="5261b2f2f3e51194" providerId="LiveId" clId="{35D39E08-4367-46AA-AD98-4FD396850465}" dt="2025-06-26T20:14:39.691" v="2426" actId="1076"/>
          <ac:picMkLst>
            <pc:docMk/>
            <pc:sldMk cId="4014069631" sldId="572"/>
            <ac:picMk id="3" creationId="{0ED6C02B-65A4-DDB2-0288-7561E6AE2E70}"/>
          </ac:picMkLst>
        </pc:picChg>
      </pc:sldChg>
      <pc:sldChg chg="addSp modSp add mod">
        <pc:chgData name="Jonathan Mah" userId="5261b2f2f3e51194" providerId="LiveId" clId="{35D39E08-4367-46AA-AD98-4FD396850465}" dt="2025-06-26T20:09:50.652" v="2398" actId="1076"/>
        <pc:sldMkLst>
          <pc:docMk/>
          <pc:sldMk cId="36048859" sldId="573"/>
        </pc:sldMkLst>
        <pc:picChg chg="add mod">
          <ac:chgData name="Jonathan Mah" userId="5261b2f2f3e51194" providerId="LiveId" clId="{35D39E08-4367-46AA-AD98-4FD396850465}" dt="2025-06-26T20:09:50.652" v="2398" actId="1076"/>
          <ac:picMkLst>
            <pc:docMk/>
            <pc:sldMk cId="36048859" sldId="573"/>
            <ac:picMk id="3" creationId="{D62EC1C9-42EE-FD37-0FF1-5F59698A3948}"/>
          </ac:picMkLst>
        </pc:picChg>
      </pc:sldChg>
      <pc:sldChg chg="addSp modSp add mod">
        <pc:chgData name="Jonathan Mah" userId="5261b2f2f3e51194" providerId="LiveId" clId="{35D39E08-4367-46AA-AD98-4FD396850465}" dt="2025-06-26T20:14:57.401" v="2429" actId="1076"/>
        <pc:sldMkLst>
          <pc:docMk/>
          <pc:sldMk cId="591579869" sldId="574"/>
        </pc:sldMkLst>
        <pc:picChg chg="add mod">
          <ac:chgData name="Jonathan Mah" userId="5261b2f2f3e51194" providerId="LiveId" clId="{35D39E08-4367-46AA-AD98-4FD396850465}" dt="2025-06-26T20:14:57.401" v="2429" actId="1076"/>
          <ac:picMkLst>
            <pc:docMk/>
            <pc:sldMk cId="591579869" sldId="574"/>
            <ac:picMk id="3" creationId="{BD255128-0B2E-08F1-1102-D1CAB4986844}"/>
          </ac:picMkLst>
        </pc:picChg>
      </pc:sldChg>
      <pc:sldChg chg="addSp modSp add mod">
        <pc:chgData name="Jonathan Mah" userId="5261b2f2f3e51194" providerId="LiveId" clId="{35D39E08-4367-46AA-AD98-4FD396850465}" dt="2025-06-26T20:10:15.464" v="2401" actId="1076"/>
        <pc:sldMkLst>
          <pc:docMk/>
          <pc:sldMk cId="4023351268" sldId="575"/>
        </pc:sldMkLst>
        <pc:picChg chg="add mod">
          <ac:chgData name="Jonathan Mah" userId="5261b2f2f3e51194" providerId="LiveId" clId="{35D39E08-4367-46AA-AD98-4FD396850465}" dt="2025-06-26T20:10:15.464" v="2401" actId="1076"/>
          <ac:picMkLst>
            <pc:docMk/>
            <pc:sldMk cId="4023351268" sldId="575"/>
            <ac:picMk id="3" creationId="{32E641C4-D5C8-3F04-AD6E-9F02E01F01D5}"/>
          </ac:picMkLst>
        </pc:picChg>
      </pc:sldChg>
      <pc:sldChg chg="addSp modSp add mod">
        <pc:chgData name="Jonathan Mah" userId="5261b2f2f3e51194" providerId="LiveId" clId="{35D39E08-4367-46AA-AD98-4FD396850465}" dt="2025-06-26T20:15:15.636" v="2432" actId="1076"/>
        <pc:sldMkLst>
          <pc:docMk/>
          <pc:sldMk cId="764192134" sldId="576"/>
        </pc:sldMkLst>
        <pc:picChg chg="add mod">
          <ac:chgData name="Jonathan Mah" userId="5261b2f2f3e51194" providerId="LiveId" clId="{35D39E08-4367-46AA-AD98-4FD396850465}" dt="2025-06-26T20:15:15.636" v="2432" actId="1076"/>
          <ac:picMkLst>
            <pc:docMk/>
            <pc:sldMk cId="764192134" sldId="576"/>
            <ac:picMk id="3" creationId="{12F785FC-89F1-5121-94BA-492D932A4190}"/>
          </ac:picMkLst>
        </pc:picChg>
      </pc:sldChg>
      <pc:sldChg chg="addSp modSp add mod">
        <pc:chgData name="Jonathan Mah" userId="5261b2f2f3e51194" providerId="LiveId" clId="{35D39E08-4367-46AA-AD98-4FD396850465}" dt="2025-06-26T20:10:36.058" v="2404" actId="1076"/>
        <pc:sldMkLst>
          <pc:docMk/>
          <pc:sldMk cId="2004455666" sldId="577"/>
        </pc:sldMkLst>
        <pc:picChg chg="add mod">
          <ac:chgData name="Jonathan Mah" userId="5261b2f2f3e51194" providerId="LiveId" clId="{35D39E08-4367-46AA-AD98-4FD396850465}" dt="2025-06-26T20:10:36.058" v="2404" actId="1076"/>
          <ac:picMkLst>
            <pc:docMk/>
            <pc:sldMk cId="2004455666" sldId="577"/>
            <ac:picMk id="3" creationId="{441FD21D-5A34-0393-8115-A017950BE1DB}"/>
          </ac:picMkLst>
        </pc:picChg>
      </pc:sldChg>
      <pc:sldChg chg="addSp delSp modSp add mod">
        <pc:chgData name="Jonathan Mah" userId="5261b2f2f3e51194" providerId="LiveId" clId="{35D39E08-4367-46AA-AD98-4FD396850465}" dt="2025-06-26T20:20:21.488" v="2455" actId="1076"/>
        <pc:sldMkLst>
          <pc:docMk/>
          <pc:sldMk cId="3721316607" sldId="578"/>
        </pc:sldMkLst>
        <pc:picChg chg="del">
          <ac:chgData name="Jonathan Mah" userId="5261b2f2f3e51194" providerId="LiveId" clId="{35D39E08-4367-46AA-AD98-4FD396850465}" dt="2025-06-26T20:19:48.895" v="2448" actId="478"/>
          <ac:picMkLst>
            <pc:docMk/>
            <pc:sldMk cId="3721316607" sldId="578"/>
            <ac:picMk id="3" creationId="{CFB553E8-E92B-9D22-B076-6E4689C0E73B}"/>
          </ac:picMkLst>
        </pc:picChg>
        <pc:picChg chg="add mod">
          <ac:chgData name="Jonathan Mah" userId="5261b2f2f3e51194" providerId="LiveId" clId="{35D39E08-4367-46AA-AD98-4FD396850465}" dt="2025-06-26T20:20:21.488" v="2455" actId="1076"/>
          <ac:picMkLst>
            <pc:docMk/>
            <pc:sldMk cId="3721316607" sldId="578"/>
            <ac:picMk id="4" creationId="{5DDDD6D9-8514-528B-3FC9-5BCB60051984}"/>
          </ac:picMkLst>
        </pc:picChg>
      </pc:sldChg>
      <pc:sldChg chg="addSp delSp modSp add mod">
        <pc:chgData name="Jonathan Mah" userId="5261b2f2f3e51194" providerId="LiveId" clId="{35D39E08-4367-46AA-AD98-4FD396850465}" dt="2025-06-26T20:20:44.389" v="2458" actId="1076"/>
        <pc:sldMkLst>
          <pc:docMk/>
          <pc:sldMk cId="382511898" sldId="579"/>
        </pc:sldMkLst>
        <pc:picChg chg="del">
          <ac:chgData name="Jonathan Mah" userId="5261b2f2f3e51194" providerId="LiveId" clId="{35D39E08-4367-46AA-AD98-4FD396850465}" dt="2025-06-26T20:19:50.138" v="2449" actId="478"/>
          <ac:picMkLst>
            <pc:docMk/>
            <pc:sldMk cId="382511898" sldId="579"/>
            <ac:picMk id="3" creationId="{02A611CE-4995-C307-5ED3-77F4040867EC}"/>
          </ac:picMkLst>
        </pc:picChg>
        <pc:picChg chg="add mod">
          <ac:chgData name="Jonathan Mah" userId="5261b2f2f3e51194" providerId="LiveId" clId="{35D39E08-4367-46AA-AD98-4FD396850465}" dt="2025-06-26T20:20:44.389" v="2458" actId="1076"/>
          <ac:picMkLst>
            <pc:docMk/>
            <pc:sldMk cId="382511898" sldId="579"/>
            <ac:picMk id="4" creationId="{B54F07C3-FE59-62DC-4994-56B29DFB368B}"/>
          </ac:picMkLst>
        </pc:picChg>
      </pc:sldChg>
      <pc:sldChg chg="addSp delSp modSp add mod">
        <pc:chgData name="Jonathan Mah" userId="5261b2f2f3e51194" providerId="LiveId" clId="{35D39E08-4367-46AA-AD98-4FD396850465}" dt="2025-06-26T20:21:03.860" v="2461" actId="1076"/>
        <pc:sldMkLst>
          <pc:docMk/>
          <pc:sldMk cId="3290914341" sldId="580"/>
        </pc:sldMkLst>
        <pc:picChg chg="del">
          <ac:chgData name="Jonathan Mah" userId="5261b2f2f3e51194" providerId="LiveId" clId="{35D39E08-4367-46AA-AD98-4FD396850465}" dt="2025-06-26T20:19:51.155" v="2450" actId="478"/>
          <ac:picMkLst>
            <pc:docMk/>
            <pc:sldMk cId="3290914341" sldId="580"/>
            <ac:picMk id="3" creationId="{72FBE555-CB2D-71D6-3FB3-CF7E6E7F5EE8}"/>
          </ac:picMkLst>
        </pc:picChg>
        <pc:picChg chg="add mod">
          <ac:chgData name="Jonathan Mah" userId="5261b2f2f3e51194" providerId="LiveId" clId="{35D39E08-4367-46AA-AD98-4FD396850465}" dt="2025-06-26T20:21:03.860" v="2461" actId="1076"/>
          <ac:picMkLst>
            <pc:docMk/>
            <pc:sldMk cId="3290914341" sldId="580"/>
            <ac:picMk id="4" creationId="{ECF9CB9F-25A0-9FDB-797A-7635FC21C800}"/>
          </ac:picMkLst>
        </pc:picChg>
      </pc:sldChg>
      <pc:sldChg chg="addSp delSp modSp add mod">
        <pc:chgData name="Jonathan Mah" userId="5261b2f2f3e51194" providerId="LiveId" clId="{35D39E08-4367-46AA-AD98-4FD396850465}" dt="2025-06-26T20:21:32.253" v="2464" actId="1076"/>
        <pc:sldMkLst>
          <pc:docMk/>
          <pc:sldMk cId="1344056558" sldId="581"/>
        </pc:sldMkLst>
        <pc:picChg chg="del">
          <ac:chgData name="Jonathan Mah" userId="5261b2f2f3e51194" providerId="LiveId" clId="{35D39E08-4367-46AA-AD98-4FD396850465}" dt="2025-06-26T20:19:52.125" v="2451" actId="478"/>
          <ac:picMkLst>
            <pc:docMk/>
            <pc:sldMk cId="1344056558" sldId="581"/>
            <ac:picMk id="3" creationId="{078C71C6-EA9E-0B90-B5EB-79CB07C2002B}"/>
          </ac:picMkLst>
        </pc:picChg>
        <pc:picChg chg="add mod">
          <ac:chgData name="Jonathan Mah" userId="5261b2f2f3e51194" providerId="LiveId" clId="{35D39E08-4367-46AA-AD98-4FD396850465}" dt="2025-06-26T20:21:32.253" v="2464" actId="1076"/>
          <ac:picMkLst>
            <pc:docMk/>
            <pc:sldMk cId="1344056558" sldId="581"/>
            <ac:picMk id="4" creationId="{DDF69796-A657-AB91-A376-4A945F07F66F}"/>
          </ac:picMkLst>
        </pc:picChg>
      </pc:sldChg>
      <pc:sldChg chg="delSp modSp add del mod">
        <pc:chgData name="Jonathan Mah" userId="5261b2f2f3e51194" providerId="LiveId" clId="{35D39E08-4367-46AA-AD98-4FD396850465}" dt="2025-06-26T20:30:04.208" v="3303" actId="47"/>
        <pc:sldMkLst>
          <pc:docMk/>
          <pc:sldMk cId="4285761200" sldId="582"/>
        </pc:sldMkLst>
        <pc:spChg chg="mod">
          <ac:chgData name="Jonathan Mah" userId="5261b2f2f3e51194" providerId="LiveId" clId="{35D39E08-4367-46AA-AD98-4FD396850465}" dt="2025-06-26T20:29:50.173" v="3301" actId="20577"/>
          <ac:spMkLst>
            <pc:docMk/>
            <pc:sldMk cId="4285761200" sldId="582"/>
            <ac:spMk id="2" creationId="{089E7E0C-4107-763D-62B1-29C0F8F941AE}"/>
          </ac:spMkLst>
        </pc:spChg>
        <pc:picChg chg="del">
          <ac:chgData name="Jonathan Mah" userId="5261b2f2f3e51194" providerId="LiveId" clId="{35D39E08-4367-46AA-AD98-4FD396850465}" dt="2025-06-26T20:19:55.077" v="2452" actId="478"/>
          <ac:picMkLst>
            <pc:docMk/>
            <pc:sldMk cId="4285761200" sldId="582"/>
            <ac:picMk id="3" creationId="{25A0A6A5-47CA-B179-70D7-700ACFC25BB2}"/>
          </ac:picMkLst>
        </pc:picChg>
      </pc:sldChg>
      <pc:sldChg chg="addSp delSp modSp add mod ord">
        <pc:chgData name="Jonathan Mah" userId="5261b2f2f3e51194" providerId="LiveId" clId="{35D39E08-4367-46AA-AD98-4FD396850465}" dt="2025-06-26T20:29:00.415" v="3297" actId="20577"/>
        <pc:sldMkLst>
          <pc:docMk/>
          <pc:sldMk cId="2928529927" sldId="583"/>
        </pc:sldMkLst>
        <pc:spChg chg="mod">
          <ac:chgData name="Jonathan Mah" userId="5261b2f2f3e51194" providerId="LiveId" clId="{35D39E08-4367-46AA-AD98-4FD396850465}" dt="2025-06-26T20:23:19.994" v="2594" actId="20577"/>
          <ac:spMkLst>
            <pc:docMk/>
            <pc:sldMk cId="2928529927" sldId="583"/>
            <ac:spMk id="2" creationId="{CC1B3716-E78B-C0C3-ECAE-3B047CD248FE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3" creationId="{48ED5FCD-F79A-F269-2E0C-A9F22C0BDCF9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5" creationId="{0F03616F-60BB-757B-3A41-0ED2DD5ED99C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6" creationId="{761684FA-2F3D-9C5A-0968-EEE40162D6C5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7" creationId="{9B8A77E0-BB3C-90B8-A307-55D511685A0E}"/>
          </ac:spMkLst>
        </pc:spChg>
        <pc:spChg chg="add mod">
          <ac:chgData name="Jonathan Mah" userId="5261b2f2f3e51194" providerId="LiveId" clId="{35D39E08-4367-46AA-AD98-4FD396850465}" dt="2025-06-26T20:25:48.799" v="2634" actId="14100"/>
          <ac:spMkLst>
            <pc:docMk/>
            <pc:sldMk cId="2928529927" sldId="583"/>
            <ac:spMk id="9" creationId="{76EC5B9E-AE6D-6723-86E2-87874BFCB66A}"/>
          </ac:spMkLst>
        </pc:spChg>
        <pc:spChg chg="add mod">
          <ac:chgData name="Jonathan Mah" userId="5261b2f2f3e51194" providerId="LiveId" clId="{35D39E08-4367-46AA-AD98-4FD396850465}" dt="2025-06-26T20:29:00.415" v="3297" actId="20577"/>
          <ac:spMkLst>
            <pc:docMk/>
            <pc:sldMk cId="2928529927" sldId="583"/>
            <ac:spMk id="10" creationId="{D7B5C0F1-06D7-B5B9-46E8-0E8D244C7D90}"/>
          </ac:spMkLst>
        </pc:spChg>
        <pc:spChg chg="add mod">
          <ac:chgData name="Jonathan Mah" userId="5261b2f2f3e51194" providerId="LiveId" clId="{35D39E08-4367-46AA-AD98-4FD396850465}" dt="2025-06-26T20:26:19.836" v="2642" actId="14100"/>
          <ac:spMkLst>
            <pc:docMk/>
            <pc:sldMk cId="2928529927" sldId="583"/>
            <ac:spMk id="11" creationId="{33B9FA39-2173-EDDE-3056-9523D635E79B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16" creationId="{0834BD67-17E2-22DC-F991-6565A64FA34C}"/>
          </ac:spMkLst>
        </pc:spChg>
        <pc:spChg chg="del">
          <ac:chgData name="Jonathan Mah" userId="5261b2f2f3e51194" providerId="LiveId" clId="{35D39E08-4367-46AA-AD98-4FD396850465}" dt="2025-06-26T20:23:22.686" v="2595" actId="478"/>
          <ac:spMkLst>
            <pc:docMk/>
            <pc:sldMk cId="2928529927" sldId="583"/>
            <ac:spMk id="19" creationId="{2FF69BBA-0927-8F25-9281-869F5AB446D9}"/>
          </ac:spMkLst>
        </pc:spChg>
        <pc:picChg chg="add mod modCrop">
          <ac:chgData name="Jonathan Mah" userId="5261b2f2f3e51194" providerId="LiveId" clId="{35D39E08-4367-46AA-AD98-4FD396850465}" dt="2025-06-26T20:23:42.701" v="2600" actId="1076"/>
          <ac:picMkLst>
            <pc:docMk/>
            <pc:sldMk cId="2928529927" sldId="583"/>
            <ac:picMk id="4" creationId="{079C7133-A7F5-E167-143F-7559554D5366}"/>
          </ac:picMkLst>
        </pc:picChg>
        <pc:picChg chg="add mod">
          <ac:chgData name="Jonathan Mah" userId="5261b2f2f3e51194" providerId="LiveId" clId="{35D39E08-4367-46AA-AD98-4FD396850465}" dt="2025-06-26T20:26:11.604" v="2640" actId="1076"/>
          <ac:picMkLst>
            <pc:docMk/>
            <pc:sldMk cId="2928529927" sldId="583"/>
            <ac:picMk id="12290" creationId="{009BAEDE-829A-2187-9011-1FA7C118EDD8}"/>
          </ac:picMkLst>
        </pc:picChg>
        <pc:cxnChg chg="del">
          <ac:chgData name="Jonathan Mah" userId="5261b2f2f3e51194" providerId="LiveId" clId="{35D39E08-4367-46AA-AD98-4FD396850465}" dt="2025-06-26T20:23:22.686" v="2595" actId="478"/>
          <ac:cxnSpMkLst>
            <pc:docMk/>
            <pc:sldMk cId="2928529927" sldId="583"/>
            <ac:cxnSpMk id="8" creationId="{892C7FCC-1470-4E3F-F023-4A5B64BCA480}"/>
          </ac:cxnSpMkLst>
        </pc:cxnChg>
      </pc:sldChg>
      <pc:sldChg chg="add">
        <pc:chgData name="Jonathan Mah" userId="5261b2f2f3e51194" providerId="LiveId" clId="{35D39E08-4367-46AA-AD98-4FD396850465}" dt="2025-06-26T20:25:19.462" v="2631"/>
        <pc:sldMkLst>
          <pc:docMk/>
          <pc:sldMk cId="2206257865" sldId="584"/>
        </pc:sldMkLst>
      </pc:sldChg>
      <pc:sldChg chg="delSp modSp add mod">
        <pc:chgData name="Jonathan Mah" userId="5261b2f2f3e51194" providerId="LiveId" clId="{35D39E08-4367-46AA-AD98-4FD396850465}" dt="2025-06-26T20:37:41.296" v="3987" actId="114"/>
        <pc:sldMkLst>
          <pc:docMk/>
          <pc:sldMk cId="4265043333" sldId="585"/>
        </pc:sldMkLst>
        <pc:spChg chg="mod">
          <ac:chgData name="Jonathan Mah" userId="5261b2f2f3e51194" providerId="LiveId" clId="{35D39E08-4367-46AA-AD98-4FD396850465}" dt="2025-06-26T20:30:08.983" v="3322" actId="20577"/>
          <ac:spMkLst>
            <pc:docMk/>
            <pc:sldMk cId="4265043333" sldId="585"/>
            <ac:spMk id="2" creationId="{C1D19FA8-AC7F-382C-B9CD-643885B50D40}"/>
          </ac:spMkLst>
        </pc:spChg>
        <pc:spChg chg="mod">
          <ac:chgData name="Jonathan Mah" userId="5261b2f2f3e51194" providerId="LiveId" clId="{35D39E08-4367-46AA-AD98-4FD396850465}" dt="2025-06-26T20:37:41.296" v="3987" actId="114"/>
          <ac:spMkLst>
            <pc:docMk/>
            <pc:sldMk cId="4265043333" sldId="585"/>
            <ac:spMk id="3" creationId="{2FBA8520-C65D-ED0D-E482-CF15C3422FF1}"/>
          </ac:spMkLst>
        </pc:spChg>
        <pc:spChg chg="del">
          <ac:chgData name="Jonathan Mah" userId="5261b2f2f3e51194" providerId="LiveId" clId="{35D39E08-4367-46AA-AD98-4FD396850465}" dt="2025-06-26T20:30:12.062" v="3323" actId="478"/>
          <ac:spMkLst>
            <pc:docMk/>
            <pc:sldMk cId="4265043333" sldId="585"/>
            <ac:spMk id="4" creationId="{36AC463D-3961-E650-C13A-E0C89E15B8BF}"/>
          </ac:spMkLst>
        </pc:spChg>
        <pc:spChg chg="del">
          <ac:chgData name="Jonathan Mah" userId="5261b2f2f3e51194" providerId="LiveId" clId="{35D39E08-4367-46AA-AD98-4FD396850465}" dt="2025-06-26T20:30:12.062" v="3323" actId="478"/>
          <ac:spMkLst>
            <pc:docMk/>
            <pc:sldMk cId="4265043333" sldId="585"/>
            <ac:spMk id="5" creationId="{8812D635-A6E5-12D8-AEB7-AE12CF8D56FE}"/>
          </ac:spMkLst>
        </pc:spChg>
        <pc:spChg chg="del">
          <ac:chgData name="Jonathan Mah" userId="5261b2f2f3e51194" providerId="LiveId" clId="{35D39E08-4367-46AA-AD98-4FD396850465}" dt="2025-06-26T20:30:12.062" v="3323" actId="478"/>
          <ac:spMkLst>
            <pc:docMk/>
            <pc:sldMk cId="4265043333" sldId="585"/>
            <ac:spMk id="6" creationId="{B263141F-B124-EF53-A446-C08548970918}"/>
          </ac:spMkLst>
        </pc:spChg>
        <pc:spChg chg="del">
          <ac:chgData name="Jonathan Mah" userId="5261b2f2f3e51194" providerId="LiveId" clId="{35D39E08-4367-46AA-AD98-4FD396850465}" dt="2025-06-26T20:30:12.062" v="3323" actId="478"/>
          <ac:spMkLst>
            <pc:docMk/>
            <pc:sldMk cId="4265043333" sldId="585"/>
            <ac:spMk id="7" creationId="{83340CE7-1928-B67E-7712-C089F1EF9D02}"/>
          </ac:spMkLst>
        </pc:spChg>
      </pc:sldChg>
      <pc:sldChg chg="addSp modSp add mod">
        <pc:chgData name="Jonathan Mah" userId="5261b2f2f3e51194" providerId="LiveId" clId="{35D39E08-4367-46AA-AD98-4FD396850465}" dt="2025-06-26T20:47:30.623" v="4464" actId="1076"/>
        <pc:sldMkLst>
          <pc:docMk/>
          <pc:sldMk cId="2946086256" sldId="586"/>
        </pc:sldMkLst>
        <pc:spChg chg="mod">
          <ac:chgData name="Jonathan Mah" userId="5261b2f2f3e51194" providerId="LiveId" clId="{35D39E08-4367-46AA-AD98-4FD396850465}" dt="2025-06-26T20:37:51.044" v="4006" actId="20577"/>
          <ac:spMkLst>
            <pc:docMk/>
            <pc:sldMk cId="2946086256" sldId="586"/>
            <ac:spMk id="2" creationId="{C59A0E67-98DE-6930-9FA0-40472435808A}"/>
          </ac:spMkLst>
        </pc:spChg>
        <pc:spChg chg="mod">
          <ac:chgData name="Jonathan Mah" userId="5261b2f2f3e51194" providerId="LiveId" clId="{35D39E08-4367-46AA-AD98-4FD396850465}" dt="2025-06-26T20:46:49.983" v="4460" actId="20577"/>
          <ac:spMkLst>
            <pc:docMk/>
            <pc:sldMk cId="2946086256" sldId="586"/>
            <ac:spMk id="3" creationId="{374042DA-C784-98BE-04FB-D5678ED33805}"/>
          </ac:spMkLst>
        </pc:spChg>
        <pc:picChg chg="add mod">
          <ac:chgData name="Jonathan Mah" userId="5261b2f2f3e51194" providerId="LiveId" clId="{35D39E08-4367-46AA-AD98-4FD396850465}" dt="2025-06-26T20:46:53.552" v="4461" actId="1076"/>
          <ac:picMkLst>
            <pc:docMk/>
            <pc:sldMk cId="2946086256" sldId="586"/>
            <ac:picMk id="5" creationId="{85B68265-FA3E-845A-5C7A-9FEC61736B66}"/>
          </ac:picMkLst>
        </pc:picChg>
        <pc:picChg chg="add mod">
          <ac:chgData name="Jonathan Mah" userId="5261b2f2f3e51194" providerId="LiveId" clId="{35D39E08-4367-46AA-AD98-4FD396850465}" dt="2025-06-26T20:47:30.623" v="4464" actId="1076"/>
          <ac:picMkLst>
            <pc:docMk/>
            <pc:sldMk cId="2946086256" sldId="586"/>
            <ac:picMk id="7" creationId="{7EE197BD-A7AF-73D5-ADF9-86B5030D9138}"/>
          </ac:picMkLst>
        </pc:picChg>
      </pc:sldChg>
      <pc:sldChg chg="addSp delSp modSp add mod">
        <pc:chgData name="Jonathan Mah" userId="5261b2f2f3e51194" providerId="LiveId" clId="{35D39E08-4367-46AA-AD98-4FD396850465}" dt="2025-06-26T20:41:10.858" v="4203" actId="1076"/>
        <pc:sldMkLst>
          <pc:docMk/>
          <pc:sldMk cId="3943593918" sldId="587"/>
        </pc:sldMkLst>
        <pc:spChg chg="mod">
          <ac:chgData name="Jonathan Mah" userId="5261b2f2f3e51194" providerId="LiveId" clId="{35D39E08-4367-46AA-AD98-4FD396850465}" dt="2025-06-26T20:40:12.411" v="4190" actId="20577"/>
          <ac:spMkLst>
            <pc:docMk/>
            <pc:sldMk cId="3943593918" sldId="587"/>
            <ac:spMk id="2" creationId="{0D96BB18-910F-AFA1-232D-2129D41FD84D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3" creationId="{45AA933B-3575-3A21-9771-0012D88B4BA4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4" creationId="{3B7A617B-3572-E1E2-3112-AEC436C75431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5" creationId="{3ECB89C2-DCF3-B6AE-1CBF-B7EA3F9FBAB3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6" creationId="{707E3064-3F03-34A6-7711-855FAFA7E2ED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7" creationId="{00EEBCE6-0726-418D-8BDE-B5106B5557EF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8" creationId="{3838A20D-9459-8D82-FC2D-1E7D8A7D3705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9" creationId="{C0909E90-51F5-D8B6-62D4-99A1099D2C1F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12" creationId="{2DA6C6A1-4069-95B0-89E2-FF76E73519CD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14" creationId="{FCC47730-30F9-A52A-E1E6-CA37F36669EE}"/>
          </ac:spMkLst>
        </pc:spChg>
        <pc:spChg chg="del">
          <ac:chgData name="Jonathan Mah" userId="5261b2f2f3e51194" providerId="LiveId" clId="{35D39E08-4367-46AA-AD98-4FD396850465}" dt="2025-06-26T20:40:15.180" v="4191" actId="478"/>
          <ac:spMkLst>
            <pc:docMk/>
            <pc:sldMk cId="3943593918" sldId="587"/>
            <ac:spMk id="16" creationId="{1F8EB310-9151-9A6C-A478-F4575B1C17F8}"/>
          </ac:spMkLst>
        </pc:spChg>
        <pc:picChg chg="add mod">
          <ac:chgData name="Jonathan Mah" userId="5261b2f2f3e51194" providerId="LiveId" clId="{35D39E08-4367-46AA-AD98-4FD396850465}" dt="2025-06-26T20:40:46.490" v="4199" actId="1076"/>
          <ac:picMkLst>
            <pc:docMk/>
            <pc:sldMk cId="3943593918" sldId="587"/>
            <ac:picMk id="13" creationId="{2B3409EF-A633-2A98-AFE5-558EA0D39732}"/>
          </ac:picMkLst>
        </pc:picChg>
        <pc:picChg chg="add mod">
          <ac:chgData name="Jonathan Mah" userId="5261b2f2f3e51194" providerId="LiveId" clId="{35D39E08-4367-46AA-AD98-4FD396850465}" dt="2025-06-26T20:40:28.166" v="4194" actId="1076"/>
          <ac:picMkLst>
            <pc:docMk/>
            <pc:sldMk cId="3943593918" sldId="587"/>
            <ac:picMk id="13314" creationId="{41163E17-2AD8-D8B0-7F4C-8F93EB77D7EA}"/>
          </ac:picMkLst>
        </pc:picChg>
        <pc:picChg chg="add mod">
          <ac:chgData name="Jonathan Mah" userId="5261b2f2f3e51194" providerId="LiveId" clId="{35D39E08-4367-46AA-AD98-4FD396850465}" dt="2025-06-26T20:41:10.858" v="4203" actId="1076"/>
          <ac:picMkLst>
            <pc:docMk/>
            <pc:sldMk cId="3943593918" sldId="587"/>
            <ac:picMk id="13316" creationId="{BAF22D52-7080-8816-D562-45375855BF5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10T17:07:5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46724-7A58-4020-9182-8374F0305DD3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84E8B-8157-4976-ABDF-6DA2CAC3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84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95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8C21-E41B-B9BE-8A6D-F4CFE16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F165D-2353-0633-A7A1-C894E56A3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049A2-6553-8344-3ABF-51AE86839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EED36-67B5-C8C4-1F53-96546585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74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40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C9AD9-B1AF-D286-F045-60B21AFB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D884A-EED8-82EB-12FD-A6D8AAF38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75FB1-C516-9CEF-613F-1AA3A25DB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7AC1B-C652-5764-F1CE-1B36250FB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984E8B-8157-4976-ABDF-6DA2CAC344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809E-4FBF-46E9-A03C-31EEBBA5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6B3F9-C3CC-4332-97E1-E1A833DD8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0F21C-7438-4532-A5C7-DCF6E434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F4506-70B6-4935-8FF8-CA265236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6150B-2B12-430D-A29B-1BEED4FA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7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CC79A-6545-4A9D-9EB5-58BCB29F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42FD-B080-4688-BE45-EE528CA43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E2A8B-3D72-4A5C-B022-8CAED6814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EDCA2-4437-4FEA-B51C-F89214A1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60F-CAF4-456A-9687-7A0ACAC3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9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F2D9-47CE-4AC7-B05E-90705707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3266E-D478-48D7-A70F-263A454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68AA2-9DB8-41D2-B637-59508095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C3077-D6AC-453F-8597-77A31537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6842-16D7-49F9-8024-06CC270D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1403A-98BA-4C88-9568-20E8BED6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0F70-8411-42F6-BBF9-B65F7C57F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3BAA8-FDC5-4B2D-825F-1E383AF0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1C4C1-BBC3-40C5-B9FF-5E4757A5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F6B78-98F1-4125-89B6-D9785B0C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420F1-1681-42F5-A429-0AEA0D44B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1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19D9-2041-42C3-9A37-E7EEBCCAB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9A8EF-9274-4289-A647-19129296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7AFEE-2044-4BC6-9B01-76B4DF8FD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9CAA8-5AF9-4AA7-8A49-F8FFB3783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B78DF-DF63-4D5B-BCF3-70BDB69156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86CD8-6E5D-4070-AD17-B91FEF81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E7120B-5AC8-4796-A4FB-73C15284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F439C-FB66-4013-9CB7-509CB62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FF7E-04CE-4192-8164-CE1808F9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B6D05-0A70-4654-8BC4-CADD1850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DF84B-8E96-42F2-AE8F-93C06BE8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B7DD3-2753-4754-8ED5-B275BF21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3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E0F0E-84CB-46A7-90E9-6754482F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681C1-6087-45F4-B94C-1BE2A27D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43131-E7C1-443A-933D-7EFB858F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8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3C93-737D-4E9C-B412-D1D1F2D7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1D68-3440-4013-9B66-469BECB5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29EEF-E9F4-4A17-9C13-149DE6E2F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7947D-0685-422C-9E12-4989107A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376F5-7171-4175-9022-DCE9E145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D3531-14D2-4738-A96B-DAC6EB671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6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B675-0989-4DB6-A3F1-08869B50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47773-3232-4DAE-8B85-0B232ECCD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8F91A-F778-4960-904A-0E68DE25C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197A5-E086-4AF3-A915-ECD88005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ABB4A-9031-42B1-BBB1-1CE7B369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0F69-6B8B-4232-B3F2-3B2722BE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0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EB7C-C462-422A-9480-044958804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C233A-0E72-4060-BAA5-0BF367642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FF25E-6D23-45E3-88A5-50F5FCCDB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7C3FD-7C03-4AA1-BE4D-2B6AA97A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EDBFE-DC65-4F00-9980-53411482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3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E833A-B5D2-47E8-B2F8-010235D09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1C533-41F3-4E55-96B2-BE26D7660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93A2B-19C6-4734-82AF-F25A5B6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5DF26-3AA2-4775-8E80-C6465E4F2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AB5A6-A104-4E2F-A639-35ED8400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B903E-06C3-47EE-B3D6-E7548398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11D03-58B7-455C-9B4F-709B337F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FC24-80B5-4A26-B684-73DB13247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E4237-9E27-40CF-A4D8-1330F92F21DA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545E-9F97-4858-BC97-2E866AA78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725C8-92EE-44A8-B0E8-B5A336D01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E71A-13F4-410A-B2AC-50A1149AE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94DF-730E-4B9E-8CB5-2B641A42E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Lab Meeting</a:t>
            </a:r>
            <a:b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AKA</a:t>
            </a:r>
            <a:b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What has Jon been doing?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2BDE3-5450-4B18-B90B-D71DD9D5BA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20250626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Jon Mah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Garud and Lohmueller Labs</a:t>
            </a:r>
          </a:p>
        </p:txBody>
      </p:sp>
    </p:spTree>
    <p:extLst>
      <p:ext uri="{BB962C8B-B14F-4D97-AF65-F5344CB8AC3E}">
        <p14:creationId xmlns:p14="http://schemas.microsoft.com/office/powerpoint/2010/main" val="114533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FEC6-73D8-4766-8334-339FDD45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Chapter 2 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D84A0-4056-4C50-9D26-2BA6AE9D4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Question: How does sample size determine the strength of ancient vs. recent evolutionary signals?</a:t>
            </a:r>
          </a:p>
          <a:p>
            <a:r>
              <a:rPr lang="en-US">
                <a:latin typeface="Yu Gothic" panose="020B0400000000000000" pitchFamily="34" charset="-128"/>
                <a:ea typeface="Yu Gothic" panose="020B0400000000000000" pitchFamily="34" charset="-128"/>
              </a:rPr>
              <a:t>Next Question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: Can we find an optimal sample size to recover the ancient or recent evolutionary signals?</a:t>
            </a:r>
          </a:p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Approach:</a:t>
            </a:r>
          </a:p>
          <a:p>
            <a:pPr lvl="1"/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Simulate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 multiple demographic scenarios and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1"/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Compute expected SFS based on sample size using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theory</a:t>
            </a:r>
          </a:p>
          <a:p>
            <a:pPr lvl="1"/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Apply to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high quality empirical data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5B96D3-1015-4E8F-834E-049664E770E7}"/>
                  </a:ext>
                </a:extLst>
              </p14:cNvPr>
              <p14:cNvContentPartPr/>
              <p14:nvPr/>
            </p14:nvContentPartPr>
            <p14:xfrm>
              <a:off x="1508400" y="331461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5B96D3-1015-4E8F-834E-049664E770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9400" y="330561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25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FC7E-40B3-BAD1-CE6D-F078F8C81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1AB6CF9-DBC7-FF72-9E38-9A57B29ED2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AF8DA2-D753-DAB4-411A-039AFAC946CC}"/>
              </a:ext>
            </a:extLst>
          </p:cNvPr>
          <p:cNvSpPr txBox="1"/>
          <p:nvPr/>
        </p:nvSpPr>
        <p:spPr>
          <a:xfrm>
            <a:off x="8860221" y="1743978"/>
            <a:ext cx="32047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100,000,000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125A7-1754-6343-C854-94309916C36C}"/>
              </a:ext>
            </a:extLst>
          </p:cNvPr>
          <p:cNvSpPr txBox="1"/>
          <p:nvPr/>
        </p:nvSpPr>
        <p:spPr>
          <a:xfrm>
            <a:off x="838200" y="529254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</p:txBody>
      </p:sp>
    </p:spTree>
    <p:extLst>
      <p:ext uri="{BB962C8B-B14F-4D97-AF65-F5344CB8AC3E}">
        <p14:creationId xmlns:p14="http://schemas.microsoft.com/office/powerpoint/2010/main" val="3796519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C93D-63C2-303B-B03F-7157000C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C8B4-318F-3ED1-C205-3712C6CBD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76ECA5-87F4-7FEC-9A89-157A81DDF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790B8E-CAA3-DAF7-22DB-60F0E4758204}"/>
              </a:ext>
            </a:extLst>
          </p:cNvPr>
          <p:cNvSpPr txBox="1"/>
          <p:nvPr/>
        </p:nvSpPr>
        <p:spPr>
          <a:xfrm>
            <a:off x="8860221" y="1743978"/>
            <a:ext cx="3033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20,000,000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BE99D-B006-FFEE-6CFD-CA99E5039A18}"/>
              </a:ext>
            </a:extLst>
          </p:cNvPr>
          <p:cNvSpPr txBox="1"/>
          <p:nvPr/>
        </p:nvSpPr>
        <p:spPr>
          <a:xfrm>
            <a:off x="838200" y="529254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0E6A00-BF6B-EFC2-CCA8-A22A4F67314B}"/>
              </a:ext>
            </a:extLst>
          </p:cNvPr>
          <p:cNvSpPr/>
          <p:nvPr/>
        </p:nvSpPr>
        <p:spPr>
          <a:xfrm>
            <a:off x="901700" y="4610100"/>
            <a:ext cx="1920240" cy="64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4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E443-F493-D12D-CE9B-8BCC9E21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93A5-FE80-61E6-6FDD-2D850C423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outline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7C3D46-10D6-9BC1-9D97-0BB083E64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43978"/>
            <a:ext cx="7844203" cy="354856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049F9-E942-3603-197C-5F131E0CB183}"/>
              </a:ext>
            </a:extLst>
          </p:cNvPr>
          <p:cNvSpPr txBox="1"/>
          <p:nvPr/>
        </p:nvSpPr>
        <p:spPr>
          <a:xfrm>
            <a:off x="8860221" y="1743978"/>
            <a:ext cx="3033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 = 20,000,000 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r = 1E-8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 = 1.5E-8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7AD9B-31A1-DF11-17C8-44085C5D32D5}"/>
              </a:ext>
            </a:extLst>
          </p:cNvPr>
          <p:cNvSpPr txBox="1"/>
          <p:nvPr/>
        </p:nvSpPr>
        <p:spPr>
          <a:xfrm>
            <a:off x="838200" y="5292546"/>
            <a:ext cx="10515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 to sample size from 10 – 800, by 10 (i.e., 10, 20, 30, 40, 50)</a:t>
            </a:r>
          </a:p>
          <a:p>
            <a:r>
              <a:rPr lang="en-US" sz="2400" dirty="0">
                <a:solidFill>
                  <a:srgbClr val="FF0000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We expect the bottleneck simulation to yield inferences resembling an ancient contraction at small sample sizes and a recent expansion at large sample sizes.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471F74-14E2-0D91-B13B-2845E19A4251}"/>
              </a:ext>
            </a:extLst>
          </p:cNvPr>
          <p:cNvSpPr/>
          <p:nvPr/>
        </p:nvSpPr>
        <p:spPr>
          <a:xfrm>
            <a:off x="901700" y="4610100"/>
            <a:ext cx="1920240" cy="64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5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D5BA-F697-0589-0882-F2F0BF70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BC12BC-20B0-DE7E-74BE-4A3C0D12A1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440917" cy="4720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728AD4-B08E-6995-5DF2-5BC4949BAD81}"/>
              </a:ext>
            </a:extLst>
          </p:cNvPr>
          <p:cNvSpPr txBox="1"/>
          <p:nvPr/>
        </p:nvSpPr>
        <p:spPr>
          <a:xfrm>
            <a:off x="7496484" y="1322388"/>
            <a:ext cx="4695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Tajima’s 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&gt;0 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intermediate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&lt;0  rare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=0  neutral</a:t>
            </a:r>
            <a:endParaRPr lang="en-US" sz="24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28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14E0D-4C4E-626D-0018-9631D615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F1AB-E464-C2DB-6DC3-56EAA7D5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85C6A8-1D93-74F0-A7BA-EDFD52AF81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440917" cy="472045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99487C8-0D7A-F551-81EE-8895D910897A}"/>
              </a:ext>
            </a:extLst>
          </p:cNvPr>
          <p:cNvSpPr/>
          <p:nvPr/>
        </p:nvSpPr>
        <p:spPr>
          <a:xfrm>
            <a:off x="3248025" y="4050917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B599B-2A31-3024-4799-3008CAF2F7E6}"/>
              </a:ext>
            </a:extLst>
          </p:cNvPr>
          <p:cNvSpPr txBox="1"/>
          <p:nvPr/>
        </p:nvSpPr>
        <p:spPr>
          <a:xfrm>
            <a:off x="7496484" y="1322388"/>
            <a:ext cx="4695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Tajima’s 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&gt;0 </a:t>
            </a: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intermediate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&lt;0  rare 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=0  neutral</a:t>
            </a:r>
            <a:endParaRPr lang="en-US" sz="24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FC420-ACF6-40B1-9E6D-E8952D4FD2C8}"/>
              </a:ext>
            </a:extLst>
          </p:cNvPr>
          <p:cNvSpPr txBox="1"/>
          <p:nvPr/>
        </p:nvSpPr>
        <p:spPr>
          <a:xfrm>
            <a:off x="7354614" y="4935447"/>
            <a:ext cx="4837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We can find an “inflection point” where Tajima’s D goes from positive to negative based only on sample size!</a:t>
            </a:r>
            <a:endParaRPr lang="en-US" sz="2400" dirty="0">
              <a:solidFill>
                <a:srgbClr val="FF000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766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748E4-D473-B80E-6745-517CB08D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16D4FF-3997-3CE8-2FCA-1A3C491B08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8936421" cy="49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4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BE1B8-616E-2EF8-44E7-ED7AE12F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E18-D22C-B898-0F4A-5EE42B09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Simulation SFS summary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03480D-B020-E9DE-F93B-33002C8E9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8936421" cy="496467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910B7B1-3CC6-CC31-4D42-CFC6004FCD29}"/>
              </a:ext>
            </a:extLst>
          </p:cNvPr>
          <p:cNvSpPr/>
          <p:nvPr/>
        </p:nvSpPr>
        <p:spPr>
          <a:xfrm>
            <a:off x="3480238" y="4298240"/>
            <a:ext cx="457200" cy="4572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3E20D-9608-BDCA-E872-A75355DC7F48}"/>
              </a:ext>
            </a:extLst>
          </p:cNvPr>
          <p:cNvSpPr txBox="1"/>
          <p:nvPr/>
        </p:nvSpPr>
        <p:spPr>
          <a:xfrm>
            <a:off x="7354614" y="4935447"/>
            <a:ext cx="4837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We can find an “inflection point” where the proportion of singletons changes behavior and exceeds that of the SNM!</a:t>
            </a:r>
            <a:endParaRPr lang="en-US" sz="2400" dirty="0">
              <a:solidFill>
                <a:srgbClr val="FF0000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043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5D81-0DF4-9BB5-F241-F953F0D5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Inference from simulated SFSs reveals an “optimal” sample size for recovery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FCBD28-D5FA-77ED-5C58-61E36C84B8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95" y="1690688"/>
            <a:ext cx="8568810" cy="481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33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3F65-5087-E029-4F9C-94E7F4986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2F3EE6-8B86-9020-3B6E-32ABF5DCE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82256-7186-406D-BF19-9CC559F3CE45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595AED-E474-AB1E-3253-C1DF00582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678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50CD8-4BD1-6A7B-4439-E2F8AEE5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E5F3-721B-E2BB-F471-A3A71CE0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90772-EE64-FCDD-AAEA-D02750EF22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CE6902-D67E-4FB0-1E04-E74F1F785A6E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A30CD0-3E91-AE47-3675-A90BFF0CD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72BDEA9F-6138-BD5A-93DC-0CDB00840389}"/>
              </a:ext>
            </a:extLst>
          </p:cNvPr>
          <p:cNvSpPr/>
          <p:nvPr/>
        </p:nvSpPr>
        <p:spPr>
          <a:xfrm rot="16200000">
            <a:off x="2379484" y="4476655"/>
            <a:ext cx="355600" cy="101159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3D539-19EF-37BC-5F24-3B0C9CE3BE6C}"/>
              </a:ext>
            </a:extLst>
          </p:cNvPr>
          <p:cNvSpPr txBox="1"/>
          <p:nvPr/>
        </p:nvSpPr>
        <p:spPr>
          <a:xfrm>
            <a:off x="855484" y="5178129"/>
            <a:ext cx="360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Expected count of singletons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F580E73-E5C9-7362-C79B-E47AF9A9A22D}"/>
              </a:ext>
            </a:extLst>
          </p:cNvPr>
          <p:cNvSpPr/>
          <p:nvPr/>
        </p:nvSpPr>
        <p:spPr>
          <a:xfrm rot="16200000">
            <a:off x="6797893" y="4664875"/>
            <a:ext cx="355600" cy="628215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A9060-1802-F5A1-08E8-7F7B268AD5D1}"/>
              </a:ext>
            </a:extLst>
          </p:cNvPr>
          <p:cNvSpPr txBox="1"/>
          <p:nvPr/>
        </p:nvSpPr>
        <p:spPr>
          <a:xfrm>
            <a:off x="5338584" y="5178129"/>
            <a:ext cx="4620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 of population size…</a:t>
            </a:r>
          </a:p>
        </p:txBody>
      </p:sp>
    </p:spTree>
    <p:extLst>
      <p:ext uri="{BB962C8B-B14F-4D97-AF65-F5344CB8AC3E}">
        <p14:creationId xmlns:p14="http://schemas.microsoft.com/office/powerpoint/2010/main" val="4207234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FA2C1-8FA2-532F-9F5A-692AA2D9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180A-A314-DCAF-2646-518315D7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Expected count of SFS</a:t>
            </a:r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7068E-17E4-5D31-3C1C-012165F17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873" y="1697746"/>
            <a:ext cx="7730254" cy="17312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05C297-1368-6CFF-92CB-0BFB7C9AB846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CF07BA4-6503-BFF3-347E-6D57AE215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585" y="4007792"/>
            <a:ext cx="7735465" cy="11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ABCEEDF9-7E27-A937-971A-383963004F26}"/>
              </a:ext>
            </a:extLst>
          </p:cNvPr>
          <p:cNvSpPr/>
          <p:nvPr/>
        </p:nvSpPr>
        <p:spPr>
          <a:xfrm rot="16200000">
            <a:off x="2379484" y="4476655"/>
            <a:ext cx="355600" cy="1011598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5F2D9-9BAA-74D3-CA48-0F408A092393}"/>
              </a:ext>
            </a:extLst>
          </p:cNvPr>
          <p:cNvSpPr txBox="1"/>
          <p:nvPr/>
        </p:nvSpPr>
        <p:spPr>
          <a:xfrm>
            <a:off x="855484" y="5178129"/>
            <a:ext cx="360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Expected count of singletons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0A889A75-FA22-973E-2292-FF8BFEEF16B3}"/>
              </a:ext>
            </a:extLst>
          </p:cNvPr>
          <p:cNvSpPr/>
          <p:nvPr/>
        </p:nvSpPr>
        <p:spPr>
          <a:xfrm rot="16200000">
            <a:off x="6797893" y="4664875"/>
            <a:ext cx="355600" cy="628215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D2385-1612-1CDF-7EC7-EC6C10B6A031}"/>
              </a:ext>
            </a:extLst>
          </p:cNvPr>
          <p:cNvSpPr txBox="1"/>
          <p:nvPr/>
        </p:nvSpPr>
        <p:spPr>
          <a:xfrm>
            <a:off x="5338584" y="5178129"/>
            <a:ext cx="5097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 of population size…</a:t>
            </a: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as defined by intervals of coalescent time</a:t>
            </a:r>
          </a:p>
        </p:txBody>
      </p:sp>
    </p:spTree>
    <p:extLst>
      <p:ext uri="{BB962C8B-B14F-4D97-AF65-F5344CB8AC3E}">
        <p14:creationId xmlns:p14="http://schemas.microsoft.com/office/powerpoint/2010/main" val="880590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A63A-2CC9-E909-93E6-703A6EC75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Time intervals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3FA53A-5A51-C74D-DA28-7B9852DA2591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10242" name="Picture 2" descr="A genealogy comprising a sample size of n=8, with the k values denoting the ordered coalescence events (k=1 representing the root of the tree). The external branches, which can contain only singleton mutations, are given as solid black lines. There are three internal branches of order r=2 (upon which doubleton mutations must reside, denoted with large dashes); the red, green, and purple doubleton branches have starting and ending levels of (7,5), (6,5), and (4,2), respectively. The tree also contains single branches of orders r=3 (tripletons, medium dashes), 4 (quadrupletons, dot/dashes), and 5 (quintupletons, small dashes). The consecutive coalescence times are denoted by tk, with Nk denoting the effective population size from level k to k−1.">
            <a:extLst>
              <a:ext uri="{FF2B5EF4-FFF2-40B4-BE49-F238E27FC236}">
                <a16:creationId xmlns:a16="http://schemas.microsoft.com/office/drawing/2014/main" id="{9524C6EA-0B60-C987-70E5-3A16C46A64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5374096" cy="450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A013BC-AD61-86CF-3279-339A2EF7C83F}"/>
              </a:ext>
            </a:extLst>
          </p:cNvPr>
          <p:cNvSpPr txBox="1"/>
          <p:nvPr/>
        </p:nvSpPr>
        <p:spPr>
          <a:xfrm>
            <a:off x="6515446" y="1690688"/>
            <a:ext cx="53740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What matters is the arithmetic mean of N</a:t>
            </a:r>
            <a:r>
              <a:rPr lang="en-US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2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through N</a:t>
            </a:r>
            <a:r>
              <a:rPr lang="en-US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8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. Note that the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length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of </a:t>
            </a:r>
            <a:r>
              <a:rPr lang="en-US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</a:t>
            </a:r>
            <a:r>
              <a:rPr lang="en-US" sz="16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i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does not matter, just that there are intervals of time in between coalescent events.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Under coalescent theory, the expected time to coalesce k lineages is:</a:t>
            </a: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2N / (k choose 2)</a:t>
            </a:r>
          </a:p>
        </p:txBody>
      </p:sp>
    </p:spTree>
    <p:extLst>
      <p:ext uri="{BB962C8B-B14F-4D97-AF65-F5344CB8AC3E}">
        <p14:creationId xmlns:p14="http://schemas.microsoft.com/office/powerpoint/2010/main" val="1552343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72F1B-8CFE-3112-D325-6A6528CF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E8F0-FBA5-4500-8CBD-DCBC53178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33EA-72A1-0A0B-6D84-89C9A670E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3F71B-DFE3-E7DB-AF22-4E1857BBC059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1CB82-3502-8363-65CA-39524DE51BC9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45501-4D1B-885B-FBD4-21F86F6389E8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2EDFD5-B507-C3EE-245B-136B8FD92283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28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25D9-7B00-2D56-9BA8-4D22FE640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6F68-AC09-C103-C944-4E67F12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B4B4-6C7F-4808-93FF-08F5C790B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54</a:t>
            </a:r>
            <a:r>
              <a:rPr lang="en-US" dirty="0">
                <a:sym typeface="Wingdings" panose="05000000000000000000" pitchFamily="2" charset="2"/>
              </a:rPr>
              <a:t>] = 20,000 / (5 choose 2) = 2,000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43</a:t>
            </a:r>
            <a:r>
              <a:rPr lang="en-US" dirty="0">
                <a:sym typeface="Wingdings" panose="05000000000000000000" pitchFamily="2" charset="2"/>
              </a:rPr>
              <a:t>] = 2,000 / (4 choose 2) = 333.33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32</a:t>
            </a:r>
            <a:r>
              <a:rPr lang="en-US" dirty="0">
                <a:sym typeface="Wingdings" panose="05000000000000000000" pitchFamily="2" charset="2"/>
              </a:rPr>
              <a:t>] = 2,000 / (3 choose 2) = 666.67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21</a:t>
            </a:r>
            <a:r>
              <a:rPr lang="en-US" dirty="0">
                <a:sym typeface="Wingdings" panose="05000000000000000000" pitchFamily="2" charset="2"/>
              </a:rPr>
              <a:t>] = 10,000 / (2 choose 2) = 10,000 generations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47A7D-D553-85ED-0AFF-C54041AB0670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2586D1-8739-4C4F-FEA7-F10EC94EC32E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9F5639-8DAA-74D0-FF70-F732565A0669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082D1D-CA64-D5E9-2BFC-9F4B7F1D26C5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BD1660-CFE4-20BC-597D-A69B8CD15EF0}"/>
              </a:ext>
            </a:extLst>
          </p:cNvPr>
          <p:cNvCxnSpPr/>
          <p:nvPr/>
        </p:nvCxnSpPr>
        <p:spPr>
          <a:xfrm>
            <a:off x="10415075" y="5156200"/>
            <a:ext cx="13316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17277F-AEB3-7C9E-3056-081E101F0667}"/>
              </a:ext>
            </a:extLst>
          </p:cNvPr>
          <p:cNvCxnSpPr>
            <a:cxnSpLocks/>
          </p:cNvCxnSpPr>
          <p:nvPr/>
        </p:nvCxnSpPr>
        <p:spPr>
          <a:xfrm>
            <a:off x="10840885" y="48641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5E0661-9387-B447-086B-817398105284}"/>
              </a:ext>
            </a:extLst>
          </p:cNvPr>
          <p:cNvCxnSpPr>
            <a:cxnSpLocks/>
          </p:cNvCxnSpPr>
          <p:nvPr/>
        </p:nvCxnSpPr>
        <p:spPr>
          <a:xfrm>
            <a:off x="10840885" y="44704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C825ED-B6F8-F0E3-E351-F5E35C05BC4C}"/>
              </a:ext>
            </a:extLst>
          </p:cNvPr>
          <p:cNvCxnSpPr>
            <a:cxnSpLocks/>
          </p:cNvCxnSpPr>
          <p:nvPr/>
        </p:nvCxnSpPr>
        <p:spPr>
          <a:xfrm>
            <a:off x="10642855" y="2755900"/>
            <a:ext cx="87604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94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A0BE-A4CC-E14A-F179-A4620694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72F2-5258-F62A-C70A-58F47C33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C6AB3-EAA5-52FB-8C36-DFC4AF51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us simulate a bottleneck: 5,000 </a:t>
            </a:r>
            <a:r>
              <a:rPr lang="en-US" dirty="0">
                <a:sym typeface="Wingdings" panose="05000000000000000000" pitchFamily="2" charset="2"/>
              </a:rPr>
              <a:t> 1,000  10,000, with k=5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contraction occurs 3,100 generations prior</a:t>
            </a:r>
          </a:p>
          <a:p>
            <a:r>
              <a:rPr lang="en-US" dirty="0">
                <a:sym typeface="Wingdings" panose="05000000000000000000" pitchFamily="2" charset="2"/>
              </a:rPr>
              <a:t>Suppose the expansion occurs 2,100 generations prior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54</a:t>
            </a:r>
            <a:r>
              <a:rPr lang="en-US" dirty="0">
                <a:sym typeface="Wingdings" panose="05000000000000000000" pitchFamily="2" charset="2"/>
              </a:rPr>
              <a:t>] = 20,000 / (5 choose 2) = 2,000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43</a:t>
            </a:r>
            <a:r>
              <a:rPr lang="en-US" dirty="0">
                <a:sym typeface="Wingdings" panose="05000000000000000000" pitchFamily="2" charset="2"/>
              </a:rPr>
              <a:t>] = 2,000 / (4 choose 2) = 333.33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32</a:t>
            </a:r>
            <a:r>
              <a:rPr lang="en-US" dirty="0">
                <a:sym typeface="Wingdings" panose="05000000000000000000" pitchFamily="2" charset="2"/>
              </a:rPr>
              <a:t>] = 2,000 / (3 choose 2) = 666.67 generations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E[T</a:t>
            </a:r>
            <a:r>
              <a:rPr lang="en-US" baseline="-25000" dirty="0">
                <a:sym typeface="Wingdings" panose="05000000000000000000" pitchFamily="2" charset="2"/>
              </a:rPr>
              <a:t>21</a:t>
            </a:r>
            <a:r>
              <a:rPr lang="en-US" dirty="0">
                <a:sym typeface="Wingdings" panose="05000000000000000000" pitchFamily="2" charset="2"/>
              </a:rPr>
              <a:t>] = 10,000 / (2 choose 2) = 10,000 generations</a:t>
            </a:r>
          </a:p>
          <a:p>
            <a:r>
              <a:rPr lang="en-US" dirty="0">
                <a:sym typeface="Wingdings" panose="05000000000000000000" pitchFamily="2" charset="2"/>
              </a:rPr>
              <a:t>Arithmetic mean of population size is 22,000 / 4 = 4250</a:t>
            </a:r>
          </a:p>
          <a:p>
            <a:r>
              <a:rPr lang="en-US" dirty="0">
                <a:sym typeface="Wingdings" panose="05000000000000000000" pitchFamily="2" charset="2"/>
              </a:rPr>
              <a:t>We expect 4 * mu * L * 4250 = 255 singletons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82C17-027A-1494-B9C1-C9B1984DCDE1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D9F8DC-660E-490F-3DEC-D358310F60C5}"/>
              </a:ext>
            </a:extLst>
          </p:cNvPr>
          <p:cNvSpPr/>
          <p:nvPr/>
        </p:nvSpPr>
        <p:spPr>
          <a:xfrm>
            <a:off x="10642855" y="2516601"/>
            <a:ext cx="876045" cy="18247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B71B6B-49E6-F90A-2A1B-460347CCC8E8}"/>
              </a:ext>
            </a:extLst>
          </p:cNvPr>
          <p:cNvSpPr/>
          <p:nvPr/>
        </p:nvSpPr>
        <p:spPr>
          <a:xfrm>
            <a:off x="10415075" y="5032375"/>
            <a:ext cx="1331605" cy="9036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89BE2E-30CC-DF0B-80BC-AC36BBF28A27}"/>
              </a:ext>
            </a:extLst>
          </p:cNvPr>
          <p:cNvSpPr/>
          <p:nvPr/>
        </p:nvSpPr>
        <p:spPr>
          <a:xfrm>
            <a:off x="10840885" y="4341399"/>
            <a:ext cx="479985" cy="6909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A23FFF-6CF2-AD03-34A3-63A882824048}"/>
              </a:ext>
            </a:extLst>
          </p:cNvPr>
          <p:cNvCxnSpPr/>
          <p:nvPr/>
        </p:nvCxnSpPr>
        <p:spPr>
          <a:xfrm>
            <a:off x="10415075" y="5156200"/>
            <a:ext cx="13316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A479AC-11CD-A09D-16AB-D2AA09C97A60}"/>
              </a:ext>
            </a:extLst>
          </p:cNvPr>
          <p:cNvCxnSpPr>
            <a:cxnSpLocks/>
          </p:cNvCxnSpPr>
          <p:nvPr/>
        </p:nvCxnSpPr>
        <p:spPr>
          <a:xfrm>
            <a:off x="10840885" y="48641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1A31C1-0889-0BD2-3699-CB0659885474}"/>
              </a:ext>
            </a:extLst>
          </p:cNvPr>
          <p:cNvCxnSpPr>
            <a:cxnSpLocks/>
          </p:cNvCxnSpPr>
          <p:nvPr/>
        </p:nvCxnSpPr>
        <p:spPr>
          <a:xfrm>
            <a:off x="10840885" y="4470400"/>
            <a:ext cx="47998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E94A64-640D-0340-4092-1075F2FDAAB6}"/>
              </a:ext>
            </a:extLst>
          </p:cNvPr>
          <p:cNvCxnSpPr>
            <a:cxnSpLocks/>
          </p:cNvCxnSpPr>
          <p:nvPr/>
        </p:nvCxnSpPr>
        <p:spPr>
          <a:xfrm>
            <a:off x="10642855" y="2755900"/>
            <a:ext cx="87604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161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8E38-6BDF-6FBB-8D22-521296FC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6CD0-1B06-2FE9-AB4B-968CA0CA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80DEE-3B59-D895-3D49-466FF68A43DE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DEBCE0-7EAA-28D2-D183-F56004E60507}"/>
              </a:ext>
            </a:extLst>
          </p:cNvPr>
          <p:cNvSpPr txBox="1"/>
          <p:nvPr/>
        </p:nvSpPr>
        <p:spPr>
          <a:xfrm>
            <a:off x="7142614" y="1591864"/>
            <a:ext cx="4935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set up simulations for a contraction and an expansion such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E[Bottleneck singletons] = 255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E[Contraction singletons] = 195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E[Expansion singletons] = 195</a:t>
            </a:r>
          </a:p>
        </p:txBody>
      </p:sp>
    </p:spTree>
    <p:extLst>
      <p:ext uri="{BB962C8B-B14F-4D97-AF65-F5344CB8AC3E}">
        <p14:creationId xmlns:p14="http://schemas.microsoft.com/office/powerpoint/2010/main" val="212567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D6F2-D3DF-45A8-0F89-0F1D7E027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327B-86F3-6A56-422A-7D81D0924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Does it work?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2E0A5-7A3D-6BEF-8073-47DE76B494EA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748506C0-149E-B97A-273D-347B909D89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1"/>
          <a:stretch/>
        </p:blipFill>
        <p:spPr bwMode="auto">
          <a:xfrm>
            <a:off x="0" y="1583332"/>
            <a:ext cx="714261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DA66C0-F28D-273C-26CF-26636FCC1462}"/>
              </a:ext>
            </a:extLst>
          </p:cNvPr>
          <p:cNvSpPr txBox="1"/>
          <p:nvPr/>
        </p:nvSpPr>
        <p:spPr>
          <a:xfrm>
            <a:off x="7142614" y="1591864"/>
            <a:ext cx="49350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set up simulations for a contraction and an expansion such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E[Bottleneck singletons] = 255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E[Contraction singletons] = 195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E[Expansion singletons] = 195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D02DC-73EB-F707-398E-3F9654C9A777}"/>
              </a:ext>
            </a:extLst>
          </p:cNvPr>
          <p:cNvSpPr txBox="1"/>
          <p:nvPr/>
        </p:nvSpPr>
        <p:spPr>
          <a:xfrm>
            <a:off x="1906698" y="6031210"/>
            <a:ext cx="3567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20 replicate simulations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C14D698-266E-9BB4-CFD1-6B6D1B474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469" y="3634921"/>
            <a:ext cx="4579486" cy="147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169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DB70-62F1-DC53-1C20-B14816AA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A162-9464-A7F8-EA22-99D0A9ED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Lynch Theory: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 Scaled up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BA0B9-440F-1F6C-E8A7-8E52872C6062}"/>
              </a:ext>
            </a:extLst>
          </p:cNvPr>
          <p:cNvSpPr txBox="1"/>
          <p:nvPr/>
        </p:nvSpPr>
        <p:spPr>
          <a:xfrm>
            <a:off x="9593212" y="6396335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Lynch et al. 2020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ECB7B-BCB3-A5DB-6200-FC4D2303FB1F}"/>
              </a:ext>
            </a:extLst>
          </p:cNvPr>
          <p:cNvSpPr txBox="1"/>
          <p:nvPr/>
        </p:nvSpPr>
        <p:spPr>
          <a:xfrm>
            <a:off x="7142614" y="1591864"/>
            <a:ext cx="49350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I repeated this with 1000 replicates for four different sample sizes (k = 5, 10, 15, 20), as well as for the standard neutral model.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Contractions lose singletons as sample size increase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Bottlenecks and expansions gain singletons as sample size increases.</a:t>
            </a:r>
          </a:p>
          <a:p>
            <a:endParaRPr lang="en-US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The standard neutral model stays stable.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6D04E0-51D2-2439-27B1-D4AEE4742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2228"/>
            <a:ext cx="7141029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43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D298-E350-35EA-CE43-D9A5FB42E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Lynch Theory: Explained</a:t>
            </a:r>
          </a:p>
        </p:txBody>
      </p:sp>
      <p:pic>
        <p:nvPicPr>
          <p:cNvPr id="21506" name="Picture 2" descr="Image">
            <a:extLst>
              <a:ext uri="{FF2B5EF4-FFF2-40B4-BE49-F238E27FC236}">
                <a16:creationId xmlns:a16="http://schemas.microsoft.com/office/drawing/2014/main" id="{0B5FE9F3-663C-DD35-3947-D35EC24443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18959"/>
            <a:ext cx="57054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1D921A-2559-AE8A-CDDC-4E80608811F8}"/>
              </a:ext>
            </a:extLst>
          </p:cNvPr>
          <p:cNvSpPr txBox="1"/>
          <p:nvPr/>
        </p:nvSpPr>
        <p:spPr>
          <a:xfrm>
            <a:off x="7142614" y="1591864"/>
            <a:ext cx="49350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The Lynch Theory explains how singleton count is dependent on </a:t>
            </a:r>
            <a:r>
              <a:rPr lang="en-US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arithmetic mean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of population size </a:t>
            </a:r>
            <a:r>
              <a:rPr lang="en-US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over coalescent time intervals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. As sample size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k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increases, then the expected distribution of time intervals (and their associated </a:t>
            </a:r>
            <a:r>
              <a:rPr lang="en-US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N</a:t>
            </a:r>
            <a:r>
              <a:rPr lang="en-US" sz="2000" baseline="-25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) becomes more and more dense in recent time, thereby biasing evolutionary inference towards recent events.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76B05-BDFA-F655-F8D4-EF6F9AACC54F}"/>
              </a:ext>
            </a:extLst>
          </p:cNvPr>
          <p:cNvSpPr txBox="1"/>
          <p:nvPr/>
        </p:nvSpPr>
        <p:spPr>
          <a:xfrm>
            <a:off x="1003889" y="5933854"/>
            <a:ext cx="5374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*Not to scale, merely an illustration for the proportionality of time intervals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A6E3FF-107C-D88D-0091-78C3F7B65A2A}"/>
              </a:ext>
            </a:extLst>
          </p:cNvPr>
          <p:cNvSpPr txBox="1"/>
          <p:nvPr/>
        </p:nvSpPr>
        <p:spPr>
          <a:xfrm>
            <a:off x="6703604" y="4979747"/>
            <a:ext cx="537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Small sample size </a:t>
            </a:r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ancient</a:t>
            </a:r>
          </a:p>
          <a:p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Big sample size </a:t>
            </a:r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US" sz="28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recent </a:t>
            </a:r>
          </a:p>
        </p:txBody>
      </p:sp>
    </p:spTree>
    <p:extLst>
      <p:ext uri="{BB962C8B-B14F-4D97-AF65-F5344CB8AC3E}">
        <p14:creationId xmlns:p14="http://schemas.microsoft.com/office/powerpoint/2010/main" val="1911902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BE91-07A7-835B-5B16-C769A2AD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Lynch Theory: Scaled up (but in a different way)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1D577EA-B2BB-EBD2-D41D-BAB3B4382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1382939"/>
            <a:ext cx="9010650" cy="310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C3C33E-17E6-0195-EC3B-AB47853CF93F}"/>
              </a:ext>
            </a:extLst>
          </p:cNvPr>
          <p:cNvSpPr txBox="1"/>
          <p:nvPr/>
        </p:nvSpPr>
        <p:spPr>
          <a:xfrm>
            <a:off x="549729" y="4488089"/>
            <a:ext cx="110925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We can compute not just the expected count or singletons, but also the expected count of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r-tons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, where </a:t>
            </a:r>
            <a:r>
              <a:rPr lang="en-US" sz="2000" i="1" dirty="0">
                <a:latin typeface="Yu Gothic" panose="020B0400000000000000" pitchFamily="34" charset="-128"/>
                <a:ea typeface="Yu Gothic" panose="020B0400000000000000" pitchFamily="34" charset="-128"/>
              </a:rPr>
              <a:t>r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is the allele class, e.g., doubletons imply r=2, tripletons imply r=3, </a:t>
            </a:r>
            <a:r>
              <a:rPr lang="en-US" sz="20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etc</a:t>
            </a:r>
            <a:r>
              <a:rPr lang="en-US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86908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0F0D-9AEB-E6B8-5FEB-601EEED2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5981-D354-3D6A-9AC2-1B07647D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The Pipeline™: Computing expected SFS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51343-B306-39BD-2831-2115F940D000}"/>
              </a:ext>
            </a:extLst>
          </p:cNvPr>
          <p:cNvSpPr txBox="1"/>
          <p:nvPr/>
        </p:nvSpPr>
        <p:spPr>
          <a:xfrm>
            <a:off x="261258" y="2144101"/>
            <a:ext cx="28509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71004-C29C-7523-F087-7525F54633BC}"/>
              </a:ext>
            </a:extLst>
          </p:cNvPr>
          <p:cNvSpPr txBox="1"/>
          <p:nvPr/>
        </p:nvSpPr>
        <p:spPr>
          <a:xfrm>
            <a:off x="3714279" y="1662922"/>
            <a:ext cx="4218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`.csv` of generations and population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Alternatively accepts list of `nu` and `tau` variables in Dadi format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7EE3AB6A-5411-8006-2728-5617A3970DD9}"/>
              </a:ext>
            </a:extLst>
          </p:cNvPr>
          <p:cNvSpPr/>
          <p:nvPr/>
        </p:nvSpPr>
        <p:spPr>
          <a:xfrm>
            <a:off x="3279228" y="1686898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36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ECA0-C665-FCDF-7D06-D2A9F91A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E6DD-4D1D-914E-6F09-BC367B40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The Pipeline™ : Computing expected SFS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61D4C-15F2-8942-76BB-1B8DB0DD658D}"/>
              </a:ext>
            </a:extLst>
          </p:cNvPr>
          <p:cNvSpPr txBox="1"/>
          <p:nvPr/>
        </p:nvSpPr>
        <p:spPr>
          <a:xfrm>
            <a:off x="261258" y="2144101"/>
            <a:ext cx="28509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C2939-5DAD-D3AE-D7CB-A43CE54A87C9}"/>
              </a:ext>
            </a:extLst>
          </p:cNvPr>
          <p:cNvSpPr txBox="1"/>
          <p:nvPr/>
        </p:nvSpPr>
        <p:spPr>
          <a:xfrm>
            <a:off x="7330965" y="2111519"/>
            <a:ext cx="4218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target_time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target_sample_size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15B5112B-D186-8FC9-60F0-71B0E1EF7585}"/>
              </a:ext>
            </a:extLst>
          </p:cNvPr>
          <p:cNvSpPr/>
          <p:nvPr/>
        </p:nvSpPr>
        <p:spPr>
          <a:xfrm>
            <a:off x="7062952" y="1834521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D60F3-9433-5047-9ECC-892CB1CA3178}"/>
              </a:ext>
            </a:extLst>
          </p:cNvPr>
          <p:cNvSpPr txBox="1"/>
          <p:nvPr/>
        </p:nvSpPr>
        <p:spPr>
          <a:xfrm>
            <a:off x="3897837" y="2144100"/>
            <a:ext cx="28509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Optional input flag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F0563411-39D8-0E83-C7CF-6B529A0C842C}"/>
              </a:ext>
            </a:extLst>
          </p:cNvPr>
          <p:cNvSpPr/>
          <p:nvPr/>
        </p:nvSpPr>
        <p:spPr>
          <a:xfrm>
            <a:off x="3263462" y="2144100"/>
            <a:ext cx="457200" cy="457200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532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A56-0880-080F-B099-5A0FB602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3B33-49E6-2B2C-967F-4BE71C74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The Pipeline™ : Computing expected SFS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B8C9C-0660-5809-E1B0-CB00C4CADC2B}"/>
              </a:ext>
            </a:extLst>
          </p:cNvPr>
          <p:cNvSpPr txBox="1"/>
          <p:nvPr/>
        </p:nvSpPr>
        <p:spPr>
          <a:xfrm>
            <a:off x="261258" y="2144101"/>
            <a:ext cx="28509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1CCEF-97FC-C293-7F90-92585B0BA72A}"/>
              </a:ext>
            </a:extLst>
          </p:cNvPr>
          <p:cNvSpPr txBox="1"/>
          <p:nvPr/>
        </p:nvSpPr>
        <p:spPr>
          <a:xfrm>
            <a:off x="7330965" y="2111519"/>
            <a:ext cx="4218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target_time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target_sample_size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7EA6CBD-7768-4374-13D5-05DF5A69DDB9}"/>
              </a:ext>
            </a:extLst>
          </p:cNvPr>
          <p:cNvSpPr/>
          <p:nvPr/>
        </p:nvSpPr>
        <p:spPr>
          <a:xfrm>
            <a:off x="7062952" y="1834521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F308D-D07E-AB0E-360B-97FB8768F6EB}"/>
              </a:ext>
            </a:extLst>
          </p:cNvPr>
          <p:cNvSpPr txBox="1"/>
          <p:nvPr/>
        </p:nvSpPr>
        <p:spPr>
          <a:xfrm>
            <a:off x="3897837" y="2144100"/>
            <a:ext cx="28509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Optional input flag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70EABC56-4DC6-ACFA-DB38-9F226EE4EC12}"/>
              </a:ext>
            </a:extLst>
          </p:cNvPr>
          <p:cNvSpPr/>
          <p:nvPr/>
        </p:nvSpPr>
        <p:spPr>
          <a:xfrm>
            <a:off x="3263462" y="2144100"/>
            <a:ext cx="457200" cy="457200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5142E37-043D-76FD-7336-23051253FF6C}"/>
              </a:ext>
            </a:extLst>
          </p:cNvPr>
          <p:cNvSpPr/>
          <p:nvPr/>
        </p:nvSpPr>
        <p:spPr>
          <a:xfrm rot="16200000">
            <a:off x="3365513" y="2300679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EBEC6-BF4B-7A31-CA3D-D4580079EBE4}"/>
              </a:ext>
            </a:extLst>
          </p:cNvPr>
          <p:cNvSpPr txBox="1"/>
          <p:nvPr/>
        </p:nvSpPr>
        <p:spPr>
          <a:xfrm>
            <a:off x="1986686" y="3195920"/>
            <a:ext cx="30256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Iteratively search for target</a:t>
            </a:r>
          </a:p>
        </p:txBody>
      </p:sp>
    </p:spTree>
    <p:extLst>
      <p:ext uri="{BB962C8B-B14F-4D97-AF65-F5344CB8AC3E}">
        <p14:creationId xmlns:p14="http://schemas.microsoft.com/office/powerpoint/2010/main" val="4129292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E77C-564A-2208-2CED-23A800F1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C777-0AC2-52EC-3EB7-7692893A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The Pipeline™ : Computing expected SFS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5422D-E8AB-AE59-CA97-A6BC40250C3A}"/>
              </a:ext>
            </a:extLst>
          </p:cNvPr>
          <p:cNvSpPr txBox="1"/>
          <p:nvPr/>
        </p:nvSpPr>
        <p:spPr>
          <a:xfrm>
            <a:off x="261258" y="2144101"/>
            <a:ext cx="28509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57018F-FC2D-74E9-70FE-D151DC42AB3E}"/>
              </a:ext>
            </a:extLst>
          </p:cNvPr>
          <p:cNvSpPr txBox="1"/>
          <p:nvPr/>
        </p:nvSpPr>
        <p:spPr>
          <a:xfrm>
            <a:off x="7330965" y="2111519"/>
            <a:ext cx="4218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target_time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target_sample_size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EF8BDB6-6E83-5CE0-4BA4-99025B325A53}"/>
              </a:ext>
            </a:extLst>
          </p:cNvPr>
          <p:cNvSpPr/>
          <p:nvPr/>
        </p:nvSpPr>
        <p:spPr>
          <a:xfrm>
            <a:off x="7062952" y="1834521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73FE7-C155-29D0-2A5F-F7E33FCD92B4}"/>
              </a:ext>
            </a:extLst>
          </p:cNvPr>
          <p:cNvSpPr txBox="1"/>
          <p:nvPr/>
        </p:nvSpPr>
        <p:spPr>
          <a:xfrm>
            <a:off x="3897837" y="2144100"/>
            <a:ext cx="28509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Optional input flag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02FE31C0-7BC7-3020-4B7C-2748043BBAF6}"/>
              </a:ext>
            </a:extLst>
          </p:cNvPr>
          <p:cNvSpPr/>
          <p:nvPr/>
        </p:nvSpPr>
        <p:spPr>
          <a:xfrm>
            <a:off x="3263462" y="2144100"/>
            <a:ext cx="457200" cy="457200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CEE67308-A9FB-685E-2962-E3AABB57A33D}"/>
              </a:ext>
            </a:extLst>
          </p:cNvPr>
          <p:cNvSpPr/>
          <p:nvPr/>
        </p:nvSpPr>
        <p:spPr>
          <a:xfrm rot="16200000">
            <a:off x="3365513" y="2300679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8DF66-A455-5C0E-6770-CD9FDCCA7ECB}"/>
              </a:ext>
            </a:extLst>
          </p:cNvPr>
          <p:cNvSpPr txBox="1"/>
          <p:nvPr/>
        </p:nvSpPr>
        <p:spPr>
          <a:xfrm>
            <a:off x="1986686" y="3195920"/>
            <a:ext cx="30256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Iteratively search for target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FF0441-6A74-4ABC-9E6B-E9144D9BF887}"/>
              </a:ext>
            </a:extLst>
          </p:cNvPr>
          <p:cNvCxnSpPr/>
          <p:nvPr/>
        </p:nvCxnSpPr>
        <p:spPr>
          <a:xfrm>
            <a:off x="3484179" y="4177850"/>
            <a:ext cx="0" cy="5675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D1472D-EF91-0C25-6806-25C22ABC2688}"/>
              </a:ext>
            </a:extLst>
          </p:cNvPr>
          <p:cNvSpPr txBox="1"/>
          <p:nvPr/>
        </p:nvSpPr>
        <p:spPr>
          <a:xfrm>
            <a:off x="248307" y="4896342"/>
            <a:ext cx="648751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Calculate coalescent tree based on intervals 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4A2B7325-AA16-9AE3-5463-97E7C8E161AB}"/>
              </a:ext>
            </a:extLst>
          </p:cNvPr>
          <p:cNvSpPr/>
          <p:nvPr/>
        </p:nvSpPr>
        <p:spPr>
          <a:xfrm>
            <a:off x="7062953" y="3823151"/>
            <a:ext cx="268012" cy="2167746"/>
          </a:xfrm>
          <a:prstGeom prst="leftBrace">
            <a:avLst>
              <a:gd name="adj1" fmla="val 8333"/>
              <a:gd name="adj2" fmla="val 60909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9A209B-F6F2-CE07-C646-4A5C7092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498" y="3791619"/>
            <a:ext cx="4555567" cy="226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91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A04B-CF7F-2365-C7E4-D81BBF9F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0A74-0BF1-D284-9B25-171222A3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The Pipeline™ : Computing expected SFS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D6351-56E9-F957-D316-83075E0BE13B}"/>
              </a:ext>
            </a:extLst>
          </p:cNvPr>
          <p:cNvSpPr txBox="1"/>
          <p:nvPr/>
        </p:nvSpPr>
        <p:spPr>
          <a:xfrm>
            <a:off x="261258" y="2144101"/>
            <a:ext cx="28509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E94FC-3C21-9974-420B-68CADBC7A9D1}"/>
              </a:ext>
            </a:extLst>
          </p:cNvPr>
          <p:cNvSpPr txBox="1"/>
          <p:nvPr/>
        </p:nvSpPr>
        <p:spPr>
          <a:xfrm>
            <a:off x="7330965" y="2111519"/>
            <a:ext cx="4218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target_time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Accepts `--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target_sample_size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`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31121435-00DF-9758-E176-FE600CEA0775}"/>
              </a:ext>
            </a:extLst>
          </p:cNvPr>
          <p:cNvSpPr/>
          <p:nvPr/>
        </p:nvSpPr>
        <p:spPr>
          <a:xfrm>
            <a:off x="7062952" y="1834521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8BF47-BF62-3815-9AE8-8B1DB38310D4}"/>
              </a:ext>
            </a:extLst>
          </p:cNvPr>
          <p:cNvSpPr txBox="1"/>
          <p:nvPr/>
        </p:nvSpPr>
        <p:spPr>
          <a:xfrm>
            <a:off x="3897837" y="2144100"/>
            <a:ext cx="285093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Optional input flag</a:t>
            </a: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4F46DB33-7173-8E8A-109A-15E3335A2A06}"/>
              </a:ext>
            </a:extLst>
          </p:cNvPr>
          <p:cNvSpPr/>
          <p:nvPr/>
        </p:nvSpPr>
        <p:spPr>
          <a:xfrm>
            <a:off x="3263462" y="2144100"/>
            <a:ext cx="457200" cy="457200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5BB3D09-C56B-9D12-2A89-CB7F6864BA72}"/>
              </a:ext>
            </a:extLst>
          </p:cNvPr>
          <p:cNvSpPr/>
          <p:nvPr/>
        </p:nvSpPr>
        <p:spPr>
          <a:xfrm rot="16200000">
            <a:off x="3365513" y="2300679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AE195-D764-6E13-3AEF-5DD051464AFB}"/>
              </a:ext>
            </a:extLst>
          </p:cNvPr>
          <p:cNvSpPr txBox="1"/>
          <p:nvPr/>
        </p:nvSpPr>
        <p:spPr>
          <a:xfrm>
            <a:off x="1986686" y="3195920"/>
            <a:ext cx="30256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Iteratively search for target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814B6E-DE8A-F9C8-DE18-28DCA1BA067F}"/>
              </a:ext>
            </a:extLst>
          </p:cNvPr>
          <p:cNvCxnSpPr/>
          <p:nvPr/>
        </p:nvCxnSpPr>
        <p:spPr>
          <a:xfrm>
            <a:off x="3484179" y="4177850"/>
            <a:ext cx="0" cy="5675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898B5B-A363-0A42-BCD2-4EE2AA448642}"/>
              </a:ext>
            </a:extLst>
          </p:cNvPr>
          <p:cNvSpPr txBox="1"/>
          <p:nvPr/>
        </p:nvSpPr>
        <p:spPr>
          <a:xfrm>
            <a:off x="248307" y="4896342"/>
            <a:ext cx="648751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Calculate coalescent tree based on intervals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7F6F36-0C40-5F1C-0BA2-10C133A6E778}"/>
              </a:ext>
            </a:extLst>
          </p:cNvPr>
          <p:cNvCxnSpPr/>
          <p:nvPr/>
        </p:nvCxnSpPr>
        <p:spPr>
          <a:xfrm>
            <a:off x="3484179" y="5512664"/>
            <a:ext cx="0" cy="5675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3CAAC7-5D66-C336-F42C-DCA8CA90EF60}"/>
              </a:ext>
            </a:extLst>
          </p:cNvPr>
          <p:cNvSpPr txBox="1"/>
          <p:nvPr/>
        </p:nvSpPr>
        <p:spPr>
          <a:xfrm>
            <a:off x="1862302" y="6227432"/>
            <a:ext cx="324375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Output expected SFS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BC94EA62-9CE9-37AD-01F1-2B2B46E2A5E2}"/>
              </a:ext>
            </a:extLst>
          </p:cNvPr>
          <p:cNvSpPr/>
          <p:nvPr/>
        </p:nvSpPr>
        <p:spPr>
          <a:xfrm>
            <a:off x="5323301" y="5512664"/>
            <a:ext cx="257691" cy="1200329"/>
          </a:xfrm>
          <a:prstGeom prst="leftBrace">
            <a:avLst>
              <a:gd name="adj1" fmla="val 8333"/>
              <a:gd name="adj2" fmla="val 7495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ECAF278-1B82-CDC2-78E9-77641635A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7" t="39237" r="28071" b="7942"/>
          <a:stretch>
            <a:fillRect/>
          </a:stretch>
        </p:blipFill>
        <p:spPr bwMode="auto">
          <a:xfrm>
            <a:off x="5912674" y="5450046"/>
            <a:ext cx="4218776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41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56DB-CD9F-BB12-AE00-80D16E48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BB18-910F-AFA1-232D-2129D41FD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Sidenote: Complex Demographies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1163E17-2AD8-D8B0-7F4C-8F93EB77D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457" y="1561772"/>
            <a:ext cx="453390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3409EF-A633-2A98-AFE5-558EA0D3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645" y="1561772"/>
            <a:ext cx="5766882" cy="1325563"/>
          </a:xfrm>
          <a:prstGeom prst="rect">
            <a:avLst/>
          </a:prstGeom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BAF22D52-7080-8816-D562-45375855B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645" y="3132356"/>
            <a:ext cx="5821216" cy="317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593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B4B1-EC6A-4752-E359-07D585F5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29E6-1F98-5906-0B49-BEF6387F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Three data sets to study at different sample sizes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A15C4-56DF-E902-719E-1A339516A32E}"/>
              </a:ext>
            </a:extLst>
          </p:cNvPr>
          <p:cNvSpPr txBox="1"/>
          <p:nvPr/>
        </p:nvSpPr>
        <p:spPr>
          <a:xfrm>
            <a:off x="4968765" y="1690688"/>
            <a:ext cx="196806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MSPrime</a:t>
            </a:r>
            <a:endParaRPr lang="en-US" sz="32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55FA3-4CB5-B9F0-B02F-32A382F899F5}"/>
              </a:ext>
            </a:extLst>
          </p:cNvPr>
          <p:cNvSpPr txBox="1"/>
          <p:nvPr/>
        </p:nvSpPr>
        <p:spPr>
          <a:xfrm>
            <a:off x="1954969" y="3866328"/>
            <a:ext cx="12139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Yu Gothic" panose="020B0400000000000000" pitchFamily="34" charset="-128"/>
                <a:ea typeface="Yu Gothic" panose="020B0400000000000000" pitchFamily="34" charset="-128"/>
              </a:rPr>
              <a:t>Dadi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4552D-E3CD-69F6-7293-375F9385014E}"/>
              </a:ext>
            </a:extLst>
          </p:cNvPr>
          <p:cNvSpPr txBox="1"/>
          <p:nvPr/>
        </p:nvSpPr>
        <p:spPr>
          <a:xfrm>
            <a:off x="8686770" y="3866327"/>
            <a:ext cx="13401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Yu Gothic" panose="020B0400000000000000" pitchFamily="34" charset="-128"/>
                <a:ea typeface="Yu Gothic" panose="020B0400000000000000" pitchFamily="34" charset="-128"/>
              </a:rPr>
              <a:t>Lynch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03E15-1FB3-44D6-7F74-31F87C0843B0}"/>
              </a:ext>
            </a:extLst>
          </p:cNvPr>
          <p:cNvSpPr txBox="1"/>
          <p:nvPr/>
        </p:nvSpPr>
        <p:spPr>
          <a:xfrm>
            <a:off x="3843408" y="2455342"/>
            <a:ext cx="421877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Multiple demographic scenarios simulated using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MSPrime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, sampled at various sample sizes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159A8D-83D0-E3DB-8EF1-A6416DE0C1E4}"/>
              </a:ext>
            </a:extLst>
          </p:cNvPr>
          <p:cNvCxnSpPr>
            <a:cxnSpLocks/>
          </p:cNvCxnSpPr>
          <p:nvPr/>
        </p:nvCxnSpPr>
        <p:spPr>
          <a:xfrm flipH="1">
            <a:off x="3168869" y="3378672"/>
            <a:ext cx="674539" cy="4876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87D3EB8-D779-5FB8-948C-00F90B76E749}"/>
              </a:ext>
            </a:extLst>
          </p:cNvPr>
          <p:cNvSpPr txBox="1"/>
          <p:nvPr/>
        </p:nvSpPr>
        <p:spPr>
          <a:xfrm>
            <a:off x="653113" y="4630981"/>
            <a:ext cx="381761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Projection of the “full” simulated SFS from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MSPrime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,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downsampled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 and projected using Dadi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2CE763-0B91-55C3-C9E8-3D1C2EEFE3D5}"/>
              </a:ext>
            </a:extLst>
          </p:cNvPr>
          <p:cNvSpPr txBox="1"/>
          <p:nvPr/>
        </p:nvSpPr>
        <p:spPr>
          <a:xfrm>
            <a:off x="7448014" y="4630981"/>
            <a:ext cx="381761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Theoretical SFS computed at various sample sizes based on the same input demographic parameters as the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MSPrime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 simulations</a:t>
            </a:r>
          </a:p>
        </p:txBody>
      </p:sp>
    </p:spTree>
    <p:extLst>
      <p:ext uri="{BB962C8B-B14F-4D97-AF65-F5344CB8AC3E}">
        <p14:creationId xmlns:p14="http://schemas.microsoft.com/office/powerpoint/2010/main" val="1043328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91AB-A7D8-77FC-0623-90974208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7F03-F51D-62B3-379A-6A41DB1E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631318-C247-8D81-743C-28B37CB2A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109963-8BE9-5498-E4BB-E0518C985674}"/>
              </a:ext>
            </a:extLst>
          </p:cNvPr>
          <p:cNvSpPr txBox="1"/>
          <p:nvPr/>
        </p:nvSpPr>
        <p:spPr>
          <a:xfrm>
            <a:off x="6052167" y="5580518"/>
            <a:ext cx="4218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The Lynch theoretical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proportional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SFS matches least well in the bottleneck + growth scenario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61F278EB-246A-7D8F-0141-AE07BAC4484D}"/>
              </a:ext>
            </a:extLst>
          </p:cNvPr>
          <p:cNvSpPr/>
          <p:nvPr/>
        </p:nvSpPr>
        <p:spPr>
          <a:xfrm>
            <a:off x="5784154" y="5303520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5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921F2-02AA-F27D-DDC4-7826B6D8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DAD2-401C-898B-55A0-47C992C2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0D592F-DBEA-ECC3-F48A-EDD35DD2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730248" cy="5303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9090DC-185C-80F6-AA25-E6FABD6DBEEC}"/>
              </a:ext>
            </a:extLst>
          </p:cNvPr>
          <p:cNvSpPr txBox="1"/>
          <p:nvPr/>
        </p:nvSpPr>
        <p:spPr>
          <a:xfrm>
            <a:off x="6052167" y="5580518"/>
            <a:ext cx="4218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The Lynch theoretical </a:t>
            </a:r>
            <a:r>
              <a:rPr lang="en-US" b="1" dirty="0">
                <a:latin typeface="Yu Gothic" panose="020B0400000000000000" pitchFamily="34" charset="-128"/>
                <a:ea typeface="Yu Gothic" panose="020B0400000000000000" pitchFamily="34" charset="-128"/>
              </a:rPr>
              <a:t>count 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SFS matches least well in the bottleneck + growth scenario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D33C5C0-3FE4-FC8F-178B-B073482EBD04}"/>
              </a:ext>
            </a:extLst>
          </p:cNvPr>
          <p:cNvSpPr/>
          <p:nvPr/>
        </p:nvSpPr>
        <p:spPr>
          <a:xfrm>
            <a:off x="5784154" y="5303520"/>
            <a:ext cx="268013" cy="120032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46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8761-BD39-80EE-C426-083FFB84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0A36-37F7-4976-6D6B-44F2F1AA4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Side-bar: Theory on theoretical discrepancy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3C5C9-4A46-D8F5-6702-0703156F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706" r="49218"/>
          <a:stretch>
            <a:fillRect/>
          </a:stretch>
        </p:blipFill>
        <p:spPr>
          <a:xfrm>
            <a:off x="261258" y="1690688"/>
            <a:ext cx="8168816" cy="3011214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58344FD1-82ED-250C-F7AD-3283289F1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05" y="4701903"/>
            <a:ext cx="7320086" cy="215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257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07E5-CB93-35FA-08F3-0DFBE147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3716-E78B-C0C3-ECAE-3B047CD2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Side-bar: Theory on theoretical discrepancy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C7133-A7F5-E167-143F-7559554D5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706" r="49218"/>
          <a:stretch>
            <a:fillRect/>
          </a:stretch>
        </p:blipFill>
        <p:spPr>
          <a:xfrm>
            <a:off x="261258" y="1690688"/>
            <a:ext cx="8168816" cy="3011214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009BAEDE-829A-2187-9011-1FA7C118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05" y="4701903"/>
            <a:ext cx="7320086" cy="215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EC5B9E-AE6D-6723-86E2-87874BFCB66A}"/>
              </a:ext>
            </a:extLst>
          </p:cNvPr>
          <p:cNvSpPr/>
          <p:nvPr/>
        </p:nvSpPr>
        <p:spPr>
          <a:xfrm>
            <a:off x="3912914" y="4594072"/>
            <a:ext cx="1415831" cy="6400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5C0F1-06D7-B5B9-46E8-0E8D244C7D90}"/>
              </a:ext>
            </a:extLst>
          </p:cNvPr>
          <p:cNvSpPr txBox="1"/>
          <p:nvPr/>
        </p:nvSpPr>
        <p:spPr>
          <a:xfrm>
            <a:off x="8430074" y="2596130"/>
            <a:ext cx="35006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The expectation or E[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G_r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] involves a summation term from k=2 to n-r+1. As r increases, then the end condition (n – r + 1) decreases, and the corresponding </a:t>
            </a:r>
            <a:r>
              <a:rPr lang="en-US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N_k</a:t>
            </a:r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 term is not included. Specifically, k=2 is the oldest lineage interval, and k=n is the most recent, thus, we “lose” information about recent intervals when considering higher order allele classes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3B9FA39-2173-EDDE-3056-9523D635E79B}"/>
              </a:ext>
            </a:extLst>
          </p:cNvPr>
          <p:cNvSpPr/>
          <p:nvPr/>
        </p:nvSpPr>
        <p:spPr>
          <a:xfrm>
            <a:off x="8296067" y="2542215"/>
            <a:ext cx="134007" cy="395066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29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9167E-1258-165F-4B98-E4069E2F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EEDA-2971-84A6-7069-E60BCF21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FD5126-1067-C92E-0008-9F273D2B4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45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FE5C-AED7-C8E7-E687-CF742B46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A6F51-BD3C-7306-07A8-49F647D5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56E19-5CD5-DF0F-F34C-99E40557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07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DD1E-4070-1FC1-1312-59B3FFF9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087C-CCAC-E793-DB69-D42E00AE3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369105-8D5E-8F07-FA70-9F4CFDBC7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98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27A8-792A-96D6-3119-010A438B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C80A8-8A8F-04F8-0D20-A5C6AE096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07202-1F99-6C7E-618E-3B8ED1B4B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72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015A-4EE4-A341-105F-8A03D7A1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7B80-DA10-2345-021A-3532A45B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BCE47-9215-4A5E-3A24-D05DDAEB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2709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0B2C-4D8A-538A-96AF-0332C284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9407-B8C5-3628-A495-89AABD05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F8C9A-8559-42CB-D990-4AFA7B79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53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0801F-78D0-35EC-EEE2-FE636C248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2E53-B73A-35FE-87CC-F64113E5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322CF-3116-4041-96D4-536412A4D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33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8795-FB31-A2AA-BE98-28A36527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DEA0-0BA5-EF26-9992-9E8DAE5D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6CBA21-B191-407F-DD85-DCCB54803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14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04A2A-2070-38CA-63C5-38427B05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FEC3E-A3CC-D399-D3D7-FB86D831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88EE6-69FE-4605-AC5A-C07A17B29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8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22165-186F-155C-9B6F-F9E8F23D8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CBA3-0833-F866-FC83-FB14F220D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6C02B-65A4-DDB2-0288-7561E6AE2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696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F837-1208-542A-3361-F7141BCC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4FD1-A247-6902-DACF-6977D709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2EC1C9-42EE-FD37-0FF1-5F59698A3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8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87B5B-49B4-91EF-B1BD-5CF87672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10BD-8AD3-4629-DCEE-817B7AC8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55128-0B2E-08F1-1102-D1CAB4986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79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1AD08-D1FC-B547-A8BC-03572F368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FB65-88C0-30EA-6E8B-DC96BCE9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641C4-D5C8-3F04-AD6E-9F02E01F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12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7F79B-CCEC-577C-F98A-6451ACA9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3C63-DE19-7D6A-A70B-83F6F22F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785FC-89F1-5121-94BA-492D932A4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921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2A927-6D80-8DF4-A91B-11C159DD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3FF6-2D1F-7D2E-6EB9-F707720D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1FD21D-5A34-0393-8115-A017950BE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556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2E6B-6EC2-8B8E-2243-6BBF74091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3CA1-A19E-DCA6-A011-2DD2AB5AB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0C8881-5811-C9D0-9DEB-CBD48D5A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131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81A3-3FB1-1FCE-32B2-B54B425C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69DD2-33B7-4672-3FE1-CA09C2A7F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7C56A-B4FF-6D47-3F6C-77F1F48E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785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1966-37AA-08E5-016F-C3E831E0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CA4B-A7D5-2144-5D01-A2E091F28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59D05-EB59-3009-3CCD-C70C0E5F8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760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4BF07-7C16-EBF6-2A29-605E2CA3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C48F-E7EC-CA3B-A919-F0AE1A3B0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6B57C-24B2-C00F-FFB2-970CD29F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54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0B3CD-39FC-E140-AF62-F552199A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BD86-D09D-93D8-608E-D74387DA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DD6D9-8514-528B-3FC9-5BCB60051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166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40B4-7A35-BAF9-A09F-53DCA648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F558D-AAD0-AE6D-4605-B51B4904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F07C3-FE59-62DC-4994-56B29DFB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1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9E26-451D-4D86-3B1B-400DBF5F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0383-50DF-C28C-0FE1-0F636732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9CB9F-25A0-9FDB-797A-7635FC21C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14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D0C1-B1A6-68B4-0C02-E3E71F3C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847A-F8F9-C7F9-6841-FFC97FD3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2543" cy="1325563"/>
          </a:xfrm>
        </p:spPr>
        <p:txBody>
          <a:bodyPr/>
          <a:lstStyle/>
          <a:p>
            <a:r>
              <a:rPr lang="en-US" dirty="0"/>
              <a:t>How well do these three data sets match?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69796-A657-AB91-A376-4A945F07F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54480"/>
            <a:ext cx="943274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6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127F-2084-32AA-13AB-311F5918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9FA8-AC7F-382C-B9CD-643885B5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Summary of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A8520-C65D-ED0D-E482-CF15C342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simulated simple demographic histories to study the effect of sample size on population genetics inference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From these simulations we also have theoretical expectations for SFS at different sample sizes.</a:t>
            </a:r>
          </a:p>
          <a:p>
            <a:r>
              <a:rPr lang="en-US" dirty="0"/>
              <a:t>We can observe that there are changes in the outcomes of certain summary statistics (like Tajima’s D) as sample size increases</a:t>
            </a:r>
          </a:p>
        </p:txBody>
      </p:sp>
    </p:spTree>
    <p:extLst>
      <p:ext uri="{BB962C8B-B14F-4D97-AF65-F5344CB8AC3E}">
        <p14:creationId xmlns:p14="http://schemas.microsoft.com/office/powerpoint/2010/main" val="42650433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9146-3EF0-8BAF-3541-5EEFA300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0E67-98DE-6930-9FA0-40472435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What’s //TODO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42DA-C784-98BE-04FB-D5678ED33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 into discrepancy between Lynch theory and </a:t>
            </a:r>
            <a:r>
              <a:rPr lang="en-US" dirty="0" err="1"/>
              <a:t>MSPrime</a:t>
            </a:r>
            <a:r>
              <a:rPr lang="en-US" dirty="0"/>
              <a:t> simulations for bottleneck + growth model (because that’s the one we mostly care about)</a:t>
            </a:r>
          </a:p>
          <a:p>
            <a:r>
              <a:rPr lang="en-US" dirty="0"/>
              <a:t>Apply to more complex demographic scenarios</a:t>
            </a:r>
          </a:p>
          <a:p>
            <a:r>
              <a:rPr lang="en-US" dirty="0"/>
              <a:t>Apply to high quality empirical data</a:t>
            </a:r>
          </a:p>
          <a:p>
            <a:r>
              <a:rPr lang="en-US" dirty="0"/>
              <a:t>Write!</a:t>
            </a:r>
          </a:p>
          <a:p>
            <a:r>
              <a:rPr lang="en-US" dirty="0"/>
              <a:t>Complain about Hoffman2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68265-FA3E-845A-5C7A-9FEC61736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68" y="6144126"/>
            <a:ext cx="11383163" cy="697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E197BD-A7AF-73D5-ADF9-86B5030D9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91" y="5311692"/>
            <a:ext cx="10146916" cy="69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86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6059</TotalTime>
  <Words>1721</Words>
  <Application>Microsoft Office PowerPoint</Application>
  <PresentationFormat>Widescreen</PresentationFormat>
  <Paragraphs>195</Paragraphs>
  <Slides>58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Yu Gothic</vt:lpstr>
      <vt:lpstr>Arial</vt:lpstr>
      <vt:lpstr>Calibri</vt:lpstr>
      <vt:lpstr>Calibri Light</vt:lpstr>
      <vt:lpstr>Wingdings</vt:lpstr>
      <vt:lpstr>Office Theme</vt:lpstr>
      <vt:lpstr>Lab Meeting AKA What has Jon been doing?</vt:lpstr>
      <vt:lpstr>Chapter 2 project summary</vt:lpstr>
      <vt:lpstr>Simulation outline</vt:lpstr>
      <vt:lpstr>Simulation outline</vt:lpstr>
      <vt:lpstr>Simulation outline</vt:lpstr>
      <vt:lpstr>Simulation SFS summary statistics</vt:lpstr>
      <vt:lpstr>Simulation SFS summary statistics</vt:lpstr>
      <vt:lpstr>Simulation SFS summary statistics</vt:lpstr>
      <vt:lpstr>Simulation SFS summary statistics</vt:lpstr>
      <vt:lpstr>Inference from simulated SFSs reveals an “optimal” sample size for recovery</vt:lpstr>
      <vt:lpstr>Lynch Theory: Expected count of SFS</vt:lpstr>
      <vt:lpstr>Lynch Theory: Expected count of SFS</vt:lpstr>
      <vt:lpstr>Lynch Theory: Expected count of SFS</vt:lpstr>
      <vt:lpstr>Lynch Theory: Time intervals</vt:lpstr>
      <vt:lpstr>Lynch Theory: Does it work?</vt:lpstr>
      <vt:lpstr>Lynch Theory: Does it work?</vt:lpstr>
      <vt:lpstr>Lynch Theory: Does it work?</vt:lpstr>
      <vt:lpstr>Lynch Theory: Does it work?</vt:lpstr>
      <vt:lpstr>Lynch Theory: Does it work?</vt:lpstr>
      <vt:lpstr>Lynch Theory: Scaled up</vt:lpstr>
      <vt:lpstr>Lynch Theory: Explained</vt:lpstr>
      <vt:lpstr>Lynch Theory: Scaled up (but in a different way)</vt:lpstr>
      <vt:lpstr>The Pipeline™: Computing expected SFS</vt:lpstr>
      <vt:lpstr>The Pipeline™ : Computing expected SFS</vt:lpstr>
      <vt:lpstr>The Pipeline™ : Computing expected SFS</vt:lpstr>
      <vt:lpstr>The Pipeline™ : Computing expected SFS</vt:lpstr>
      <vt:lpstr>The Pipeline™ : Computing expected SFS</vt:lpstr>
      <vt:lpstr>Sidenote: Complex Demographies</vt:lpstr>
      <vt:lpstr>Three data sets to study at different sample sizes</vt:lpstr>
      <vt:lpstr>How well do these three data sets match?</vt:lpstr>
      <vt:lpstr>How well do these three data sets match?</vt:lpstr>
      <vt:lpstr>Side-bar: Theory on theoretical discrepancy</vt:lpstr>
      <vt:lpstr>Side-bar: Theory on theoretical discrepancy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How well do these three data sets match?</vt:lpstr>
      <vt:lpstr>Summary of findings</vt:lpstr>
      <vt:lpstr>What’s //TODO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RDM_HW Rotation Update</dc:title>
  <dc:creator>Jonathan Mah</dc:creator>
  <cp:lastModifiedBy>Jonathan Mah</cp:lastModifiedBy>
  <cp:revision>130</cp:revision>
  <dcterms:created xsi:type="dcterms:W3CDTF">2020-10-07T15:54:11Z</dcterms:created>
  <dcterms:modified xsi:type="dcterms:W3CDTF">2025-06-26T20:47:34Z</dcterms:modified>
</cp:coreProperties>
</file>