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9"/>
  </p:notesMasterIdLst>
  <p:sldIdLst>
    <p:sldId id="256" r:id="rId2"/>
    <p:sldId id="257" r:id="rId3"/>
    <p:sldId id="263" r:id="rId4"/>
    <p:sldId id="262" r:id="rId5"/>
    <p:sldId id="268" r:id="rId6"/>
    <p:sldId id="273" r:id="rId7"/>
    <p:sldId id="269" r:id="rId8"/>
    <p:sldId id="270" r:id="rId9"/>
    <p:sldId id="271" r:id="rId10"/>
    <p:sldId id="272" r:id="rId11"/>
    <p:sldId id="259" r:id="rId12"/>
    <p:sldId id="274" r:id="rId13"/>
    <p:sldId id="275" r:id="rId14"/>
    <p:sldId id="276" r:id="rId15"/>
    <p:sldId id="277" r:id="rId16"/>
    <p:sldId id="260" r:id="rId17"/>
    <p:sldId id="261" r:id="rId18"/>
  </p:sldIdLst>
  <p:sldSz cx="13004800" cy="9753600"/>
  <p:notesSz cx="13004800" cy="97536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4240B54D-B184-4DE5-8FD1-3770111CBB7D}">
          <p14:sldIdLst>
            <p14:sldId id="256"/>
            <p14:sldId id="257"/>
            <p14:sldId id="263"/>
            <p14:sldId id="262"/>
            <p14:sldId id="268"/>
            <p14:sldId id="273"/>
            <p14:sldId id="269"/>
            <p14:sldId id="270"/>
            <p14:sldId id="271"/>
            <p14:sldId id="272"/>
            <p14:sldId id="259"/>
            <p14:sldId id="274"/>
            <p14:sldId id="275"/>
            <p14:sldId id="276"/>
            <p14:sldId id="277"/>
            <p14:sldId id="260"/>
            <p14:sldId id="261"/>
          </p14:sldIdLst>
        </p14:section>
      </p14:sectionLst>
    </p:ext>
    <p:ext uri="{EFAFB233-063F-42B5-8137-9DF3F51BA10A}">
      <p15:sldGuideLst xmlns:p15="http://schemas.microsoft.com/office/powerpoint/2012/main">
        <p15:guide id="1" orient="horz" pos="2880">
          <p15:clr>
            <a:srgbClr val="A4A3A4"/>
          </p15:clr>
        </p15:guide>
        <p15:guide id="2" pos="216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F9F79"/>
    <a:srgbClr val="D75600"/>
    <a:srgbClr val="716BB0"/>
    <a:srgbClr val="BC232C"/>
    <a:srgbClr val="E9D4BF"/>
    <a:srgbClr val="5ABAB9"/>
    <a:srgbClr val="D2232E"/>
    <a:srgbClr val="CA985C"/>
    <a:srgbClr val="393F7C"/>
    <a:srgbClr val="0D0D0B"/>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01CA2F3-3D86-4299-9D8E-5770BCF81177}" v="125" dt="2025-10-31T18:46:48.562"/>
  </p1510:revLst>
</p1510:revInfo>
</file>

<file path=ppt/tableStyles.xml><?xml version="1.0" encoding="utf-8"?>
<a:tblStyleLst xmlns:a="http://schemas.openxmlformats.org/drawingml/2006/main" def="{5C22544A-7EE6-4342-B048-85BDC9FD1C3A}">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0735" autoAdjust="0"/>
    <p:restoredTop sz="82175" autoAdjust="0"/>
  </p:normalViewPr>
  <p:slideViewPr>
    <p:cSldViewPr>
      <p:cViewPr>
        <p:scale>
          <a:sx n="50" d="100"/>
          <a:sy n="50" d="100"/>
        </p:scale>
        <p:origin x="1542" y="-342"/>
      </p:cViewPr>
      <p:guideLst>
        <p:guide orient="horz" pos="2880"/>
        <p:guide pos="2160"/>
      </p:guideLst>
    </p:cSldViewPr>
  </p:slideViewPr>
  <p:notesTextViewPr>
    <p:cViewPr>
      <p:scale>
        <a:sx n="125" d="100"/>
        <a:sy n="125" d="100"/>
      </p:scale>
      <p:origin x="0" y="-432"/>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microsoft.com/office/2016/11/relationships/changesInfo" Target="changesInfos/changesInfo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Jonathan Mah" userId="5261b2f2f3e51194" providerId="LiveId" clId="{DB9BCF8B-E91B-491C-8171-92D39BBC1534}"/>
    <pc:docChg chg="undo redo custSel addSld delSld modSld delMainMaster modSection">
      <pc:chgData name="Jonathan Mah" userId="5261b2f2f3e51194" providerId="LiveId" clId="{DB9BCF8B-E91B-491C-8171-92D39BBC1534}" dt="2025-10-31T18:48:36.510" v="12184" actId="20577"/>
      <pc:docMkLst>
        <pc:docMk/>
      </pc:docMkLst>
      <pc:sldChg chg="modSp mod modNotesTx">
        <pc:chgData name="Jonathan Mah" userId="5261b2f2f3e51194" providerId="LiveId" clId="{DB9BCF8B-E91B-491C-8171-92D39BBC1534}" dt="2025-10-27T18:07:18.073" v="478" actId="20577"/>
        <pc:sldMkLst>
          <pc:docMk/>
          <pc:sldMk cId="0" sldId="256"/>
        </pc:sldMkLst>
        <pc:spChg chg="mod">
          <ac:chgData name="Jonathan Mah" userId="5261b2f2f3e51194" providerId="LiveId" clId="{DB9BCF8B-E91B-491C-8171-92D39BBC1534}" dt="2025-10-27T17:56:40.573" v="157" actId="1076"/>
          <ac:spMkLst>
            <pc:docMk/>
            <pc:sldMk cId="0" sldId="256"/>
            <ac:spMk id="4" creationId="{00000000-0000-0000-0000-000000000000}"/>
          </ac:spMkLst>
        </pc:spChg>
        <pc:spChg chg="mod">
          <ac:chgData name="Jonathan Mah" userId="5261b2f2f3e51194" providerId="LiveId" clId="{DB9BCF8B-E91B-491C-8171-92D39BBC1534}" dt="2025-10-27T18:02:57.078" v="373" actId="20577"/>
          <ac:spMkLst>
            <pc:docMk/>
            <pc:sldMk cId="0" sldId="256"/>
            <ac:spMk id="10" creationId="{AD6DB52D-17F9-4306-A1FC-B865C5238BD0}"/>
          </ac:spMkLst>
        </pc:spChg>
        <pc:picChg chg="mod">
          <ac:chgData name="Jonathan Mah" userId="5261b2f2f3e51194" providerId="LiveId" clId="{DB9BCF8B-E91B-491C-8171-92D39BBC1534}" dt="2025-10-27T17:55:43.281" v="105" actId="1076"/>
          <ac:picMkLst>
            <pc:docMk/>
            <pc:sldMk cId="0" sldId="256"/>
            <ac:picMk id="3" creationId="{74B711CA-D11E-48FF-B2D9-E567242ECE59}"/>
          </ac:picMkLst>
        </pc:picChg>
        <pc:picChg chg="mod">
          <ac:chgData name="Jonathan Mah" userId="5261b2f2f3e51194" providerId="LiveId" clId="{DB9BCF8B-E91B-491C-8171-92D39BBC1534}" dt="2025-10-27T17:56:05.454" v="108" actId="1582"/>
          <ac:picMkLst>
            <pc:docMk/>
            <pc:sldMk cId="0" sldId="256"/>
            <ac:picMk id="14" creationId="{FD5B8C46-7892-4332-A912-BB42DBE86898}"/>
          </ac:picMkLst>
        </pc:picChg>
        <pc:picChg chg="mod">
          <ac:chgData name="Jonathan Mah" userId="5261b2f2f3e51194" providerId="LiveId" clId="{DB9BCF8B-E91B-491C-8171-92D39BBC1534}" dt="2025-10-27T17:56:45.021" v="158" actId="1076"/>
          <ac:picMkLst>
            <pc:docMk/>
            <pc:sldMk cId="0" sldId="256"/>
            <ac:picMk id="1026" creationId="{50AB20AC-74B1-4E05-A141-D9EEC5E65B62}"/>
          </ac:picMkLst>
        </pc:picChg>
      </pc:sldChg>
      <pc:sldChg chg="addSp delSp modSp new mod modNotesTx">
        <pc:chgData name="Jonathan Mah" userId="5261b2f2f3e51194" providerId="LiveId" clId="{DB9BCF8B-E91B-491C-8171-92D39BBC1534}" dt="2025-10-31T17:48:56.223" v="10455" actId="20577"/>
        <pc:sldMkLst>
          <pc:docMk/>
          <pc:sldMk cId="3801234958" sldId="257"/>
        </pc:sldMkLst>
        <pc:spChg chg="mod">
          <ac:chgData name="Jonathan Mah" userId="5261b2f2f3e51194" providerId="LiveId" clId="{DB9BCF8B-E91B-491C-8171-92D39BBC1534}" dt="2025-10-27T18:53:52.990" v="668" actId="20577"/>
          <ac:spMkLst>
            <pc:docMk/>
            <pc:sldMk cId="3801234958" sldId="257"/>
            <ac:spMk id="2" creationId="{5161D1E6-21AE-5C5B-357B-8CDF78C269A3}"/>
          </ac:spMkLst>
        </pc:spChg>
        <pc:spChg chg="add mod">
          <ac:chgData name="Jonathan Mah" userId="5261b2f2f3e51194" providerId="LiveId" clId="{DB9BCF8B-E91B-491C-8171-92D39BBC1534}" dt="2025-10-27T19:12:39.388" v="1495" actId="1076"/>
          <ac:spMkLst>
            <pc:docMk/>
            <pc:sldMk cId="3801234958" sldId="257"/>
            <ac:spMk id="27" creationId="{8AE58726-3671-7029-C3AC-C46B99E729FC}"/>
          </ac:spMkLst>
        </pc:spChg>
      </pc:sldChg>
      <pc:sldChg chg="addSp delSp modSp new del mod modNotesTx">
        <pc:chgData name="Jonathan Mah" userId="5261b2f2f3e51194" providerId="LiveId" clId="{DB9BCF8B-E91B-491C-8171-92D39BBC1534}" dt="2025-10-27T20:11:24.164" v="3715" actId="47"/>
        <pc:sldMkLst>
          <pc:docMk/>
          <pc:sldMk cId="777622890" sldId="258"/>
        </pc:sldMkLst>
      </pc:sldChg>
      <pc:sldChg chg="delSp modSp new mod modNotesTx">
        <pc:chgData name="Jonathan Mah" userId="5261b2f2f3e51194" providerId="LiveId" clId="{DB9BCF8B-E91B-491C-8171-92D39BBC1534}" dt="2025-10-27T20:29:33.512" v="6359" actId="20577"/>
        <pc:sldMkLst>
          <pc:docMk/>
          <pc:sldMk cId="2642475857" sldId="259"/>
        </pc:sldMkLst>
        <pc:spChg chg="mod">
          <ac:chgData name="Jonathan Mah" userId="5261b2f2f3e51194" providerId="LiveId" clId="{DB9BCF8B-E91B-491C-8171-92D39BBC1534}" dt="2025-10-27T19:23:54.943" v="3009" actId="2711"/>
          <ac:spMkLst>
            <pc:docMk/>
            <pc:sldMk cId="2642475857" sldId="259"/>
            <ac:spMk id="2" creationId="{7876E6BB-58FE-A4D3-A46F-D958F01C11FD}"/>
          </ac:spMkLst>
        </pc:spChg>
      </pc:sldChg>
      <pc:sldChg chg="addSp delSp modSp new mod modNotesTx">
        <pc:chgData name="Jonathan Mah" userId="5261b2f2f3e51194" providerId="LiveId" clId="{DB9BCF8B-E91B-491C-8171-92D39BBC1534}" dt="2025-10-31T18:47:38.429" v="12092" actId="20577"/>
        <pc:sldMkLst>
          <pc:docMk/>
          <pc:sldMk cId="484017263" sldId="260"/>
        </pc:sldMkLst>
        <pc:spChg chg="mod">
          <ac:chgData name="Jonathan Mah" userId="5261b2f2f3e51194" providerId="LiveId" clId="{DB9BCF8B-E91B-491C-8171-92D39BBC1534}" dt="2025-10-27T19:24:13.978" v="3027" actId="20577"/>
          <ac:spMkLst>
            <pc:docMk/>
            <pc:sldMk cId="484017263" sldId="260"/>
            <ac:spMk id="2" creationId="{FFB8E197-DDC8-BDA6-3380-EE82CBB68EFD}"/>
          </ac:spMkLst>
        </pc:spChg>
        <pc:spChg chg="add mod">
          <ac:chgData name="Jonathan Mah" userId="5261b2f2f3e51194" providerId="LiveId" clId="{DB9BCF8B-E91B-491C-8171-92D39BBC1534}" dt="2025-10-27T20:39:22.404" v="8051" actId="1076"/>
          <ac:spMkLst>
            <pc:docMk/>
            <pc:sldMk cId="484017263" sldId="260"/>
            <ac:spMk id="7" creationId="{D5EF7D0C-BE7F-9298-0047-1A7B1E8A8D65}"/>
          </ac:spMkLst>
        </pc:spChg>
        <pc:spChg chg="add mod">
          <ac:chgData name="Jonathan Mah" userId="5261b2f2f3e51194" providerId="LiveId" clId="{DB9BCF8B-E91B-491C-8171-92D39BBC1534}" dt="2025-10-27T20:39:36.602" v="8078" actId="14100"/>
          <ac:spMkLst>
            <pc:docMk/>
            <pc:sldMk cId="484017263" sldId="260"/>
            <ac:spMk id="8" creationId="{FF1CA0E8-652D-54C9-2F60-6535D9804687}"/>
          </ac:spMkLst>
        </pc:spChg>
        <pc:picChg chg="add mod modCrop">
          <ac:chgData name="Jonathan Mah" userId="5261b2f2f3e51194" providerId="LiveId" clId="{DB9BCF8B-E91B-491C-8171-92D39BBC1534}" dt="2025-10-31T18:46:50.854" v="12063" actId="1076"/>
          <ac:picMkLst>
            <pc:docMk/>
            <pc:sldMk cId="484017263" sldId="260"/>
            <ac:picMk id="3" creationId="{B61A08DD-1268-2A4B-E65E-EE3FE77AF135}"/>
          </ac:picMkLst>
        </pc:picChg>
        <pc:picChg chg="add del mod modCrop">
          <ac:chgData name="Jonathan Mah" userId="5261b2f2f3e51194" providerId="LiveId" clId="{DB9BCF8B-E91B-491C-8171-92D39BBC1534}" dt="2025-10-31T18:38:28.899" v="12042" actId="478"/>
          <ac:picMkLst>
            <pc:docMk/>
            <pc:sldMk cId="484017263" sldId="260"/>
            <ac:picMk id="5" creationId="{2BFA8A4A-8462-A920-5B78-57742EA62CA2}"/>
          </ac:picMkLst>
        </pc:picChg>
        <pc:picChg chg="add del mod">
          <ac:chgData name="Jonathan Mah" userId="5261b2f2f3e51194" providerId="LiveId" clId="{DB9BCF8B-E91B-491C-8171-92D39BBC1534}" dt="2025-10-31T18:37:59.866" v="12038" actId="478"/>
          <ac:picMkLst>
            <pc:docMk/>
            <pc:sldMk cId="484017263" sldId="260"/>
            <ac:picMk id="6" creationId="{7A4FC7E9-BD72-D813-CD9A-FF1C8880F352}"/>
          </ac:picMkLst>
        </pc:picChg>
        <pc:picChg chg="add del mod">
          <ac:chgData name="Jonathan Mah" userId="5261b2f2f3e51194" providerId="LiveId" clId="{DB9BCF8B-E91B-491C-8171-92D39BBC1534}" dt="2025-10-31T18:46:48.344" v="12058" actId="478"/>
          <ac:picMkLst>
            <pc:docMk/>
            <pc:sldMk cId="484017263" sldId="260"/>
            <ac:picMk id="9" creationId="{E6DA2EAC-2D32-76FC-1AD2-056FEAFA7FBB}"/>
          </ac:picMkLst>
        </pc:picChg>
        <pc:picChg chg="add mod">
          <ac:chgData name="Jonathan Mah" userId="5261b2f2f3e51194" providerId="LiveId" clId="{DB9BCF8B-E91B-491C-8171-92D39BBC1534}" dt="2025-10-31T18:47:02.473" v="12066" actId="1076"/>
          <ac:picMkLst>
            <pc:docMk/>
            <pc:sldMk cId="484017263" sldId="260"/>
            <ac:picMk id="11" creationId="{F667711A-01FC-1C85-F487-8C3208DCF4D5}"/>
          </ac:picMkLst>
        </pc:picChg>
      </pc:sldChg>
      <pc:sldChg chg="addSp delSp modSp new mod modNotesTx">
        <pc:chgData name="Jonathan Mah" userId="5261b2f2f3e51194" providerId="LiveId" clId="{DB9BCF8B-E91B-491C-8171-92D39BBC1534}" dt="2025-10-31T18:48:36.510" v="12184" actId="20577"/>
        <pc:sldMkLst>
          <pc:docMk/>
          <pc:sldMk cId="1521993652" sldId="261"/>
        </pc:sldMkLst>
        <pc:spChg chg="add mod">
          <ac:chgData name="Jonathan Mah" userId="5261b2f2f3e51194" providerId="LiveId" clId="{DB9BCF8B-E91B-491C-8171-92D39BBC1534}" dt="2025-10-27T20:42:28.876" v="8594" actId="14100"/>
          <ac:spMkLst>
            <pc:docMk/>
            <pc:sldMk cId="1521993652" sldId="261"/>
            <ac:spMk id="14" creationId="{9D870460-E875-D483-C8B5-A292DB1A3AE1}"/>
          </ac:spMkLst>
        </pc:spChg>
        <pc:spChg chg="add mod">
          <ac:chgData name="Jonathan Mah" userId="5261b2f2f3e51194" providerId="LiveId" clId="{DB9BCF8B-E91B-491C-8171-92D39BBC1534}" dt="2025-10-27T18:14:57.882" v="652" actId="1035"/>
          <ac:spMkLst>
            <pc:docMk/>
            <pc:sldMk cId="1521993652" sldId="261"/>
            <ac:spMk id="15" creationId="{D25DD320-F08D-4CEA-99E8-A144B310D4FC}"/>
          </ac:spMkLst>
        </pc:spChg>
        <pc:spChg chg="mod">
          <ac:chgData name="Jonathan Mah" userId="5261b2f2f3e51194" providerId="LiveId" clId="{DB9BCF8B-E91B-491C-8171-92D39BBC1534}" dt="2025-10-31T18:45:07.510" v="12050" actId="1076"/>
          <ac:spMkLst>
            <pc:docMk/>
            <pc:sldMk cId="1521993652" sldId="261"/>
            <ac:spMk id="17" creationId="{63AB51BB-0A0E-B159-850D-1583DEA5CFB2}"/>
          </ac:spMkLst>
        </pc:spChg>
        <pc:spChg chg="mod">
          <ac:chgData name="Jonathan Mah" userId="5261b2f2f3e51194" providerId="LiveId" clId="{DB9BCF8B-E91B-491C-8171-92D39BBC1534}" dt="2025-10-31T18:45:10.620" v="12051" actId="1076"/>
          <ac:spMkLst>
            <pc:docMk/>
            <pc:sldMk cId="1521993652" sldId="261"/>
            <ac:spMk id="18" creationId="{1B9D2770-EE52-EFE6-9BA6-167C882AA436}"/>
          </ac:spMkLst>
        </pc:spChg>
        <pc:spChg chg="add mod">
          <ac:chgData name="Jonathan Mah" userId="5261b2f2f3e51194" providerId="LiveId" clId="{DB9BCF8B-E91B-491C-8171-92D39BBC1534}" dt="2025-10-27T20:44:16.627" v="8916" actId="20577"/>
          <ac:spMkLst>
            <pc:docMk/>
            <pc:sldMk cId="1521993652" sldId="261"/>
            <ac:spMk id="20" creationId="{1D7E532B-C587-79E9-2BB4-2E08A2C7C890}"/>
          </ac:spMkLst>
        </pc:spChg>
        <pc:spChg chg="add mod">
          <ac:chgData name="Jonathan Mah" userId="5261b2f2f3e51194" providerId="LiveId" clId="{DB9BCF8B-E91B-491C-8171-92D39BBC1534}" dt="2025-10-27T20:43:08.882" v="8673" actId="2711"/>
          <ac:spMkLst>
            <pc:docMk/>
            <pc:sldMk cId="1521993652" sldId="261"/>
            <ac:spMk id="21" creationId="{0FC6429E-CE99-196A-3487-0389812D521F}"/>
          </ac:spMkLst>
        </pc:spChg>
        <pc:grpChg chg="mod">
          <ac:chgData name="Jonathan Mah" userId="5261b2f2f3e51194" providerId="LiveId" clId="{DB9BCF8B-E91B-491C-8171-92D39BBC1534}" dt="2025-10-27T18:14:41.089" v="626" actId="1076"/>
          <ac:grpSpMkLst>
            <pc:docMk/>
            <pc:sldMk cId="1521993652" sldId="261"/>
            <ac:grpSpMk id="22" creationId="{26C6D7EA-0C1A-61E2-B831-84A712D3AB1B}"/>
          </ac:grpSpMkLst>
        </pc:grpChg>
        <pc:picChg chg="mod">
          <ac:chgData name="Jonathan Mah" userId="5261b2f2f3e51194" providerId="LiveId" clId="{DB9BCF8B-E91B-491C-8171-92D39BBC1534}" dt="2025-10-31T18:45:16.625" v="12052" actId="1076"/>
          <ac:picMkLst>
            <pc:docMk/>
            <pc:sldMk cId="1521993652" sldId="261"/>
            <ac:picMk id="19" creationId="{C89D3F19-D5E9-BAB6-7974-392D07AED9DF}"/>
          </ac:picMkLst>
        </pc:picChg>
        <pc:picChg chg="mod">
          <ac:chgData name="Jonathan Mah" userId="5261b2f2f3e51194" providerId="LiveId" clId="{DB9BCF8B-E91B-491C-8171-92D39BBC1534}" dt="2025-10-27T18:14:41.089" v="626" actId="1076"/>
          <ac:picMkLst>
            <pc:docMk/>
            <pc:sldMk cId="1521993652" sldId="261"/>
            <ac:picMk id="23" creationId="{2992ADAA-CCB9-BF1D-37E5-C531A0A252E1}"/>
          </ac:picMkLst>
        </pc:picChg>
        <pc:picChg chg="mod">
          <ac:chgData name="Jonathan Mah" userId="5261b2f2f3e51194" providerId="LiveId" clId="{DB9BCF8B-E91B-491C-8171-92D39BBC1534}" dt="2025-10-27T18:14:41.089" v="626" actId="1076"/>
          <ac:picMkLst>
            <pc:docMk/>
            <pc:sldMk cId="1521993652" sldId="261"/>
            <ac:picMk id="24" creationId="{6DFFD341-1825-27BC-F633-147872148B8F}"/>
          </ac:picMkLst>
        </pc:picChg>
        <pc:picChg chg="mod">
          <ac:chgData name="Jonathan Mah" userId="5261b2f2f3e51194" providerId="LiveId" clId="{DB9BCF8B-E91B-491C-8171-92D39BBC1534}" dt="2025-10-27T18:14:41.089" v="626" actId="1076"/>
          <ac:picMkLst>
            <pc:docMk/>
            <pc:sldMk cId="1521993652" sldId="261"/>
            <ac:picMk id="25" creationId="{90883846-C6C6-DC94-8BCE-162FBB658B46}"/>
          </ac:picMkLst>
        </pc:picChg>
      </pc:sldChg>
      <pc:sldChg chg="addSp delSp modSp add mod modNotesTx">
        <pc:chgData name="Jonathan Mah" userId="5261b2f2f3e51194" providerId="LiveId" clId="{DB9BCF8B-E91B-491C-8171-92D39BBC1534}" dt="2025-10-27T20:07:27.159" v="3173" actId="20577"/>
        <pc:sldMkLst>
          <pc:docMk/>
          <pc:sldMk cId="1209988767" sldId="262"/>
        </pc:sldMkLst>
        <pc:spChg chg="add mod">
          <ac:chgData name="Jonathan Mah" userId="5261b2f2f3e51194" providerId="LiveId" clId="{DB9BCF8B-E91B-491C-8171-92D39BBC1534}" dt="2025-10-27T19:12:45.865" v="1497"/>
          <ac:spMkLst>
            <pc:docMk/>
            <pc:sldMk cId="1209988767" sldId="262"/>
            <ac:spMk id="5" creationId="{F39475E8-F527-141B-22C8-78CC4AE0A529}"/>
          </ac:spMkLst>
        </pc:spChg>
        <pc:spChg chg="add mod">
          <ac:chgData name="Jonathan Mah" userId="5261b2f2f3e51194" providerId="LiveId" clId="{DB9BCF8B-E91B-491C-8171-92D39BBC1534}" dt="2025-10-27T19:12:55.973" v="1500"/>
          <ac:spMkLst>
            <pc:docMk/>
            <pc:sldMk cId="1209988767" sldId="262"/>
            <ac:spMk id="8" creationId="{3BA49B86-FBBB-30D3-2A2C-F0E090E70599}"/>
          </ac:spMkLst>
        </pc:spChg>
        <pc:spChg chg="add mod">
          <ac:chgData name="Jonathan Mah" userId="5261b2f2f3e51194" providerId="LiveId" clId="{DB9BCF8B-E91B-491C-8171-92D39BBC1534}" dt="2025-10-27T19:12:55.973" v="1500"/>
          <ac:spMkLst>
            <pc:docMk/>
            <pc:sldMk cId="1209988767" sldId="262"/>
            <ac:spMk id="9" creationId="{0AA982FD-B25A-7E4C-B506-721FDCD086B1}"/>
          </ac:spMkLst>
        </pc:spChg>
        <pc:spChg chg="add mod">
          <ac:chgData name="Jonathan Mah" userId="5261b2f2f3e51194" providerId="LiveId" clId="{DB9BCF8B-E91B-491C-8171-92D39BBC1534}" dt="2025-10-27T19:12:55.973" v="1500"/>
          <ac:spMkLst>
            <pc:docMk/>
            <pc:sldMk cId="1209988767" sldId="262"/>
            <ac:spMk id="10" creationId="{4114B027-A007-1615-38F6-F423B57C6535}"/>
          </ac:spMkLst>
        </pc:spChg>
        <pc:spChg chg="add mod">
          <ac:chgData name="Jonathan Mah" userId="5261b2f2f3e51194" providerId="LiveId" clId="{DB9BCF8B-E91B-491C-8171-92D39BBC1534}" dt="2025-10-27T19:12:55.973" v="1500"/>
          <ac:spMkLst>
            <pc:docMk/>
            <pc:sldMk cId="1209988767" sldId="262"/>
            <ac:spMk id="11" creationId="{9CE1E3C7-63A1-ACD3-700A-1E28707A1D41}"/>
          </ac:spMkLst>
        </pc:spChg>
        <pc:spChg chg="add mod">
          <ac:chgData name="Jonathan Mah" userId="5261b2f2f3e51194" providerId="LiveId" clId="{DB9BCF8B-E91B-491C-8171-92D39BBC1534}" dt="2025-10-27T19:12:55.973" v="1500"/>
          <ac:spMkLst>
            <pc:docMk/>
            <pc:sldMk cId="1209988767" sldId="262"/>
            <ac:spMk id="13" creationId="{F407D9EF-EDC4-4BDE-A53F-49EE892CC9F6}"/>
          </ac:spMkLst>
        </pc:spChg>
        <pc:spChg chg="add mod">
          <ac:chgData name="Jonathan Mah" userId="5261b2f2f3e51194" providerId="LiveId" clId="{DB9BCF8B-E91B-491C-8171-92D39BBC1534}" dt="2025-10-27T19:12:55.973" v="1500"/>
          <ac:spMkLst>
            <pc:docMk/>
            <pc:sldMk cId="1209988767" sldId="262"/>
            <ac:spMk id="15" creationId="{CAC82466-0ECD-3301-6E44-611C920DBD8A}"/>
          </ac:spMkLst>
        </pc:spChg>
        <pc:spChg chg="add mod">
          <ac:chgData name="Jonathan Mah" userId="5261b2f2f3e51194" providerId="LiveId" clId="{DB9BCF8B-E91B-491C-8171-92D39BBC1534}" dt="2025-10-27T19:12:55.973" v="1500"/>
          <ac:spMkLst>
            <pc:docMk/>
            <pc:sldMk cId="1209988767" sldId="262"/>
            <ac:spMk id="16" creationId="{E34A8F2A-7BF8-4498-2753-6C334174E50B}"/>
          </ac:spMkLst>
        </pc:spChg>
        <pc:spChg chg="add mod">
          <ac:chgData name="Jonathan Mah" userId="5261b2f2f3e51194" providerId="LiveId" clId="{DB9BCF8B-E91B-491C-8171-92D39BBC1534}" dt="2025-10-27T19:12:55.973" v="1500"/>
          <ac:spMkLst>
            <pc:docMk/>
            <pc:sldMk cId="1209988767" sldId="262"/>
            <ac:spMk id="17" creationId="{86CD7915-4926-79AD-EC32-EE21EF6D321D}"/>
          </ac:spMkLst>
        </pc:spChg>
        <pc:spChg chg="add mod">
          <ac:chgData name="Jonathan Mah" userId="5261b2f2f3e51194" providerId="LiveId" clId="{DB9BCF8B-E91B-491C-8171-92D39BBC1534}" dt="2025-10-27T19:12:55.973" v="1500"/>
          <ac:spMkLst>
            <pc:docMk/>
            <pc:sldMk cId="1209988767" sldId="262"/>
            <ac:spMk id="18" creationId="{04416EB3-C8EF-C960-48E8-18AC15DE1AB4}"/>
          </ac:spMkLst>
        </pc:spChg>
        <pc:spChg chg="add mod">
          <ac:chgData name="Jonathan Mah" userId="5261b2f2f3e51194" providerId="LiveId" clId="{DB9BCF8B-E91B-491C-8171-92D39BBC1534}" dt="2025-10-27T19:12:55.973" v="1500"/>
          <ac:spMkLst>
            <pc:docMk/>
            <pc:sldMk cId="1209988767" sldId="262"/>
            <ac:spMk id="19" creationId="{A6214B19-91FA-F0E0-F4C2-A2CD6CC2F2DA}"/>
          </ac:spMkLst>
        </pc:spChg>
        <pc:picChg chg="add mod">
          <ac:chgData name="Jonathan Mah" userId="5261b2f2f3e51194" providerId="LiveId" clId="{DB9BCF8B-E91B-491C-8171-92D39BBC1534}" dt="2025-10-27T19:12:48.629" v="1498" actId="1076"/>
          <ac:picMkLst>
            <pc:docMk/>
            <pc:sldMk cId="1209988767" sldId="262"/>
            <ac:picMk id="4" creationId="{7667B9D2-7346-61D8-681C-402FC8769A64}"/>
          </ac:picMkLst>
        </pc:picChg>
      </pc:sldChg>
      <pc:sldChg chg="addSp modSp add mod modNotesTx">
        <pc:chgData name="Jonathan Mah" userId="5261b2f2f3e51194" providerId="LiveId" clId="{DB9BCF8B-E91B-491C-8171-92D39BBC1534}" dt="2025-10-31T17:50:34.256" v="10501" actId="20577"/>
        <pc:sldMkLst>
          <pc:docMk/>
          <pc:sldMk cId="3129644819" sldId="263"/>
        </pc:sldMkLst>
        <pc:spChg chg="add mod">
          <ac:chgData name="Jonathan Mah" userId="5261b2f2f3e51194" providerId="LiveId" clId="{DB9BCF8B-E91B-491C-8171-92D39BBC1534}" dt="2025-10-27T19:11:28.561" v="1450" actId="1038"/>
          <ac:spMkLst>
            <pc:docMk/>
            <pc:sldMk cId="3129644819" sldId="263"/>
            <ac:spMk id="3" creationId="{7FE11778-2C55-C8E7-D3D0-86D712F67F33}"/>
          </ac:spMkLst>
        </pc:spChg>
        <pc:spChg chg="add mod">
          <ac:chgData name="Jonathan Mah" userId="5261b2f2f3e51194" providerId="LiveId" clId="{DB9BCF8B-E91B-491C-8171-92D39BBC1534}" dt="2025-10-27T19:11:28.561" v="1450" actId="1038"/>
          <ac:spMkLst>
            <pc:docMk/>
            <pc:sldMk cId="3129644819" sldId="263"/>
            <ac:spMk id="4" creationId="{DF0D1FC4-85A7-BA0F-BA0B-39C8253A9CB2}"/>
          </ac:spMkLst>
        </pc:spChg>
        <pc:spChg chg="add mod">
          <ac:chgData name="Jonathan Mah" userId="5261b2f2f3e51194" providerId="LiveId" clId="{DB9BCF8B-E91B-491C-8171-92D39BBC1534}" dt="2025-10-27T19:11:28.561" v="1450" actId="1038"/>
          <ac:spMkLst>
            <pc:docMk/>
            <pc:sldMk cId="3129644819" sldId="263"/>
            <ac:spMk id="5" creationId="{B94B0DC8-A33A-6ED8-EF36-AAFC952EB8AA}"/>
          </ac:spMkLst>
        </pc:spChg>
        <pc:spChg chg="add mod">
          <ac:chgData name="Jonathan Mah" userId="5261b2f2f3e51194" providerId="LiveId" clId="{DB9BCF8B-E91B-491C-8171-92D39BBC1534}" dt="2025-10-27T19:11:28.561" v="1450" actId="1038"/>
          <ac:spMkLst>
            <pc:docMk/>
            <pc:sldMk cId="3129644819" sldId="263"/>
            <ac:spMk id="6" creationId="{826048C6-A6C1-E272-B252-DA3BDAE2E584}"/>
          </ac:spMkLst>
        </pc:spChg>
        <pc:spChg chg="add mod">
          <ac:chgData name="Jonathan Mah" userId="5261b2f2f3e51194" providerId="LiveId" clId="{DB9BCF8B-E91B-491C-8171-92D39BBC1534}" dt="2025-10-27T19:11:28.561" v="1450" actId="1038"/>
          <ac:spMkLst>
            <pc:docMk/>
            <pc:sldMk cId="3129644819" sldId="263"/>
            <ac:spMk id="8" creationId="{0853ADDF-DBA0-7F75-350B-D5C5F14A0F40}"/>
          </ac:spMkLst>
        </pc:spChg>
        <pc:spChg chg="add mod">
          <ac:chgData name="Jonathan Mah" userId="5261b2f2f3e51194" providerId="LiveId" clId="{DB9BCF8B-E91B-491C-8171-92D39BBC1534}" dt="2025-10-27T19:11:28.561" v="1450" actId="1038"/>
          <ac:spMkLst>
            <pc:docMk/>
            <pc:sldMk cId="3129644819" sldId="263"/>
            <ac:spMk id="9" creationId="{FE511508-2871-C572-464B-9A9B2AC56E98}"/>
          </ac:spMkLst>
        </pc:spChg>
        <pc:spChg chg="add mod">
          <ac:chgData name="Jonathan Mah" userId="5261b2f2f3e51194" providerId="LiveId" clId="{DB9BCF8B-E91B-491C-8171-92D39BBC1534}" dt="2025-10-27T19:11:28.561" v="1450" actId="1038"/>
          <ac:spMkLst>
            <pc:docMk/>
            <pc:sldMk cId="3129644819" sldId="263"/>
            <ac:spMk id="10" creationId="{5EE4B1C6-CC33-5EB5-A508-624319B57BAD}"/>
          </ac:spMkLst>
        </pc:spChg>
        <pc:spChg chg="add mod">
          <ac:chgData name="Jonathan Mah" userId="5261b2f2f3e51194" providerId="LiveId" clId="{DB9BCF8B-E91B-491C-8171-92D39BBC1534}" dt="2025-10-27T19:11:28.561" v="1450" actId="1038"/>
          <ac:spMkLst>
            <pc:docMk/>
            <pc:sldMk cId="3129644819" sldId="263"/>
            <ac:spMk id="11" creationId="{D77AF1D9-B9F2-E1D0-CCA8-C91AF1A8D972}"/>
          </ac:spMkLst>
        </pc:spChg>
        <pc:spChg chg="add mod">
          <ac:chgData name="Jonathan Mah" userId="5261b2f2f3e51194" providerId="LiveId" clId="{DB9BCF8B-E91B-491C-8171-92D39BBC1534}" dt="2025-10-27T19:11:28.561" v="1450" actId="1038"/>
          <ac:spMkLst>
            <pc:docMk/>
            <pc:sldMk cId="3129644819" sldId="263"/>
            <ac:spMk id="12" creationId="{356CE52B-1E65-D667-0F9E-923F4FCF5BD5}"/>
          </ac:spMkLst>
        </pc:spChg>
        <pc:spChg chg="add mod">
          <ac:chgData name="Jonathan Mah" userId="5261b2f2f3e51194" providerId="LiveId" clId="{DB9BCF8B-E91B-491C-8171-92D39BBC1534}" dt="2025-10-27T19:11:28.561" v="1450" actId="1038"/>
          <ac:spMkLst>
            <pc:docMk/>
            <pc:sldMk cId="3129644819" sldId="263"/>
            <ac:spMk id="13" creationId="{7E87FAC5-9BDB-C881-AC9F-213AC3B8207C}"/>
          </ac:spMkLst>
        </pc:spChg>
        <pc:spChg chg="add mod">
          <ac:chgData name="Jonathan Mah" userId="5261b2f2f3e51194" providerId="LiveId" clId="{DB9BCF8B-E91B-491C-8171-92D39BBC1534}" dt="2025-10-27T19:12:43.247" v="1496"/>
          <ac:spMkLst>
            <pc:docMk/>
            <pc:sldMk cId="3129644819" sldId="263"/>
            <ac:spMk id="15" creationId="{C4A8F31F-7704-74B0-681D-C6D24F412E97}"/>
          </ac:spMkLst>
        </pc:spChg>
        <pc:picChg chg="mod">
          <ac:chgData name="Jonathan Mah" userId="5261b2f2f3e51194" providerId="LiveId" clId="{DB9BCF8B-E91B-491C-8171-92D39BBC1534}" dt="2025-10-27T19:11:34.446" v="1452" actId="1076"/>
          <ac:picMkLst>
            <pc:docMk/>
            <pc:sldMk cId="3129644819" sldId="263"/>
            <ac:picMk id="14" creationId="{2B2ADDBB-C15C-13A0-EE04-FDE25C88EE45}"/>
          </ac:picMkLst>
        </pc:picChg>
      </pc:sldChg>
      <pc:sldChg chg="add del">
        <pc:chgData name="Jonathan Mah" userId="5261b2f2f3e51194" providerId="LiveId" clId="{DB9BCF8B-E91B-491C-8171-92D39BBC1534}" dt="2025-10-27T20:20:52.108" v="5499" actId="47"/>
        <pc:sldMkLst>
          <pc:docMk/>
          <pc:sldMk cId="606996268" sldId="264"/>
        </pc:sldMkLst>
      </pc:sldChg>
      <pc:sldChg chg="add del">
        <pc:chgData name="Jonathan Mah" userId="5261b2f2f3e51194" providerId="LiveId" clId="{DB9BCF8B-E91B-491C-8171-92D39BBC1534}" dt="2025-10-27T20:20:52.754" v="5500" actId="47"/>
        <pc:sldMkLst>
          <pc:docMk/>
          <pc:sldMk cId="2581960593" sldId="265"/>
        </pc:sldMkLst>
      </pc:sldChg>
      <pc:sldChg chg="add del">
        <pc:chgData name="Jonathan Mah" userId="5261b2f2f3e51194" providerId="LiveId" clId="{DB9BCF8B-E91B-491C-8171-92D39BBC1534}" dt="2025-10-27T20:20:54.484" v="5501" actId="47"/>
        <pc:sldMkLst>
          <pc:docMk/>
          <pc:sldMk cId="1709112208" sldId="266"/>
        </pc:sldMkLst>
      </pc:sldChg>
      <pc:sldChg chg="add del">
        <pc:chgData name="Jonathan Mah" userId="5261b2f2f3e51194" providerId="LiveId" clId="{DB9BCF8B-E91B-491C-8171-92D39BBC1534}" dt="2025-10-27T20:20:55.128" v="5502" actId="47"/>
        <pc:sldMkLst>
          <pc:docMk/>
          <pc:sldMk cId="300266762" sldId="267"/>
        </pc:sldMkLst>
      </pc:sldChg>
      <pc:sldChg chg="addSp delSp modSp add mod modNotesTx">
        <pc:chgData name="Jonathan Mah" userId="5261b2f2f3e51194" providerId="LiveId" clId="{DB9BCF8B-E91B-491C-8171-92D39BBC1534}" dt="2025-10-31T17:51:34.186" v="10563" actId="20577"/>
        <pc:sldMkLst>
          <pc:docMk/>
          <pc:sldMk cId="1573883645" sldId="268"/>
        </pc:sldMkLst>
        <pc:spChg chg="add mod">
          <ac:chgData name="Jonathan Mah" userId="5261b2f2f3e51194" providerId="LiveId" clId="{DB9BCF8B-E91B-491C-8171-92D39BBC1534}" dt="2025-10-27T20:24:46.015" v="5582" actId="1035"/>
          <ac:spMkLst>
            <pc:docMk/>
            <pc:sldMk cId="1573883645" sldId="268"/>
            <ac:spMk id="3" creationId="{F33D7DD6-6282-6ACE-7DD8-05503B2166ED}"/>
          </ac:spMkLst>
        </pc:spChg>
        <pc:spChg chg="add mod">
          <ac:chgData name="Jonathan Mah" userId="5261b2f2f3e51194" providerId="LiveId" clId="{DB9BCF8B-E91B-491C-8171-92D39BBC1534}" dt="2025-10-27T20:24:46.015" v="5582" actId="1035"/>
          <ac:spMkLst>
            <pc:docMk/>
            <pc:sldMk cId="1573883645" sldId="268"/>
            <ac:spMk id="4" creationId="{5074DD06-9E22-B4F8-0053-FD7B85A3AEAC}"/>
          </ac:spMkLst>
        </pc:spChg>
        <pc:spChg chg="add mod">
          <ac:chgData name="Jonathan Mah" userId="5261b2f2f3e51194" providerId="LiveId" clId="{DB9BCF8B-E91B-491C-8171-92D39BBC1534}" dt="2025-10-27T20:24:46.015" v="5582" actId="1035"/>
          <ac:spMkLst>
            <pc:docMk/>
            <pc:sldMk cId="1573883645" sldId="268"/>
            <ac:spMk id="5" creationId="{8648D608-B22A-0701-4A66-13859ED18DFB}"/>
          </ac:spMkLst>
        </pc:spChg>
        <pc:spChg chg="add mod">
          <ac:chgData name="Jonathan Mah" userId="5261b2f2f3e51194" providerId="LiveId" clId="{DB9BCF8B-E91B-491C-8171-92D39BBC1534}" dt="2025-10-27T20:24:46.015" v="5582" actId="1035"/>
          <ac:spMkLst>
            <pc:docMk/>
            <pc:sldMk cId="1573883645" sldId="268"/>
            <ac:spMk id="9" creationId="{52DF1E52-4DEB-CEAD-9C28-2C104E3C2EDA}"/>
          </ac:spMkLst>
        </pc:spChg>
        <pc:spChg chg="add mod">
          <ac:chgData name="Jonathan Mah" userId="5261b2f2f3e51194" providerId="LiveId" clId="{DB9BCF8B-E91B-491C-8171-92D39BBC1534}" dt="2025-10-27T20:24:46.015" v="5582" actId="1035"/>
          <ac:spMkLst>
            <pc:docMk/>
            <pc:sldMk cId="1573883645" sldId="268"/>
            <ac:spMk id="11" creationId="{919FAF50-7ABE-37E8-2F2D-55352E9D6172}"/>
          </ac:spMkLst>
        </pc:spChg>
        <pc:spChg chg="add mod">
          <ac:chgData name="Jonathan Mah" userId="5261b2f2f3e51194" providerId="LiveId" clId="{DB9BCF8B-E91B-491C-8171-92D39BBC1534}" dt="2025-10-27T20:24:46.015" v="5582" actId="1035"/>
          <ac:spMkLst>
            <pc:docMk/>
            <pc:sldMk cId="1573883645" sldId="268"/>
            <ac:spMk id="12" creationId="{92167DB3-A572-46D7-6CFA-7EFA55A58846}"/>
          </ac:spMkLst>
        </pc:spChg>
        <pc:spChg chg="add mod">
          <ac:chgData name="Jonathan Mah" userId="5261b2f2f3e51194" providerId="LiveId" clId="{DB9BCF8B-E91B-491C-8171-92D39BBC1534}" dt="2025-10-27T20:24:46.015" v="5582" actId="1035"/>
          <ac:spMkLst>
            <pc:docMk/>
            <pc:sldMk cId="1573883645" sldId="268"/>
            <ac:spMk id="13" creationId="{71F8EBBC-0106-C6C5-ED8E-A420A536B044}"/>
          </ac:spMkLst>
        </pc:spChg>
        <pc:spChg chg="add mod">
          <ac:chgData name="Jonathan Mah" userId="5261b2f2f3e51194" providerId="LiveId" clId="{DB9BCF8B-E91B-491C-8171-92D39BBC1534}" dt="2025-10-27T20:24:46.015" v="5582" actId="1035"/>
          <ac:spMkLst>
            <pc:docMk/>
            <pc:sldMk cId="1573883645" sldId="268"/>
            <ac:spMk id="15" creationId="{59D4D5E2-839B-8425-4DD0-8D9B8B89408A}"/>
          </ac:spMkLst>
        </pc:spChg>
        <pc:spChg chg="add mod">
          <ac:chgData name="Jonathan Mah" userId="5261b2f2f3e51194" providerId="LiveId" clId="{DB9BCF8B-E91B-491C-8171-92D39BBC1534}" dt="2025-10-27T20:24:46.015" v="5582" actId="1035"/>
          <ac:spMkLst>
            <pc:docMk/>
            <pc:sldMk cId="1573883645" sldId="268"/>
            <ac:spMk id="16" creationId="{C00040B0-8724-CDF5-AAB7-979D6D469555}"/>
          </ac:spMkLst>
        </pc:spChg>
        <pc:spChg chg="add mod">
          <ac:chgData name="Jonathan Mah" userId="5261b2f2f3e51194" providerId="LiveId" clId="{DB9BCF8B-E91B-491C-8171-92D39BBC1534}" dt="2025-10-27T20:24:46.015" v="5582" actId="1035"/>
          <ac:spMkLst>
            <pc:docMk/>
            <pc:sldMk cId="1573883645" sldId="268"/>
            <ac:spMk id="17" creationId="{6CA14627-A2DA-3E38-52C7-202E859F9CF0}"/>
          </ac:spMkLst>
        </pc:spChg>
      </pc:sldChg>
      <pc:sldChg chg="addSp delSp modSp add mod modNotesTx">
        <pc:chgData name="Jonathan Mah" userId="5261b2f2f3e51194" providerId="LiveId" clId="{DB9BCF8B-E91B-491C-8171-92D39BBC1534}" dt="2025-10-31T18:08:59.392" v="11228" actId="20577"/>
        <pc:sldMkLst>
          <pc:docMk/>
          <pc:sldMk cId="1263723894" sldId="269"/>
        </pc:sldMkLst>
        <pc:spChg chg="add mod">
          <ac:chgData name="Jonathan Mah" userId="5261b2f2f3e51194" providerId="LiveId" clId="{DB9BCF8B-E91B-491C-8171-92D39BBC1534}" dt="2025-10-31T17:47:36.023" v="10337" actId="14100"/>
          <ac:spMkLst>
            <pc:docMk/>
            <pc:sldMk cId="1263723894" sldId="269"/>
            <ac:spMk id="3" creationId="{44673768-C344-456F-C605-8F84D413E299}"/>
          </ac:spMkLst>
        </pc:spChg>
        <pc:spChg chg="add mod">
          <ac:chgData name="Jonathan Mah" userId="5261b2f2f3e51194" providerId="LiveId" clId="{DB9BCF8B-E91B-491C-8171-92D39BBC1534}" dt="2025-10-27T20:22:39.337" v="5524" actId="1076"/>
          <ac:spMkLst>
            <pc:docMk/>
            <pc:sldMk cId="1263723894" sldId="269"/>
            <ac:spMk id="4" creationId="{39685991-2E4B-7C41-CECF-014CF76A9458}"/>
          </ac:spMkLst>
        </pc:spChg>
        <pc:spChg chg="add mod">
          <ac:chgData name="Jonathan Mah" userId="5261b2f2f3e51194" providerId="LiveId" clId="{DB9BCF8B-E91B-491C-8171-92D39BBC1534}" dt="2025-10-27T20:22:46.678" v="5533" actId="1036"/>
          <ac:spMkLst>
            <pc:docMk/>
            <pc:sldMk cId="1263723894" sldId="269"/>
            <ac:spMk id="5" creationId="{C6FB1BCF-3C64-2885-A1D2-8FE3B6C0FD30}"/>
          </ac:spMkLst>
        </pc:spChg>
        <pc:spChg chg="add mod">
          <ac:chgData name="Jonathan Mah" userId="5261b2f2f3e51194" providerId="LiveId" clId="{DB9BCF8B-E91B-491C-8171-92D39BBC1534}" dt="2025-10-27T20:22:46.678" v="5533" actId="1036"/>
          <ac:spMkLst>
            <pc:docMk/>
            <pc:sldMk cId="1263723894" sldId="269"/>
            <ac:spMk id="6" creationId="{6A70BA36-846C-EE04-FD6F-49068AAB8003}"/>
          </ac:spMkLst>
        </pc:spChg>
        <pc:spChg chg="add mod">
          <ac:chgData name="Jonathan Mah" userId="5261b2f2f3e51194" providerId="LiveId" clId="{DB9BCF8B-E91B-491C-8171-92D39BBC1534}" dt="2025-10-27T20:22:46.678" v="5533" actId="1036"/>
          <ac:spMkLst>
            <pc:docMk/>
            <pc:sldMk cId="1263723894" sldId="269"/>
            <ac:spMk id="8" creationId="{1C2693CE-2B2F-E865-FF4F-64DD6F713CF7}"/>
          </ac:spMkLst>
        </pc:spChg>
        <pc:spChg chg="add mod">
          <ac:chgData name="Jonathan Mah" userId="5261b2f2f3e51194" providerId="LiveId" clId="{DB9BCF8B-E91B-491C-8171-92D39BBC1534}" dt="2025-10-27T20:22:46.678" v="5533" actId="1036"/>
          <ac:spMkLst>
            <pc:docMk/>
            <pc:sldMk cId="1263723894" sldId="269"/>
            <ac:spMk id="10" creationId="{DB802047-7246-F52A-9AA3-49F8D1BF3699}"/>
          </ac:spMkLst>
        </pc:spChg>
        <pc:spChg chg="add mod">
          <ac:chgData name="Jonathan Mah" userId="5261b2f2f3e51194" providerId="LiveId" clId="{DB9BCF8B-E91B-491C-8171-92D39BBC1534}" dt="2025-10-27T20:22:46.678" v="5533" actId="1036"/>
          <ac:spMkLst>
            <pc:docMk/>
            <pc:sldMk cId="1263723894" sldId="269"/>
            <ac:spMk id="11" creationId="{2E553E69-BC2D-297F-CF67-89BD1F3562D5}"/>
          </ac:spMkLst>
        </pc:spChg>
        <pc:spChg chg="add mod">
          <ac:chgData name="Jonathan Mah" userId="5261b2f2f3e51194" providerId="LiveId" clId="{DB9BCF8B-E91B-491C-8171-92D39BBC1534}" dt="2025-10-27T20:22:46.678" v="5533" actId="1036"/>
          <ac:spMkLst>
            <pc:docMk/>
            <pc:sldMk cId="1263723894" sldId="269"/>
            <ac:spMk id="12" creationId="{B4E5D356-ECEE-9DD3-882D-F1C7AB4E01A9}"/>
          </ac:spMkLst>
        </pc:spChg>
        <pc:spChg chg="add mod">
          <ac:chgData name="Jonathan Mah" userId="5261b2f2f3e51194" providerId="LiveId" clId="{DB9BCF8B-E91B-491C-8171-92D39BBC1534}" dt="2025-10-27T20:22:39.337" v="5524" actId="1076"/>
          <ac:spMkLst>
            <pc:docMk/>
            <pc:sldMk cId="1263723894" sldId="269"/>
            <ac:spMk id="13" creationId="{4F598E28-0EF9-DF29-F76C-042C60AB75AA}"/>
          </ac:spMkLst>
        </pc:spChg>
        <pc:spChg chg="add mod">
          <ac:chgData name="Jonathan Mah" userId="5261b2f2f3e51194" providerId="LiveId" clId="{DB9BCF8B-E91B-491C-8171-92D39BBC1534}" dt="2025-10-27T20:24:03.358" v="5546" actId="1076"/>
          <ac:spMkLst>
            <pc:docMk/>
            <pc:sldMk cId="1263723894" sldId="269"/>
            <ac:spMk id="14" creationId="{CA0D6575-2E19-EF0B-1ED4-B6538038DCD8}"/>
          </ac:spMkLst>
        </pc:spChg>
        <pc:spChg chg="add mod">
          <ac:chgData name="Jonathan Mah" userId="5261b2f2f3e51194" providerId="LiveId" clId="{DB9BCF8B-E91B-491C-8171-92D39BBC1534}" dt="2025-10-27T20:24:03.358" v="5546" actId="1076"/>
          <ac:spMkLst>
            <pc:docMk/>
            <pc:sldMk cId="1263723894" sldId="269"/>
            <ac:spMk id="15" creationId="{43C17504-7B04-5EB9-C41F-FEC905DE4E23}"/>
          </ac:spMkLst>
        </pc:spChg>
        <pc:spChg chg="add mod">
          <ac:chgData name="Jonathan Mah" userId="5261b2f2f3e51194" providerId="LiveId" clId="{DB9BCF8B-E91B-491C-8171-92D39BBC1534}" dt="2025-10-27T20:24:03.358" v="5546" actId="1076"/>
          <ac:spMkLst>
            <pc:docMk/>
            <pc:sldMk cId="1263723894" sldId="269"/>
            <ac:spMk id="16" creationId="{58B0169C-2BBD-A1E3-FC4E-A92A272E7A2B}"/>
          </ac:spMkLst>
        </pc:spChg>
        <pc:spChg chg="add mod">
          <ac:chgData name="Jonathan Mah" userId="5261b2f2f3e51194" providerId="LiveId" clId="{DB9BCF8B-E91B-491C-8171-92D39BBC1534}" dt="2025-10-27T20:24:03.358" v="5546" actId="1076"/>
          <ac:spMkLst>
            <pc:docMk/>
            <pc:sldMk cId="1263723894" sldId="269"/>
            <ac:spMk id="17" creationId="{F0471B80-EB77-EE79-A67A-BD8425A45741}"/>
          </ac:spMkLst>
        </pc:spChg>
        <pc:spChg chg="add mod">
          <ac:chgData name="Jonathan Mah" userId="5261b2f2f3e51194" providerId="LiveId" clId="{DB9BCF8B-E91B-491C-8171-92D39BBC1534}" dt="2025-10-27T20:23:48.137" v="5543" actId="1582"/>
          <ac:spMkLst>
            <pc:docMk/>
            <pc:sldMk cId="1263723894" sldId="269"/>
            <ac:spMk id="18" creationId="{E95334A5-2773-D46D-A617-DAED91CD2AC6}"/>
          </ac:spMkLst>
        </pc:spChg>
        <pc:spChg chg="add mod">
          <ac:chgData name="Jonathan Mah" userId="5261b2f2f3e51194" providerId="LiveId" clId="{DB9BCF8B-E91B-491C-8171-92D39BBC1534}" dt="2025-10-27T20:24:32.165" v="5579" actId="1076"/>
          <ac:spMkLst>
            <pc:docMk/>
            <pc:sldMk cId="1263723894" sldId="269"/>
            <ac:spMk id="19" creationId="{A72AEB83-3B0B-EE9C-67D9-163C2E0048C8}"/>
          </ac:spMkLst>
        </pc:spChg>
        <pc:picChg chg="del">
          <ac:chgData name="Jonathan Mah" userId="5261b2f2f3e51194" providerId="LiveId" clId="{DB9BCF8B-E91B-491C-8171-92D39BBC1534}" dt="2025-10-31T17:43:33.548" v="10198" actId="478"/>
          <ac:picMkLst>
            <pc:docMk/>
            <pc:sldMk cId="1263723894" sldId="269"/>
            <ac:picMk id="7" creationId="{D8329998-BAA8-9077-D9C1-A270A1F20051}"/>
          </ac:picMkLst>
        </pc:picChg>
        <pc:picChg chg="add del mod ord">
          <ac:chgData name="Jonathan Mah" userId="5261b2f2f3e51194" providerId="LiveId" clId="{DB9BCF8B-E91B-491C-8171-92D39BBC1534}" dt="2025-10-31T17:47:13.122" v="10326" actId="478"/>
          <ac:picMkLst>
            <pc:docMk/>
            <pc:sldMk cId="1263723894" sldId="269"/>
            <ac:picMk id="21" creationId="{0DA8796D-8B90-9018-8AC7-6A70A4CCCAB8}"/>
          </ac:picMkLst>
        </pc:picChg>
        <pc:picChg chg="add mod">
          <ac:chgData name="Jonathan Mah" userId="5261b2f2f3e51194" providerId="LiveId" clId="{DB9BCF8B-E91B-491C-8171-92D39BBC1534}" dt="2025-10-31T17:47:11.066" v="10325"/>
          <ac:picMkLst>
            <pc:docMk/>
            <pc:sldMk cId="1263723894" sldId="269"/>
            <ac:picMk id="22" creationId="{642065B1-72A4-CD00-170A-10469DDD960F}"/>
          </ac:picMkLst>
        </pc:picChg>
        <pc:picChg chg="add del mod ord">
          <ac:chgData name="Jonathan Mah" userId="5261b2f2f3e51194" providerId="LiveId" clId="{DB9BCF8B-E91B-491C-8171-92D39BBC1534}" dt="2025-10-31T17:57:19.840" v="10571" actId="478"/>
          <ac:picMkLst>
            <pc:docMk/>
            <pc:sldMk cId="1263723894" sldId="269"/>
            <ac:picMk id="23" creationId="{95EC3177-1675-EF7A-F1E9-26B8B63BE204}"/>
          </ac:picMkLst>
        </pc:picChg>
        <pc:picChg chg="add mod ord">
          <ac:chgData name="Jonathan Mah" userId="5261b2f2f3e51194" providerId="LiveId" clId="{DB9BCF8B-E91B-491C-8171-92D39BBC1534}" dt="2025-10-31T17:57:23.875" v="10573" actId="167"/>
          <ac:picMkLst>
            <pc:docMk/>
            <pc:sldMk cId="1263723894" sldId="269"/>
            <ac:picMk id="24" creationId="{0D2FB44E-E98B-4564-66D3-95ACFDC83CCF}"/>
          </ac:picMkLst>
        </pc:picChg>
        <pc:cxnChg chg="add mod">
          <ac:chgData name="Jonathan Mah" userId="5261b2f2f3e51194" providerId="LiveId" clId="{DB9BCF8B-E91B-491C-8171-92D39BBC1534}" dt="2025-10-27T20:22:46.678" v="5533" actId="1036"/>
          <ac:cxnSpMkLst>
            <pc:docMk/>
            <pc:sldMk cId="1263723894" sldId="269"/>
            <ac:cxnSpMk id="9" creationId="{4E9FEA35-6B57-A8D4-DC44-51E71673DC2D}"/>
          </ac:cxnSpMkLst>
        </pc:cxnChg>
      </pc:sldChg>
      <pc:sldChg chg="add del">
        <pc:chgData name="Jonathan Mah" userId="5261b2f2f3e51194" providerId="LiveId" clId="{DB9BCF8B-E91B-491C-8171-92D39BBC1534}" dt="2025-10-27T20:11:29.800" v="3716" actId="47"/>
        <pc:sldMkLst>
          <pc:docMk/>
          <pc:sldMk cId="1385875939" sldId="269"/>
        </pc:sldMkLst>
      </pc:sldChg>
      <pc:sldChg chg="add del">
        <pc:chgData name="Jonathan Mah" userId="5261b2f2f3e51194" providerId="LiveId" clId="{DB9BCF8B-E91B-491C-8171-92D39BBC1534}" dt="2025-10-27T20:12:00.237" v="3719" actId="47"/>
        <pc:sldMkLst>
          <pc:docMk/>
          <pc:sldMk cId="4112026744" sldId="269"/>
        </pc:sldMkLst>
      </pc:sldChg>
      <pc:sldChg chg="addSp delSp modSp add mod modNotesTx">
        <pc:chgData name="Jonathan Mah" userId="5261b2f2f3e51194" providerId="LiveId" clId="{DB9BCF8B-E91B-491C-8171-92D39BBC1534}" dt="2025-10-31T18:11:18.566" v="11605" actId="20577"/>
        <pc:sldMkLst>
          <pc:docMk/>
          <pc:sldMk cId="1283752724" sldId="270"/>
        </pc:sldMkLst>
        <pc:spChg chg="add del mod">
          <ac:chgData name="Jonathan Mah" userId="5261b2f2f3e51194" providerId="LiveId" clId="{DB9BCF8B-E91B-491C-8171-92D39BBC1534}" dt="2025-10-31T17:44:17.628" v="10211" actId="478"/>
          <ac:spMkLst>
            <pc:docMk/>
            <pc:sldMk cId="1283752724" sldId="270"/>
            <ac:spMk id="3" creationId="{C042690A-5D9B-9730-B7B8-19115614A265}"/>
          </ac:spMkLst>
        </pc:spChg>
        <pc:spChg chg="add mod">
          <ac:chgData name="Jonathan Mah" userId="5261b2f2f3e51194" providerId="LiveId" clId="{DB9BCF8B-E91B-491C-8171-92D39BBC1534}" dt="2025-10-27T20:24:47.855" v="5583"/>
          <ac:spMkLst>
            <pc:docMk/>
            <pc:sldMk cId="1283752724" sldId="270"/>
            <ac:spMk id="4" creationId="{621418D5-2F82-B622-0C2F-EBACA279A4E9}"/>
          </ac:spMkLst>
        </pc:spChg>
        <pc:spChg chg="add mod">
          <ac:chgData name="Jonathan Mah" userId="5261b2f2f3e51194" providerId="LiveId" clId="{DB9BCF8B-E91B-491C-8171-92D39BBC1534}" dt="2025-10-27T20:24:47.855" v="5583"/>
          <ac:spMkLst>
            <pc:docMk/>
            <pc:sldMk cId="1283752724" sldId="270"/>
            <ac:spMk id="5" creationId="{6EAD5C32-8148-953C-CE3B-888EEFF586D9}"/>
          </ac:spMkLst>
        </pc:spChg>
        <pc:spChg chg="add mod">
          <ac:chgData name="Jonathan Mah" userId="5261b2f2f3e51194" providerId="LiveId" clId="{DB9BCF8B-E91B-491C-8171-92D39BBC1534}" dt="2025-10-27T20:24:47.855" v="5583"/>
          <ac:spMkLst>
            <pc:docMk/>
            <pc:sldMk cId="1283752724" sldId="270"/>
            <ac:spMk id="8" creationId="{33731E59-477B-09FB-6FCB-650163AE71C9}"/>
          </ac:spMkLst>
        </pc:spChg>
        <pc:spChg chg="add mod">
          <ac:chgData name="Jonathan Mah" userId="5261b2f2f3e51194" providerId="LiveId" clId="{DB9BCF8B-E91B-491C-8171-92D39BBC1534}" dt="2025-10-27T20:24:47.855" v="5583"/>
          <ac:spMkLst>
            <pc:docMk/>
            <pc:sldMk cId="1283752724" sldId="270"/>
            <ac:spMk id="10" creationId="{651D42FB-ED5F-5599-1DC6-085F5D1ECF88}"/>
          </ac:spMkLst>
        </pc:spChg>
        <pc:spChg chg="add mod">
          <ac:chgData name="Jonathan Mah" userId="5261b2f2f3e51194" providerId="LiveId" clId="{DB9BCF8B-E91B-491C-8171-92D39BBC1534}" dt="2025-10-27T20:24:47.855" v="5583"/>
          <ac:spMkLst>
            <pc:docMk/>
            <pc:sldMk cId="1283752724" sldId="270"/>
            <ac:spMk id="11" creationId="{E47E0CD9-76DD-1D29-46F3-A7E2124E97F6}"/>
          </ac:spMkLst>
        </pc:spChg>
        <pc:spChg chg="add mod">
          <ac:chgData name="Jonathan Mah" userId="5261b2f2f3e51194" providerId="LiveId" clId="{DB9BCF8B-E91B-491C-8171-92D39BBC1534}" dt="2025-10-27T20:24:47.855" v="5583"/>
          <ac:spMkLst>
            <pc:docMk/>
            <pc:sldMk cId="1283752724" sldId="270"/>
            <ac:spMk id="12" creationId="{949435D5-C6B3-FF8D-F9D6-9A178F344DFE}"/>
          </ac:spMkLst>
        </pc:spChg>
        <pc:spChg chg="add mod">
          <ac:chgData name="Jonathan Mah" userId="5261b2f2f3e51194" providerId="LiveId" clId="{DB9BCF8B-E91B-491C-8171-92D39BBC1534}" dt="2025-10-27T20:24:47.855" v="5583"/>
          <ac:spMkLst>
            <pc:docMk/>
            <pc:sldMk cId="1283752724" sldId="270"/>
            <ac:spMk id="13" creationId="{561BD5B3-458B-E4DB-63F2-ABC84DAEDB09}"/>
          </ac:spMkLst>
        </pc:spChg>
        <pc:spChg chg="add mod">
          <ac:chgData name="Jonathan Mah" userId="5261b2f2f3e51194" providerId="LiveId" clId="{DB9BCF8B-E91B-491C-8171-92D39BBC1534}" dt="2025-10-27T20:24:47.855" v="5583"/>
          <ac:spMkLst>
            <pc:docMk/>
            <pc:sldMk cId="1283752724" sldId="270"/>
            <ac:spMk id="16" creationId="{58318D5F-98B9-5244-6149-F94158AE6DE6}"/>
          </ac:spMkLst>
        </pc:spChg>
        <pc:spChg chg="add mod">
          <ac:chgData name="Jonathan Mah" userId="5261b2f2f3e51194" providerId="LiveId" clId="{DB9BCF8B-E91B-491C-8171-92D39BBC1534}" dt="2025-10-27T20:24:47.855" v="5583"/>
          <ac:spMkLst>
            <pc:docMk/>
            <pc:sldMk cId="1283752724" sldId="270"/>
            <ac:spMk id="17" creationId="{09237949-DB75-A534-B648-581CAC8F41D6}"/>
          </ac:spMkLst>
        </pc:spChg>
        <pc:spChg chg="add mod">
          <ac:chgData name="Jonathan Mah" userId="5261b2f2f3e51194" providerId="LiveId" clId="{DB9BCF8B-E91B-491C-8171-92D39BBC1534}" dt="2025-10-27T20:24:47.855" v="5583"/>
          <ac:spMkLst>
            <pc:docMk/>
            <pc:sldMk cId="1283752724" sldId="270"/>
            <ac:spMk id="18" creationId="{119FBB12-B387-440A-7BCF-05FD62DD7D9A}"/>
          </ac:spMkLst>
        </pc:spChg>
        <pc:spChg chg="add del mod">
          <ac:chgData name="Jonathan Mah" userId="5261b2f2f3e51194" providerId="LiveId" clId="{DB9BCF8B-E91B-491C-8171-92D39BBC1534}" dt="2025-10-31T17:47:39.237" v="10338" actId="478"/>
          <ac:spMkLst>
            <pc:docMk/>
            <pc:sldMk cId="1283752724" sldId="270"/>
            <ac:spMk id="21" creationId="{99FA3E70-2707-339B-AD45-51AB5D2D2160}"/>
          </ac:spMkLst>
        </pc:spChg>
        <pc:spChg chg="add del mod">
          <ac:chgData name="Jonathan Mah" userId="5261b2f2f3e51194" providerId="LiveId" clId="{DB9BCF8B-E91B-491C-8171-92D39BBC1534}" dt="2025-10-31T17:57:29.440" v="10575" actId="478"/>
          <ac:spMkLst>
            <pc:docMk/>
            <pc:sldMk cId="1283752724" sldId="270"/>
            <ac:spMk id="23" creationId="{09D499BE-12D3-4D54-DA98-9C55CE9F8E25}"/>
          </ac:spMkLst>
        </pc:spChg>
        <pc:spChg chg="add mod">
          <ac:chgData name="Jonathan Mah" userId="5261b2f2f3e51194" providerId="LiveId" clId="{DB9BCF8B-E91B-491C-8171-92D39BBC1534}" dt="2025-10-31T17:57:53.689" v="10615" actId="14100"/>
          <ac:spMkLst>
            <pc:docMk/>
            <pc:sldMk cId="1283752724" sldId="270"/>
            <ac:spMk id="25" creationId="{0D9CD594-2D81-69BB-C8B5-33A4094C8897}"/>
          </ac:spMkLst>
        </pc:spChg>
        <pc:picChg chg="del">
          <ac:chgData name="Jonathan Mah" userId="5261b2f2f3e51194" providerId="LiveId" clId="{DB9BCF8B-E91B-491C-8171-92D39BBC1534}" dt="2025-10-31T17:44:16.115" v="10210" actId="478"/>
          <ac:picMkLst>
            <pc:docMk/>
            <pc:sldMk cId="1283752724" sldId="270"/>
            <ac:picMk id="7" creationId="{51D6DD4D-E2C9-5870-1535-5D337D24CCE5}"/>
          </ac:picMkLst>
        </pc:picChg>
        <pc:picChg chg="add del mod">
          <ac:chgData name="Jonathan Mah" userId="5261b2f2f3e51194" providerId="LiveId" clId="{DB9BCF8B-E91B-491C-8171-92D39BBC1534}" dt="2025-10-31T17:47:16.356" v="10328" actId="478"/>
          <ac:picMkLst>
            <pc:docMk/>
            <pc:sldMk cId="1283752724" sldId="270"/>
            <ac:picMk id="20" creationId="{ED70F6CF-C9CD-60BE-A31A-1E9E988DE2FD}"/>
          </ac:picMkLst>
        </pc:picChg>
        <pc:picChg chg="add del mod">
          <ac:chgData name="Jonathan Mah" userId="5261b2f2f3e51194" providerId="LiveId" clId="{DB9BCF8B-E91B-491C-8171-92D39BBC1534}" dt="2025-10-31T17:57:28.923" v="10574" actId="478"/>
          <ac:picMkLst>
            <pc:docMk/>
            <pc:sldMk cId="1283752724" sldId="270"/>
            <ac:picMk id="22" creationId="{BF9512A9-0720-7587-D6D8-103AB925699A}"/>
          </ac:picMkLst>
        </pc:picChg>
        <pc:picChg chg="add mod">
          <ac:chgData name="Jonathan Mah" userId="5261b2f2f3e51194" providerId="LiveId" clId="{DB9BCF8B-E91B-491C-8171-92D39BBC1534}" dt="2025-10-31T17:57:30.235" v="10576"/>
          <ac:picMkLst>
            <pc:docMk/>
            <pc:sldMk cId="1283752724" sldId="270"/>
            <ac:picMk id="24" creationId="{02666F9B-B588-A6A7-259C-30DE47851B67}"/>
          </ac:picMkLst>
        </pc:picChg>
      </pc:sldChg>
      <pc:sldChg chg="add del">
        <pc:chgData name="Jonathan Mah" userId="5261b2f2f3e51194" providerId="LiveId" clId="{DB9BCF8B-E91B-491C-8171-92D39BBC1534}" dt="2025-10-27T20:12:01.337" v="3720" actId="47"/>
        <pc:sldMkLst>
          <pc:docMk/>
          <pc:sldMk cId="3169097529" sldId="270"/>
        </pc:sldMkLst>
      </pc:sldChg>
      <pc:sldChg chg="addSp delSp modSp add mod modNotesTx">
        <pc:chgData name="Jonathan Mah" userId="5261b2f2f3e51194" providerId="LiveId" clId="{DB9BCF8B-E91B-491C-8171-92D39BBC1534}" dt="2025-10-31T18:11:50.307" v="11616" actId="20577"/>
        <pc:sldMkLst>
          <pc:docMk/>
          <pc:sldMk cId="3505525078" sldId="271"/>
        </pc:sldMkLst>
        <pc:spChg chg="del mod">
          <ac:chgData name="Jonathan Mah" userId="5261b2f2f3e51194" providerId="LiveId" clId="{DB9BCF8B-E91B-491C-8171-92D39BBC1534}" dt="2025-10-31T17:44:20.292" v="10213" actId="478"/>
          <ac:spMkLst>
            <pc:docMk/>
            <pc:sldMk cId="3505525078" sldId="271"/>
            <ac:spMk id="3" creationId="{007CBD3B-EC03-480F-7002-88A5C70E3ED5}"/>
          </ac:spMkLst>
        </pc:spChg>
        <pc:spChg chg="add mod">
          <ac:chgData name="Jonathan Mah" userId="5261b2f2f3e51194" providerId="LiveId" clId="{DB9BCF8B-E91B-491C-8171-92D39BBC1534}" dt="2025-10-27T20:24:49.191" v="5584"/>
          <ac:spMkLst>
            <pc:docMk/>
            <pc:sldMk cId="3505525078" sldId="271"/>
            <ac:spMk id="4" creationId="{8D0A52F3-023E-CA9F-6166-2CC51DC6D2CE}"/>
          </ac:spMkLst>
        </pc:spChg>
        <pc:spChg chg="add mod">
          <ac:chgData name="Jonathan Mah" userId="5261b2f2f3e51194" providerId="LiveId" clId="{DB9BCF8B-E91B-491C-8171-92D39BBC1534}" dt="2025-10-27T20:24:49.191" v="5584"/>
          <ac:spMkLst>
            <pc:docMk/>
            <pc:sldMk cId="3505525078" sldId="271"/>
            <ac:spMk id="5" creationId="{3603E434-A010-A64C-4F96-403169D7CEB5}"/>
          </ac:spMkLst>
        </pc:spChg>
        <pc:spChg chg="add mod">
          <ac:chgData name="Jonathan Mah" userId="5261b2f2f3e51194" providerId="LiveId" clId="{DB9BCF8B-E91B-491C-8171-92D39BBC1534}" dt="2025-10-27T20:24:49.191" v="5584"/>
          <ac:spMkLst>
            <pc:docMk/>
            <pc:sldMk cId="3505525078" sldId="271"/>
            <ac:spMk id="11" creationId="{FD28BC4F-E698-6277-B8D6-C84EE66E8264}"/>
          </ac:spMkLst>
        </pc:spChg>
        <pc:spChg chg="add mod">
          <ac:chgData name="Jonathan Mah" userId="5261b2f2f3e51194" providerId="LiveId" clId="{DB9BCF8B-E91B-491C-8171-92D39BBC1534}" dt="2025-10-27T20:24:49.191" v="5584"/>
          <ac:spMkLst>
            <pc:docMk/>
            <pc:sldMk cId="3505525078" sldId="271"/>
            <ac:spMk id="13" creationId="{C9935C80-5EF0-1387-C97B-6DF1170B3009}"/>
          </ac:spMkLst>
        </pc:spChg>
        <pc:spChg chg="add mod">
          <ac:chgData name="Jonathan Mah" userId="5261b2f2f3e51194" providerId="LiveId" clId="{DB9BCF8B-E91B-491C-8171-92D39BBC1534}" dt="2025-10-27T20:24:49.191" v="5584"/>
          <ac:spMkLst>
            <pc:docMk/>
            <pc:sldMk cId="3505525078" sldId="271"/>
            <ac:spMk id="14" creationId="{57F02A55-09C4-7A4F-2C4C-D7006A6CB260}"/>
          </ac:spMkLst>
        </pc:spChg>
        <pc:spChg chg="add mod">
          <ac:chgData name="Jonathan Mah" userId="5261b2f2f3e51194" providerId="LiveId" clId="{DB9BCF8B-E91B-491C-8171-92D39BBC1534}" dt="2025-10-27T20:24:49.191" v="5584"/>
          <ac:spMkLst>
            <pc:docMk/>
            <pc:sldMk cId="3505525078" sldId="271"/>
            <ac:spMk id="15" creationId="{FCAA7218-3204-0C69-538C-CE9E2F6D9BE3}"/>
          </ac:spMkLst>
        </pc:spChg>
        <pc:spChg chg="add mod">
          <ac:chgData name="Jonathan Mah" userId="5261b2f2f3e51194" providerId="LiveId" clId="{DB9BCF8B-E91B-491C-8171-92D39BBC1534}" dt="2025-10-27T20:24:49.191" v="5584"/>
          <ac:spMkLst>
            <pc:docMk/>
            <pc:sldMk cId="3505525078" sldId="271"/>
            <ac:spMk id="16" creationId="{63BD91A7-DA37-8FBF-ED84-D73F08AE4A01}"/>
          </ac:spMkLst>
        </pc:spChg>
        <pc:spChg chg="add mod">
          <ac:chgData name="Jonathan Mah" userId="5261b2f2f3e51194" providerId="LiveId" clId="{DB9BCF8B-E91B-491C-8171-92D39BBC1534}" dt="2025-10-27T20:24:49.191" v="5584"/>
          <ac:spMkLst>
            <pc:docMk/>
            <pc:sldMk cId="3505525078" sldId="271"/>
            <ac:spMk id="17" creationId="{1E854AED-A3BE-2B47-B22F-68E5CB65AD99}"/>
          </ac:spMkLst>
        </pc:spChg>
        <pc:spChg chg="add mod">
          <ac:chgData name="Jonathan Mah" userId="5261b2f2f3e51194" providerId="LiveId" clId="{DB9BCF8B-E91B-491C-8171-92D39BBC1534}" dt="2025-10-27T20:24:49.191" v="5584"/>
          <ac:spMkLst>
            <pc:docMk/>
            <pc:sldMk cId="3505525078" sldId="271"/>
            <ac:spMk id="18" creationId="{37338D96-8A17-FCF2-0FBD-309D3C329210}"/>
          </ac:spMkLst>
        </pc:spChg>
        <pc:spChg chg="add mod">
          <ac:chgData name="Jonathan Mah" userId="5261b2f2f3e51194" providerId="LiveId" clId="{DB9BCF8B-E91B-491C-8171-92D39BBC1534}" dt="2025-10-27T20:24:49.191" v="5584"/>
          <ac:spMkLst>
            <pc:docMk/>
            <pc:sldMk cId="3505525078" sldId="271"/>
            <ac:spMk id="19" creationId="{E7C51CE0-70E0-FF16-97DC-E75B7D39365E}"/>
          </ac:spMkLst>
        </pc:spChg>
        <pc:spChg chg="add del mod">
          <ac:chgData name="Jonathan Mah" userId="5261b2f2f3e51194" providerId="LiveId" clId="{DB9BCF8B-E91B-491C-8171-92D39BBC1534}" dt="2025-10-31T17:47:41.572" v="10339" actId="478"/>
          <ac:spMkLst>
            <pc:docMk/>
            <pc:sldMk cId="3505525078" sldId="271"/>
            <ac:spMk id="21" creationId="{DE0BBB37-50B5-3C3C-0B4C-9FD812029B0D}"/>
          </ac:spMkLst>
        </pc:spChg>
        <pc:spChg chg="add del mod">
          <ac:chgData name="Jonathan Mah" userId="5261b2f2f3e51194" providerId="LiveId" clId="{DB9BCF8B-E91B-491C-8171-92D39BBC1534}" dt="2025-10-31T17:57:33.237" v="10578" actId="478"/>
          <ac:spMkLst>
            <pc:docMk/>
            <pc:sldMk cId="3505525078" sldId="271"/>
            <ac:spMk id="23" creationId="{FB0EEA57-DCB0-D91D-5AAB-864B6C65EC6F}"/>
          </ac:spMkLst>
        </pc:spChg>
        <pc:spChg chg="add mod">
          <ac:chgData name="Jonathan Mah" userId="5261b2f2f3e51194" providerId="LiveId" clId="{DB9BCF8B-E91B-491C-8171-92D39BBC1534}" dt="2025-10-31T17:58:04.722" v="10650" actId="14100"/>
          <ac:spMkLst>
            <pc:docMk/>
            <pc:sldMk cId="3505525078" sldId="271"/>
            <ac:spMk id="25" creationId="{03DD02E8-C266-059D-E1A5-E1B1FE40B992}"/>
          </ac:spMkLst>
        </pc:spChg>
        <pc:picChg chg="del">
          <ac:chgData name="Jonathan Mah" userId="5261b2f2f3e51194" providerId="LiveId" clId="{DB9BCF8B-E91B-491C-8171-92D39BBC1534}" dt="2025-10-31T17:44:19.524" v="10212" actId="478"/>
          <ac:picMkLst>
            <pc:docMk/>
            <pc:sldMk cId="3505525078" sldId="271"/>
            <ac:picMk id="7" creationId="{A0297EB6-6B75-AF30-6666-8F3C4A1014E8}"/>
          </ac:picMkLst>
        </pc:picChg>
        <pc:picChg chg="add del mod">
          <ac:chgData name="Jonathan Mah" userId="5261b2f2f3e51194" providerId="LiveId" clId="{DB9BCF8B-E91B-491C-8171-92D39BBC1534}" dt="2025-10-31T17:47:19.204" v="10330" actId="478"/>
          <ac:picMkLst>
            <pc:docMk/>
            <pc:sldMk cId="3505525078" sldId="271"/>
            <ac:picMk id="20" creationId="{D437F602-4742-AD32-993F-1C6A96BC2FFE}"/>
          </ac:picMkLst>
        </pc:picChg>
        <pc:picChg chg="add del mod">
          <ac:chgData name="Jonathan Mah" userId="5261b2f2f3e51194" providerId="LiveId" clId="{DB9BCF8B-E91B-491C-8171-92D39BBC1534}" dt="2025-10-31T17:57:32.018" v="10577" actId="478"/>
          <ac:picMkLst>
            <pc:docMk/>
            <pc:sldMk cId="3505525078" sldId="271"/>
            <ac:picMk id="22" creationId="{EF60C276-8B91-0BD2-2C73-9E7E2AC7022F}"/>
          </ac:picMkLst>
        </pc:picChg>
        <pc:picChg chg="add mod">
          <ac:chgData name="Jonathan Mah" userId="5261b2f2f3e51194" providerId="LiveId" clId="{DB9BCF8B-E91B-491C-8171-92D39BBC1534}" dt="2025-10-31T17:57:34.038" v="10579"/>
          <ac:picMkLst>
            <pc:docMk/>
            <pc:sldMk cId="3505525078" sldId="271"/>
            <ac:picMk id="24" creationId="{FEAAACEB-F48A-609A-C1E7-A7835776D0B8}"/>
          </ac:picMkLst>
        </pc:picChg>
      </pc:sldChg>
      <pc:sldChg chg="addSp delSp modSp add mod modNotesTx">
        <pc:chgData name="Jonathan Mah" userId="5261b2f2f3e51194" providerId="LiveId" clId="{DB9BCF8B-E91B-491C-8171-92D39BBC1534}" dt="2025-10-31T18:12:26.260" v="11642" actId="20577"/>
        <pc:sldMkLst>
          <pc:docMk/>
          <pc:sldMk cId="388751355" sldId="272"/>
        </pc:sldMkLst>
        <pc:spChg chg="del mod">
          <ac:chgData name="Jonathan Mah" userId="5261b2f2f3e51194" providerId="LiveId" clId="{DB9BCF8B-E91B-491C-8171-92D39BBC1534}" dt="2025-10-31T17:44:21.944" v="10214" actId="478"/>
          <ac:spMkLst>
            <pc:docMk/>
            <pc:sldMk cId="388751355" sldId="272"/>
            <ac:spMk id="3" creationId="{175D5F19-0054-1E06-5F4C-AEEA617911F3}"/>
          </ac:spMkLst>
        </pc:spChg>
        <pc:spChg chg="add mod">
          <ac:chgData name="Jonathan Mah" userId="5261b2f2f3e51194" providerId="LiveId" clId="{DB9BCF8B-E91B-491C-8171-92D39BBC1534}" dt="2025-10-27T20:24:50.763" v="5585"/>
          <ac:spMkLst>
            <pc:docMk/>
            <pc:sldMk cId="388751355" sldId="272"/>
            <ac:spMk id="4" creationId="{64EA74EC-297A-2448-D3A0-2CDF6F55F087}"/>
          </ac:spMkLst>
        </pc:spChg>
        <pc:spChg chg="add mod">
          <ac:chgData name="Jonathan Mah" userId="5261b2f2f3e51194" providerId="LiveId" clId="{DB9BCF8B-E91B-491C-8171-92D39BBC1534}" dt="2025-10-27T20:24:50.763" v="5585"/>
          <ac:spMkLst>
            <pc:docMk/>
            <pc:sldMk cId="388751355" sldId="272"/>
            <ac:spMk id="5" creationId="{B4B09915-9B5D-43C0-E9BA-D0463E39C49D}"/>
          </ac:spMkLst>
        </pc:spChg>
        <pc:spChg chg="add mod">
          <ac:chgData name="Jonathan Mah" userId="5261b2f2f3e51194" providerId="LiveId" clId="{DB9BCF8B-E91B-491C-8171-92D39BBC1534}" dt="2025-10-27T20:24:50.763" v="5585"/>
          <ac:spMkLst>
            <pc:docMk/>
            <pc:sldMk cId="388751355" sldId="272"/>
            <ac:spMk id="6" creationId="{F7F2E53C-1185-1DEE-E29B-370C59344CDF}"/>
          </ac:spMkLst>
        </pc:spChg>
        <pc:spChg chg="add mod">
          <ac:chgData name="Jonathan Mah" userId="5261b2f2f3e51194" providerId="LiveId" clId="{DB9BCF8B-E91B-491C-8171-92D39BBC1534}" dt="2025-10-27T20:24:50.763" v="5585"/>
          <ac:spMkLst>
            <pc:docMk/>
            <pc:sldMk cId="388751355" sldId="272"/>
            <ac:spMk id="8" creationId="{DE962C81-24D6-D8A6-E1A5-D878EC2BCCEC}"/>
          </ac:spMkLst>
        </pc:spChg>
        <pc:spChg chg="add mod">
          <ac:chgData name="Jonathan Mah" userId="5261b2f2f3e51194" providerId="LiveId" clId="{DB9BCF8B-E91B-491C-8171-92D39BBC1534}" dt="2025-10-27T20:24:50.763" v="5585"/>
          <ac:spMkLst>
            <pc:docMk/>
            <pc:sldMk cId="388751355" sldId="272"/>
            <ac:spMk id="13" creationId="{BFE26096-B314-6895-6164-C02AF2B19BB7}"/>
          </ac:spMkLst>
        </pc:spChg>
        <pc:spChg chg="add mod">
          <ac:chgData name="Jonathan Mah" userId="5261b2f2f3e51194" providerId="LiveId" clId="{DB9BCF8B-E91B-491C-8171-92D39BBC1534}" dt="2025-10-27T20:24:50.763" v="5585"/>
          <ac:spMkLst>
            <pc:docMk/>
            <pc:sldMk cId="388751355" sldId="272"/>
            <ac:spMk id="14" creationId="{F77CD5CE-40BC-9E98-D4E9-885DB2DAFA79}"/>
          </ac:spMkLst>
        </pc:spChg>
        <pc:spChg chg="add mod">
          <ac:chgData name="Jonathan Mah" userId="5261b2f2f3e51194" providerId="LiveId" clId="{DB9BCF8B-E91B-491C-8171-92D39BBC1534}" dt="2025-10-27T20:24:50.763" v="5585"/>
          <ac:spMkLst>
            <pc:docMk/>
            <pc:sldMk cId="388751355" sldId="272"/>
            <ac:spMk id="15" creationId="{82FDDD02-2C1D-1039-4A01-EDFBA85DA709}"/>
          </ac:spMkLst>
        </pc:spChg>
        <pc:spChg chg="add mod">
          <ac:chgData name="Jonathan Mah" userId="5261b2f2f3e51194" providerId="LiveId" clId="{DB9BCF8B-E91B-491C-8171-92D39BBC1534}" dt="2025-10-27T20:24:50.763" v="5585"/>
          <ac:spMkLst>
            <pc:docMk/>
            <pc:sldMk cId="388751355" sldId="272"/>
            <ac:spMk id="16" creationId="{29A5829B-32F1-1404-A248-DF7295DA03EB}"/>
          </ac:spMkLst>
        </pc:spChg>
        <pc:spChg chg="add mod">
          <ac:chgData name="Jonathan Mah" userId="5261b2f2f3e51194" providerId="LiveId" clId="{DB9BCF8B-E91B-491C-8171-92D39BBC1534}" dt="2025-10-27T20:24:50.763" v="5585"/>
          <ac:spMkLst>
            <pc:docMk/>
            <pc:sldMk cId="388751355" sldId="272"/>
            <ac:spMk id="18" creationId="{512B9368-C3DF-D96A-631D-6B92366FB135}"/>
          </ac:spMkLst>
        </pc:spChg>
        <pc:spChg chg="add mod">
          <ac:chgData name="Jonathan Mah" userId="5261b2f2f3e51194" providerId="LiveId" clId="{DB9BCF8B-E91B-491C-8171-92D39BBC1534}" dt="2025-10-27T20:24:50.763" v="5585"/>
          <ac:spMkLst>
            <pc:docMk/>
            <pc:sldMk cId="388751355" sldId="272"/>
            <ac:spMk id="19" creationId="{E10E3D10-4759-0D45-823C-5BA302A79891}"/>
          </ac:spMkLst>
        </pc:spChg>
        <pc:spChg chg="add del mod">
          <ac:chgData name="Jonathan Mah" userId="5261b2f2f3e51194" providerId="LiveId" clId="{DB9BCF8B-E91B-491C-8171-92D39BBC1534}" dt="2025-10-31T17:47:43.639" v="10340" actId="478"/>
          <ac:spMkLst>
            <pc:docMk/>
            <pc:sldMk cId="388751355" sldId="272"/>
            <ac:spMk id="21" creationId="{1F89DAE0-9BFF-4346-9D53-8FF4E6B0C8C2}"/>
          </ac:spMkLst>
        </pc:spChg>
        <pc:spChg chg="add del mod">
          <ac:chgData name="Jonathan Mah" userId="5261b2f2f3e51194" providerId="LiveId" clId="{DB9BCF8B-E91B-491C-8171-92D39BBC1534}" dt="2025-10-31T17:57:36.452" v="10581" actId="478"/>
          <ac:spMkLst>
            <pc:docMk/>
            <pc:sldMk cId="388751355" sldId="272"/>
            <ac:spMk id="23" creationId="{6D4E68F3-C554-EE40-5B94-686B32ACF7FC}"/>
          </ac:spMkLst>
        </pc:spChg>
        <pc:spChg chg="add mod">
          <ac:chgData name="Jonathan Mah" userId="5261b2f2f3e51194" providerId="LiveId" clId="{DB9BCF8B-E91B-491C-8171-92D39BBC1534}" dt="2025-10-31T17:58:14.059" v="10653" actId="14100"/>
          <ac:spMkLst>
            <pc:docMk/>
            <pc:sldMk cId="388751355" sldId="272"/>
            <ac:spMk id="25" creationId="{F32BA21D-6620-5935-AC6A-9A8A6F541DB9}"/>
          </ac:spMkLst>
        </pc:spChg>
        <pc:picChg chg="del">
          <ac:chgData name="Jonathan Mah" userId="5261b2f2f3e51194" providerId="LiveId" clId="{DB9BCF8B-E91B-491C-8171-92D39BBC1534}" dt="2025-10-31T17:44:22.358" v="10215" actId="478"/>
          <ac:picMkLst>
            <pc:docMk/>
            <pc:sldMk cId="388751355" sldId="272"/>
            <ac:picMk id="7" creationId="{46A40BB2-7200-F153-19C0-EBFC09BBF57C}"/>
          </ac:picMkLst>
        </pc:picChg>
        <pc:picChg chg="add del mod">
          <ac:chgData name="Jonathan Mah" userId="5261b2f2f3e51194" providerId="LiveId" clId="{DB9BCF8B-E91B-491C-8171-92D39BBC1534}" dt="2025-10-31T17:47:21.876" v="10332" actId="478"/>
          <ac:picMkLst>
            <pc:docMk/>
            <pc:sldMk cId="388751355" sldId="272"/>
            <ac:picMk id="20" creationId="{85A02A72-D184-EB64-410D-A79E3D115C9E}"/>
          </ac:picMkLst>
        </pc:picChg>
        <pc:picChg chg="add del mod">
          <ac:chgData name="Jonathan Mah" userId="5261b2f2f3e51194" providerId="LiveId" clId="{DB9BCF8B-E91B-491C-8171-92D39BBC1534}" dt="2025-10-31T17:57:35.905" v="10580" actId="478"/>
          <ac:picMkLst>
            <pc:docMk/>
            <pc:sldMk cId="388751355" sldId="272"/>
            <ac:picMk id="22" creationId="{0F0CD92A-EEF2-2A50-6503-231CC7871CCE}"/>
          </ac:picMkLst>
        </pc:picChg>
        <pc:picChg chg="add mod">
          <ac:chgData name="Jonathan Mah" userId="5261b2f2f3e51194" providerId="LiveId" clId="{DB9BCF8B-E91B-491C-8171-92D39BBC1534}" dt="2025-10-31T17:57:37.282" v="10582"/>
          <ac:picMkLst>
            <pc:docMk/>
            <pc:sldMk cId="388751355" sldId="272"/>
            <ac:picMk id="24" creationId="{931E3665-B02B-AA97-2D03-FFFF7DE68F23}"/>
          </ac:picMkLst>
        </pc:picChg>
      </pc:sldChg>
      <pc:sldChg chg="addSp delSp modSp add mod modNotesTx">
        <pc:chgData name="Jonathan Mah" userId="5261b2f2f3e51194" providerId="LiveId" clId="{DB9BCF8B-E91B-491C-8171-92D39BBC1534}" dt="2025-10-31T18:10:06.719" v="11356" actId="20577"/>
        <pc:sldMkLst>
          <pc:docMk/>
          <pc:sldMk cId="452727529" sldId="273"/>
        </pc:sldMkLst>
        <pc:spChg chg="add del mod">
          <ac:chgData name="Jonathan Mah" userId="5261b2f2f3e51194" providerId="LiveId" clId="{DB9BCF8B-E91B-491C-8171-92D39BBC1534}" dt="2025-10-31T17:45:09.809" v="10316" actId="478"/>
          <ac:spMkLst>
            <pc:docMk/>
            <pc:sldMk cId="452727529" sldId="273"/>
            <ac:spMk id="20" creationId="{8F3D7E1E-B5A5-5499-B4B5-1F7E4A4BA97B}"/>
          </ac:spMkLst>
        </pc:spChg>
        <pc:picChg chg="del">
          <ac:chgData name="Jonathan Mah" userId="5261b2f2f3e51194" providerId="LiveId" clId="{DB9BCF8B-E91B-491C-8171-92D39BBC1534}" dt="2025-10-31T17:45:06.802" v="10314" actId="478"/>
          <ac:picMkLst>
            <pc:docMk/>
            <pc:sldMk cId="452727529" sldId="273"/>
            <ac:picMk id="7" creationId="{2D104A9D-E9FD-F94E-B6F8-CC9E1ABC7088}"/>
          </ac:picMkLst>
        </pc:picChg>
        <pc:picChg chg="add del mod">
          <ac:chgData name="Jonathan Mah" userId="5261b2f2f3e51194" providerId="LiveId" clId="{DB9BCF8B-E91B-491C-8171-92D39BBC1534}" dt="2025-10-31T17:46:53.475" v="10317" actId="478"/>
          <ac:picMkLst>
            <pc:docMk/>
            <pc:sldMk cId="452727529" sldId="273"/>
            <ac:picMk id="19" creationId="{A2858428-3F03-9BB9-BEF4-AD221B9D0DBE}"/>
          </ac:picMkLst>
        </pc:picChg>
        <pc:picChg chg="add del mod">
          <ac:chgData name="Jonathan Mah" userId="5261b2f2f3e51194" providerId="LiveId" clId="{DB9BCF8B-E91B-491C-8171-92D39BBC1534}" dt="2025-10-31T17:57:05.851" v="10564" actId="478"/>
          <ac:picMkLst>
            <pc:docMk/>
            <pc:sldMk cId="452727529" sldId="273"/>
            <ac:picMk id="22" creationId="{17D16C62-EE90-EFC6-44F0-1AB5DAD08EEA}"/>
          </ac:picMkLst>
        </pc:picChg>
        <pc:picChg chg="add mod">
          <ac:chgData name="Jonathan Mah" userId="5261b2f2f3e51194" providerId="LiveId" clId="{DB9BCF8B-E91B-491C-8171-92D39BBC1534}" dt="2025-10-31T17:57:16.523" v="10570" actId="1076"/>
          <ac:picMkLst>
            <pc:docMk/>
            <pc:sldMk cId="452727529" sldId="273"/>
            <ac:picMk id="24" creationId="{839355AE-AC49-382A-8C09-A209B89690D0}"/>
          </ac:picMkLst>
        </pc:picChg>
      </pc:sldChg>
      <pc:sldChg chg="addSp delSp modSp add mod modNotesTx">
        <pc:chgData name="Jonathan Mah" userId="5261b2f2f3e51194" providerId="LiveId" clId="{DB9BCF8B-E91B-491C-8171-92D39BBC1534}" dt="2025-10-31T18:33:59.555" v="11984" actId="167"/>
        <pc:sldMkLst>
          <pc:docMk/>
          <pc:sldMk cId="2013949097" sldId="274"/>
        </pc:sldMkLst>
        <pc:spChg chg="add">
          <ac:chgData name="Jonathan Mah" userId="5261b2f2f3e51194" providerId="LiveId" clId="{DB9BCF8B-E91B-491C-8171-92D39BBC1534}" dt="2025-10-31T18:22:09.493" v="11652"/>
          <ac:spMkLst>
            <pc:docMk/>
            <pc:sldMk cId="2013949097" sldId="274"/>
            <ac:spMk id="6" creationId="{968C4CED-37DC-5C72-5CDF-FE3E1104352C}"/>
          </ac:spMkLst>
        </pc:spChg>
        <pc:spChg chg="add mod">
          <ac:chgData name="Jonathan Mah" userId="5261b2f2f3e51194" providerId="LiveId" clId="{DB9BCF8B-E91B-491C-8171-92D39BBC1534}" dt="2025-10-31T18:26:54.248" v="11759" actId="1076"/>
          <ac:spMkLst>
            <pc:docMk/>
            <pc:sldMk cId="2013949097" sldId="274"/>
            <ac:spMk id="8" creationId="{088684A2-3A76-BC2A-7CF5-49143AC9DDAA}"/>
          </ac:spMkLst>
        </pc:spChg>
        <pc:spChg chg="add mod">
          <ac:chgData name="Jonathan Mah" userId="5261b2f2f3e51194" providerId="LiveId" clId="{DB9BCF8B-E91B-491C-8171-92D39BBC1534}" dt="2025-10-31T18:33:57.056" v="11983" actId="1076"/>
          <ac:spMkLst>
            <pc:docMk/>
            <pc:sldMk cId="2013949097" sldId="274"/>
            <ac:spMk id="9" creationId="{0BDF4481-EA7C-B668-DB14-A5E05EE08744}"/>
          </ac:spMkLst>
        </pc:spChg>
        <pc:spChg chg="add mod">
          <ac:chgData name="Jonathan Mah" userId="5261b2f2f3e51194" providerId="LiveId" clId="{DB9BCF8B-E91B-491C-8171-92D39BBC1534}" dt="2025-10-31T18:26:54.248" v="11759" actId="1076"/>
          <ac:spMkLst>
            <pc:docMk/>
            <pc:sldMk cId="2013949097" sldId="274"/>
            <ac:spMk id="10" creationId="{2FC0001A-C08B-8E4C-0689-AF18228140FC}"/>
          </ac:spMkLst>
        </pc:spChg>
        <pc:spChg chg="add mod">
          <ac:chgData name="Jonathan Mah" userId="5261b2f2f3e51194" providerId="LiveId" clId="{DB9BCF8B-E91B-491C-8171-92D39BBC1534}" dt="2025-10-31T18:26:31.035" v="11747" actId="1076"/>
          <ac:spMkLst>
            <pc:docMk/>
            <pc:sldMk cId="2013949097" sldId="274"/>
            <ac:spMk id="11" creationId="{438C4190-D4D4-85EF-478E-EF255727E0C7}"/>
          </ac:spMkLst>
        </pc:spChg>
        <pc:spChg chg="add mod">
          <ac:chgData name="Jonathan Mah" userId="5261b2f2f3e51194" providerId="LiveId" clId="{DB9BCF8B-E91B-491C-8171-92D39BBC1534}" dt="2025-10-31T18:26:40.731" v="11756" actId="20577"/>
          <ac:spMkLst>
            <pc:docMk/>
            <pc:sldMk cId="2013949097" sldId="274"/>
            <ac:spMk id="12" creationId="{3281DE32-05B3-1E49-40B7-AB4442E592FF}"/>
          </ac:spMkLst>
        </pc:spChg>
        <pc:spChg chg="add mod">
          <ac:chgData name="Jonathan Mah" userId="5261b2f2f3e51194" providerId="LiveId" clId="{DB9BCF8B-E91B-491C-8171-92D39BBC1534}" dt="2025-10-31T18:26:59.091" v="11766" actId="20577"/>
          <ac:spMkLst>
            <pc:docMk/>
            <pc:sldMk cId="2013949097" sldId="274"/>
            <ac:spMk id="13" creationId="{3BD41D0E-C5F6-AFD5-E824-84FCCDB77FF9}"/>
          </ac:spMkLst>
        </pc:spChg>
        <pc:spChg chg="add">
          <ac:chgData name="Jonathan Mah" userId="5261b2f2f3e51194" providerId="LiveId" clId="{DB9BCF8B-E91B-491C-8171-92D39BBC1534}" dt="2025-10-31T18:31:56.586" v="11771"/>
          <ac:spMkLst>
            <pc:docMk/>
            <pc:sldMk cId="2013949097" sldId="274"/>
            <ac:spMk id="14" creationId="{C5C3BDCA-2E04-DE80-9886-CD2CE5A6A91D}"/>
          </ac:spMkLst>
        </pc:spChg>
        <pc:picChg chg="add del mod">
          <ac:chgData name="Jonathan Mah" userId="5261b2f2f3e51194" providerId="LiveId" clId="{DB9BCF8B-E91B-491C-8171-92D39BBC1534}" dt="2025-10-31T18:19:58.273" v="11643" actId="478"/>
          <ac:picMkLst>
            <pc:docMk/>
            <pc:sldMk cId="2013949097" sldId="274"/>
            <ac:picMk id="4" creationId="{6E476A8D-53EC-21E5-240C-3CCE90682885}"/>
          </ac:picMkLst>
        </pc:picChg>
        <pc:picChg chg="add del mod">
          <ac:chgData name="Jonathan Mah" userId="5261b2f2f3e51194" providerId="LiveId" clId="{DB9BCF8B-E91B-491C-8171-92D39BBC1534}" dt="2025-10-31T18:22:08.235" v="11651" actId="478"/>
          <ac:picMkLst>
            <pc:docMk/>
            <pc:sldMk cId="2013949097" sldId="274"/>
            <ac:picMk id="5" creationId="{83DE24C1-083D-A68A-1855-62C698CCA252}"/>
          </ac:picMkLst>
        </pc:picChg>
        <pc:picChg chg="add del mod">
          <ac:chgData name="Jonathan Mah" userId="5261b2f2f3e51194" providerId="LiveId" clId="{DB9BCF8B-E91B-491C-8171-92D39BBC1534}" dt="2025-10-31T18:31:55.557" v="11770" actId="478"/>
          <ac:picMkLst>
            <pc:docMk/>
            <pc:sldMk cId="2013949097" sldId="274"/>
            <ac:picMk id="7" creationId="{99660728-DCF1-7382-303E-41EC74A6BCAE}"/>
          </ac:picMkLst>
        </pc:picChg>
        <pc:picChg chg="add mod ord">
          <ac:chgData name="Jonathan Mah" userId="5261b2f2f3e51194" providerId="LiveId" clId="{DB9BCF8B-E91B-491C-8171-92D39BBC1534}" dt="2025-10-31T18:33:59.555" v="11984" actId="167"/>
          <ac:picMkLst>
            <pc:docMk/>
            <pc:sldMk cId="2013949097" sldId="274"/>
            <ac:picMk id="15" creationId="{13CB5B3F-CCC1-E60A-67D6-830BE6976506}"/>
          </ac:picMkLst>
        </pc:picChg>
      </pc:sldChg>
      <pc:sldChg chg="addSp delSp modSp add mod modNotesTx">
        <pc:chgData name="Jonathan Mah" userId="5261b2f2f3e51194" providerId="LiveId" clId="{DB9BCF8B-E91B-491C-8171-92D39BBC1534}" dt="2025-10-31T18:34:41.714" v="11990" actId="14100"/>
        <pc:sldMkLst>
          <pc:docMk/>
          <pc:sldMk cId="3143581182" sldId="275"/>
        </pc:sldMkLst>
        <pc:spChg chg="add del mod">
          <ac:chgData name="Jonathan Mah" userId="5261b2f2f3e51194" providerId="LiveId" clId="{DB9BCF8B-E91B-491C-8171-92D39BBC1534}" dt="2025-10-31T18:22:24.792" v="11657" actId="478"/>
          <ac:spMkLst>
            <pc:docMk/>
            <pc:sldMk cId="3143581182" sldId="275"/>
            <ac:spMk id="3" creationId="{328DE4CF-6E03-4583-0166-A0DFA18C7691}"/>
          </ac:spMkLst>
        </pc:spChg>
        <pc:spChg chg="add mod">
          <ac:chgData name="Jonathan Mah" userId="5261b2f2f3e51194" providerId="LiveId" clId="{DB9BCF8B-E91B-491C-8171-92D39BBC1534}" dt="2025-10-31T18:27:07.239" v="11767"/>
          <ac:spMkLst>
            <pc:docMk/>
            <pc:sldMk cId="3143581182" sldId="275"/>
            <ac:spMk id="7" creationId="{60F1E1D8-3096-6234-C065-5B7876D4AD52}"/>
          </ac:spMkLst>
        </pc:spChg>
        <pc:spChg chg="add mod">
          <ac:chgData name="Jonathan Mah" userId="5261b2f2f3e51194" providerId="LiveId" clId="{DB9BCF8B-E91B-491C-8171-92D39BBC1534}" dt="2025-10-31T18:27:07.239" v="11767"/>
          <ac:spMkLst>
            <pc:docMk/>
            <pc:sldMk cId="3143581182" sldId="275"/>
            <ac:spMk id="8" creationId="{08225B8A-2BB5-5DB2-E497-E890A241A610}"/>
          </ac:spMkLst>
        </pc:spChg>
        <pc:spChg chg="add mod">
          <ac:chgData name="Jonathan Mah" userId="5261b2f2f3e51194" providerId="LiveId" clId="{DB9BCF8B-E91B-491C-8171-92D39BBC1534}" dt="2025-10-31T18:27:07.239" v="11767"/>
          <ac:spMkLst>
            <pc:docMk/>
            <pc:sldMk cId="3143581182" sldId="275"/>
            <ac:spMk id="9" creationId="{F7FD2496-C5F8-0EBC-2842-D42B8B0B0BF6}"/>
          </ac:spMkLst>
        </pc:spChg>
        <pc:spChg chg="add mod">
          <ac:chgData name="Jonathan Mah" userId="5261b2f2f3e51194" providerId="LiveId" clId="{DB9BCF8B-E91B-491C-8171-92D39BBC1534}" dt="2025-10-31T18:27:07.239" v="11767"/>
          <ac:spMkLst>
            <pc:docMk/>
            <pc:sldMk cId="3143581182" sldId="275"/>
            <ac:spMk id="10" creationId="{161A4616-85CF-A2AB-1299-BDC5303E8700}"/>
          </ac:spMkLst>
        </pc:spChg>
        <pc:spChg chg="add mod">
          <ac:chgData name="Jonathan Mah" userId="5261b2f2f3e51194" providerId="LiveId" clId="{DB9BCF8B-E91B-491C-8171-92D39BBC1534}" dt="2025-10-31T18:27:07.239" v="11767"/>
          <ac:spMkLst>
            <pc:docMk/>
            <pc:sldMk cId="3143581182" sldId="275"/>
            <ac:spMk id="11" creationId="{AC701D8D-4943-3B6D-7114-F4C3E44EB5DD}"/>
          </ac:spMkLst>
        </pc:spChg>
        <pc:spChg chg="add mod">
          <ac:chgData name="Jonathan Mah" userId="5261b2f2f3e51194" providerId="LiveId" clId="{DB9BCF8B-E91B-491C-8171-92D39BBC1534}" dt="2025-10-31T18:27:07.239" v="11767"/>
          <ac:spMkLst>
            <pc:docMk/>
            <pc:sldMk cId="3143581182" sldId="275"/>
            <ac:spMk id="12" creationId="{1F82A94E-A265-07CB-CEA8-E66717DFA2A4}"/>
          </ac:spMkLst>
        </pc:spChg>
        <pc:spChg chg="add mod">
          <ac:chgData name="Jonathan Mah" userId="5261b2f2f3e51194" providerId="LiveId" clId="{DB9BCF8B-E91B-491C-8171-92D39BBC1534}" dt="2025-10-31T18:34:41.714" v="11990" actId="14100"/>
          <ac:spMkLst>
            <pc:docMk/>
            <pc:sldMk cId="3143581182" sldId="275"/>
            <ac:spMk id="14" creationId="{252FE87C-DA2B-A89E-E6CE-3E5DE01239DD}"/>
          </ac:spMkLst>
        </pc:spChg>
        <pc:picChg chg="del">
          <ac:chgData name="Jonathan Mah" userId="5261b2f2f3e51194" providerId="LiveId" clId="{DB9BCF8B-E91B-491C-8171-92D39BBC1534}" dt="2025-10-31T18:22:23.308" v="11656" actId="478"/>
          <ac:picMkLst>
            <pc:docMk/>
            <pc:sldMk cId="3143581182" sldId="275"/>
            <ac:picMk id="4" creationId="{F79005E7-CE5D-3672-8D61-5F403D7162B1}"/>
          </ac:picMkLst>
        </pc:picChg>
        <pc:picChg chg="add del mod">
          <ac:chgData name="Jonathan Mah" userId="5261b2f2f3e51194" providerId="LiveId" clId="{DB9BCF8B-E91B-491C-8171-92D39BBC1534}" dt="2025-10-31T18:23:45.491" v="11683" actId="478"/>
          <ac:picMkLst>
            <pc:docMk/>
            <pc:sldMk cId="3143581182" sldId="275"/>
            <ac:picMk id="5" creationId="{4C821A88-A6AA-0259-DF89-29422AB7AABD}"/>
          </ac:picMkLst>
        </pc:picChg>
        <pc:picChg chg="add del mod">
          <ac:chgData name="Jonathan Mah" userId="5261b2f2f3e51194" providerId="LiveId" clId="{DB9BCF8B-E91B-491C-8171-92D39BBC1534}" dt="2025-10-31T18:32:08.235" v="11774" actId="478"/>
          <ac:picMkLst>
            <pc:docMk/>
            <pc:sldMk cId="3143581182" sldId="275"/>
            <ac:picMk id="6" creationId="{563F71FD-CE60-A364-A943-1C6A8D8F4203}"/>
          </ac:picMkLst>
        </pc:picChg>
        <pc:picChg chg="add mod ord">
          <ac:chgData name="Jonathan Mah" userId="5261b2f2f3e51194" providerId="LiveId" clId="{DB9BCF8B-E91B-491C-8171-92D39BBC1534}" dt="2025-10-31T18:34:02.280" v="11985" actId="167"/>
          <ac:picMkLst>
            <pc:docMk/>
            <pc:sldMk cId="3143581182" sldId="275"/>
            <ac:picMk id="13" creationId="{ECB30942-27F5-6965-D695-0D90D5DEF15B}"/>
          </ac:picMkLst>
        </pc:picChg>
      </pc:sldChg>
      <pc:sldChg chg="addSp delSp modSp add mod modNotesTx">
        <pc:chgData name="Jonathan Mah" userId="5261b2f2f3e51194" providerId="LiveId" clId="{DB9BCF8B-E91B-491C-8171-92D39BBC1534}" dt="2025-10-31T18:35:29.722" v="12001" actId="6549"/>
        <pc:sldMkLst>
          <pc:docMk/>
          <pc:sldMk cId="827994631" sldId="276"/>
        </pc:sldMkLst>
        <pc:spChg chg="del mod">
          <ac:chgData name="Jonathan Mah" userId="5261b2f2f3e51194" providerId="LiveId" clId="{DB9BCF8B-E91B-491C-8171-92D39BBC1534}" dt="2025-10-31T18:22:29.349" v="11660" actId="478"/>
          <ac:spMkLst>
            <pc:docMk/>
            <pc:sldMk cId="827994631" sldId="276"/>
            <ac:spMk id="3" creationId="{64B49562-DF46-5FCF-9124-6EF64D2064AA}"/>
          </ac:spMkLst>
        </pc:spChg>
        <pc:spChg chg="add mod">
          <ac:chgData name="Jonathan Mah" userId="5261b2f2f3e51194" providerId="LiveId" clId="{DB9BCF8B-E91B-491C-8171-92D39BBC1534}" dt="2025-10-31T18:27:08.536" v="11768"/>
          <ac:spMkLst>
            <pc:docMk/>
            <pc:sldMk cId="827994631" sldId="276"/>
            <ac:spMk id="7" creationId="{BB51FDFB-755F-C24D-921C-6F535B8FB66C}"/>
          </ac:spMkLst>
        </pc:spChg>
        <pc:spChg chg="add mod">
          <ac:chgData name="Jonathan Mah" userId="5261b2f2f3e51194" providerId="LiveId" clId="{DB9BCF8B-E91B-491C-8171-92D39BBC1534}" dt="2025-10-31T18:27:08.536" v="11768"/>
          <ac:spMkLst>
            <pc:docMk/>
            <pc:sldMk cId="827994631" sldId="276"/>
            <ac:spMk id="8" creationId="{4834A376-D87E-12B3-0F0C-8553E9427E05}"/>
          </ac:spMkLst>
        </pc:spChg>
        <pc:spChg chg="add mod">
          <ac:chgData name="Jonathan Mah" userId="5261b2f2f3e51194" providerId="LiveId" clId="{DB9BCF8B-E91B-491C-8171-92D39BBC1534}" dt="2025-10-31T18:27:08.536" v="11768"/>
          <ac:spMkLst>
            <pc:docMk/>
            <pc:sldMk cId="827994631" sldId="276"/>
            <ac:spMk id="9" creationId="{3ADC4C22-EDB9-C5F6-799D-D3E7B3630589}"/>
          </ac:spMkLst>
        </pc:spChg>
        <pc:spChg chg="add mod">
          <ac:chgData name="Jonathan Mah" userId="5261b2f2f3e51194" providerId="LiveId" clId="{DB9BCF8B-E91B-491C-8171-92D39BBC1534}" dt="2025-10-31T18:27:08.536" v="11768"/>
          <ac:spMkLst>
            <pc:docMk/>
            <pc:sldMk cId="827994631" sldId="276"/>
            <ac:spMk id="10" creationId="{CFC8CAE9-C6D0-69E3-973B-AA220895D9C1}"/>
          </ac:spMkLst>
        </pc:spChg>
        <pc:spChg chg="add mod">
          <ac:chgData name="Jonathan Mah" userId="5261b2f2f3e51194" providerId="LiveId" clId="{DB9BCF8B-E91B-491C-8171-92D39BBC1534}" dt="2025-10-31T18:27:08.536" v="11768"/>
          <ac:spMkLst>
            <pc:docMk/>
            <pc:sldMk cId="827994631" sldId="276"/>
            <ac:spMk id="11" creationId="{A4B4C5F8-3203-166C-9E7C-26E9469C1B22}"/>
          </ac:spMkLst>
        </pc:spChg>
        <pc:spChg chg="add mod">
          <ac:chgData name="Jonathan Mah" userId="5261b2f2f3e51194" providerId="LiveId" clId="{DB9BCF8B-E91B-491C-8171-92D39BBC1534}" dt="2025-10-31T18:27:08.536" v="11768"/>
          <ac:spMkLst>
            <pc:docMk/>
            <pc:sldMk cId="827994631" sldId="276"/>
            <ac:spMk id="12" creationId="{062E8146-7C10-6681-5A36-D71C666B4E56}"/>
          </ac:spMkLst>
        </pc:spChg>
        <pc:spChg chg="add mod">
          <ac:chgData name="Jonathan Mah" userId="5261b2f2f3e51194" providerId="LiveId" clId="{DB9BCF8B-E91B-491C-8171-92D39BBC1534}" dt="2025-10-31T18:35:01.313" v="11994" actId="1076"/>
          <ac:spMkLst>
            <pc:docMk/>
            <pc:sldMk cId="827994631" sldId="276"/>
            <ac:spMk id="14" creationId="{12A808E6-B05C-8895-95BD-6580B0F8789D}"/>
          </ac:spMkLst>
        </pc:spChg>
        <pc:picChg chg="del">
          <ac:chgData name="Jonathan Mah" userId="5261b2f2f3e51194" providerId="LiveId" clId="{DB9BCF8B-E91B-491C-8171-92D39BBC1534}" dt="2025-10-31T18:22:28.925" v="11659" actId="478"/>
          <ac:picMkLst>
            <pc:docMk/>
            <pc:sldMk cId="827994631" sldId="276"/>
            <ac:picMk id="4" creationId="{44168862-F858-23EB-64E9-818EE22B79FF}"/>
          </ac:picMkLst>
        </pc:picChg>
        <pc:picChg chg="add del mod">
          <ac:chgData name="Jonathan Mah" userId="5261b2f2f3e51194" providerId="LiveId" clId="{DB9BCF8B-E91B-491C-8171-92D39BBC1534}" dt="2025-10-31T18:23:46.832" v="11684" actId="478"/>
          <ac:picMkLst>
            <pc:docMk/>
            <pc:sldMk cId="827994631" sldId="276"/>
            <ac:picMk id="5" creationId="{E9D0196F-BBD3-5CDF-5EB9-F0224134EDB8}"/>
          </ac:picMkLst>
        </pc:picChg>
        <pc:picChg chg="add del mod">
          <ac:chgData name="Jonathan Mah" userId="5261b2f2f3e51194" providerId="LiveId" clId="{DB9BCF8B-E91B-491C-8171-92D39BBC1534}" dt="2025-10-31T18:32:25.032" v="11779" actId="478"/>
          <ac:picMkLst>
            <pc:docMk/>
            <pc:sldMk cId="827994631" sldId="276"/>
            <ac:picMk id="6" creationId="{D7DA845D-4460-08B5-8007-A505D0FDC1DE}"/>
          </ac:picMkLst>
        </pc:picChg>
        <pc:picChg chg="add mod ord">
          <ac:chgData name="Jonathan Mah" userId="5261b2f2f3e51194" providerId="LiveId" clId="{DB9BCF8B-E91B-491C-8171-92D39BBC1534}" dt="2025-10-31T18:34:04.279" v="11986" actId="167"/>
          <ac:picMkLst>
            <pc:docMk/>
            <pc:sldMk cId="827994631" sldId="276"/>
            <ac:picMk id="13" creationId="{75EF4915-6351-8858-7065-6B2CAC9EB813}"/>
          </ac:picMkLst>
        </pc:picChg>
      </pc:sldChg>
      <pc:sldChg chg="addSp delSp modSp add mod modNotesTx">
        <pc:chgData name="Jonathan Mah" userId="5261b2f2f3e51194" providerId="LiveId" clId="{DB9BCF8B-E91B-491C-8171-92D39BBC1534}" dt="2025-10-31T18:36:54.004" v="12037" actId="14100"/>
        <pc:sldMkLst>
          <pc:docMk/>
          <pc:sldMk cId="3060462361" sldId="277"/>
        </pc:sldMkLst>
        <pc:spChg chg="del mod">
          <ac:chgData name="Jonathan Mah" userId="5261b2f2f3e51194" providerId="LiveId" clId="{DB9BCF8B-E91B-491C-8171-92D39BBC1534}" dt="2025-10-31T18:22:33.598" v="11663" actId="478"/>
          <ac:spMkLst>
            <pc:docMk/>
            <pc:sldMk cId="3060462361" sldId="277"/>
            <ac:spMk id="3" creationId="{31B02DD6-5C9E-9C82-B4F6-1B92FB59BE9C}"/>
          </ac:spMkLst>
        </pc:spChg>
        <pc:spChg chg="add mod">
          <ac:chgData name="Jonathan Mah" userId="5261b2f2f3e51194" providerId="LiveId" clId="{DB9BCF8B-E91B-491C-8171-92D39BBC1534}" dt="2025-10-31T18:27:10.961" v="11769"/>
          <ac:spMkLst>
            <pc:docMk/>
            <pc:sldMk cId="3060462361" sldId="277"/>
            <ac:spMk id="7" creationId="{3C798A7E-862C-6CF0-AD65-1535BA56A59B}"/>
          </ac:spMkLst>
        </pc:spChg>
        <pc:spChg chg="add mod">
          <ac:chgData name="Jonathan Mah" userId="5261b2f2f3e51194" providerId="LiveId" clId="{DB9BCF8B-E91B-491C-8171-92D39BBC1534}" dt="2025-10-31T18:27:10.961" v="11769"/>
          <ac:spMkLst>
            <pc:docMk/>
            <pc:sldMk cId="3060462361" sldId="277"/>
            <ac:spMk id="8" creationId="{3153A8D8-90BC-FF7A-E2B8-D4DEB6975F88}"/>
          </ac:spMkLst>
        </pc:spChg>
        <pc:spChg chg="add mod">
          <ac:chgData name="Jonathan Mah" userId="5261b2f2f3e51194" providerId="LiveId" clId="{DB9BCF8B-E91B-491C-8171-92D39BBC1534}" dt="2025-10-31T18:27:10.961" v="11769"/>
          <ac:spMkLst>
            <pc:docMk/>
            <pc:sldMk cId="3060462361" sldId="277"/>
            <ac:spMk id="9" creationId="{E941B5A6-508F-D78F-F773-2E398A2FD734}"/>
          </ac:spMkLst>
        </pc:spChg>
        <pc:spChg chg="add mod">
          <ac:chgData name="Jonathan Mah" userId="5261b2f2f3e51194" providerId="LiveId" clId="{DB9BCF8B-E91B-491C-8171-92D39BBC1534}" dt="2025-10-31T18:27:10.961" v="11769"/>
          <ac:spMkLst>
            <pc:docMk/>
            <pc:sldMk cId="3060462361" sldId="277"/>
            <ac:spMk id="10" creationId="{FECD99AA-492C-B378-7F4E-479B3CE57FC9}"/>
          </ac:spMkLst>
        </pc:spChg>
        <pc:spChg chg="add mod">
          <ac:chgData name="Jonathan Mah" userId="5261b2f2f3e51194" providerId="LiveId" clId="{DB9BCF8B-E91B-491C-8171-92D39BBC1534}" dt="2025-10-31T18:27:10.961" v="11769"/>
          <ac:spMkLst>
            <pc:docMk/>
            <pc:sldMk cId="3060462361" sldId="277"/>
            <ac:spMk id="11" creationId="{ECAF11FC-EAE5-8643-C1D3-3574C18699EE}"/>
          </ac:spMkLst>
        </pc:spChg>
        <pc:spChg chg="add mod">
          <ac:chgData name="Jonathan Mah" userId="5261b2f2f3e51194" providerId="LiveId" clId="{DB9BCF8B-E91B-491C-8171-92D39BBC1534}" dt="2025-10-31T18:27:10.961" v="11769"/>
          <ac:spMkLst>
            <pc:docMk/>
            <pc:sldMk cId="3060462361" sldId="277"/>
            <ac:spMk id="12" creationId="{A57A5040-F570-FDC2-8A88-9905F9FCD429}"/>
          </ac:spMkLst>
        </pc:spChg>
        <pc:spChg chg="add mod">
          <ac:chgData name="Jonathan Mah" userId="5261b2f2f3e51194" providerId="LiveId" clId="{DB9BCF8B-E91B-491C-8171-92D39BBC1534}" dt="2025-10-31T18:35:56.557" v="12008" actId="14100"/>
          <ac:spMkLst>
            <pc:docMk/>
            <pc:sldMk cId="3060462361" sldId="277"/>
            <ac:spMk id="14" creationId="{5ED55A9F-0648-D163-874C-F7223FAB5107}"/>
          </ac:spMkLst>
        </pc:spChg>
        <pc:spChg chg="add mod">
          <ac:chgData name="Jonathan Mah" userId="5261b2f2f3e51194" providerId="LiveId" clId="{DB9BCF8B-E91B-491C-8171-92D39BBC1534}" dt="2025-10-31T18:36:54.004" v="12037" actId="14100"/>
          <ac:spMkLst>
            <pc:docMk/>
            <pc:sldMk cId="3060462361" sldId="277"/>
            <ac:spMk id="15" creationId="{B9CD2233-92F6-8D7D-BBAB-CCF2DB0DFCC2}"/>
          </ac:spMkLst>
        </pc:spChg>
        <pc:picChg chg="del">
          <ac:chgData name="Jonathan Mah" userId="5261b2f2f3e51194" providerId="LiveId" clId="{DB9BCF8B-E91B-491C-8171-92D39BBC1534}" dt="2025-10-31T18:22:33.105" v="11662" actId="478"/>
          <ac:picMkLst>
            <pc:docMk/>
            <pc:sldMk cId="3060462361" sldId="277"/>
            <ac:picMk id="4" creationId="{6DB1941D-4699-BA9D-B14E-9F999B622417}"/>
          </ac:picMkLst>
        </pc:picChg>
        <pc:picChg chg="add del mod">
          <ac:chgData name="Jonathan Mah" userId="5261b2f2f3e51194" providerId="LiveId" clId="{DB9BCF8B-E91B-491C-8171-92D39BBC1534}" dt="2025-10-31T18:23:49.253" v="11685" actId="478"/>
          <ac:picMkLst>
            <pc:docMk/>
            <pc:sldMk cId="3060462361" sldId="277"/>
            <ac:picMk id="5" creationId="{8802DECA-D39E-45BC-1BB1-BAE7609296A0}"/>
          </ac:picMkLst>
        </pc:picChg>
        <pc:picChg chg="add del mod">
          <ac:chgData name="Jonathan Mah" userId="5261b2f2f3e51194" providerId="LiveId" clId="{DB9BCF8B-E91B-491C-8171-92D39BBC1534}" dt="2025-10-31T18:32:27.469" v="11781" actId="478"/>
          <ac:picMkLst>
            <pc:docMk/>
            <pc:sldMk cId="3060462361" sldId="277"/>
            <ac:picMk id="6" creationId="{49FBCECB-DA9C-6996-FE37-2A464746BD60}"/>
          </ac:picMkLst>
        </pc:picChg>
        <pc:picChg chg="add mod ord">
          <ac:chgData name="Jonathan Mah" userId="5261b2f2f3e51194" providerId="LiveId" clId="{DB9BCF8B-E91B-491C-8171-92D39BBC1534}" dt="2025-10-31T18:34:06.754" v="11987" actId="167"/>
          <ac:picMkLst>
            <pc:docMk/>
            <pc:sldMk cId="3060462361" sldId="277"/>
            <ac:picMk id="13" creationId="{CC553765-8654-8882-AC50-C1B0D127ADDE}"/>
          </ac:picMkLst>
        </pc:picChg>
      </pc:sldChg>
      <pc:sldChg chg="del">
        <pc:chgData name="Jonathan Mah" userId="5261b2f2f3e51194" providerId="LiveId" clId="{DB9BCF8B-E91B-491C-8171-92D39BBC1534}" dt="2025-10-27T17:20:07.214" v="69" actId="47"/>
        <pc:sldMkLst>
          <pc:docMk/>
          <pc:sldMk cId="1960365805" sldId="292"/>
        </pc:sldMkLst>
      </pc:sldChg>
      <pc:sldChg chg="del">
        <pc:chgData name="Jonathan Mah" userId="5261b2f2f3e51194" providerId="LiveId" clId="{DB9BCF8B-E91B-491C-8171-92D39BBC1534}" dt="2025-10-27T17:20:05.348" v="67" actId="47"/>
        <pc:sldMkLst>
          <pc:docMk/>
          <pc:sldMk cId="1292070307" sldId="516"/>
        </pc:sldMkLst>
      </pc:sldChg>
      <pc:sldChg chg="del">
        <pc:chgData name="Jonathan Mah" userId="5261b2f2f3e51194" providerId="LiveId" clId="{DB9BCF8B-E91B-491C-8171-92D39BBC1534}" dt="2025-10-27T17:19:57.872" v="0" actId="47"/>
        <pc:sldMkLst>
          <pc:docMk/>
          <pc:sldMk cId="2995806428" sldId="517"/>
        </pc:sldMkLst>
      </pc:sldChg>
      <pc:sldChg chg="del">
        <pc:chgData name="Jonathan Mah" userId="5261b2f2f3e51194" providerId="LiveId" clId="{DB9BCF8B-E91B-491C-8171-92D39BBC1534}" dt="2025-10-27T17:19:58.381" v="1" actId="47"/>
        <pc:sldMkLst>
          <pc:docMk/>
          <pc:sldMk cId="3466152420" sldId="519"/>
        </pc:sldMkLst>
      </pc:sldChg>
      <pc:sldChg chg="del">
        <pc:chgData name="Jonathan Mah" userId="5261b2f2f3e51194" providerId="LiveId" clId="{DB9BCF8B-E91B-491C-8171-92D39BBC1534}" dt="2025-10-27T17:19:58.422" v="2" actId="47"/>
        <pc:sldMkLst>
          <pc:docMk/>
          <pc:sldMk cId="1869852538" sldId="520"/>
        </pc:sldMkLst>
      </pc:sldChg>
      <pc:sldChg chg="del">
        <pc:chgData name="Jonathan Mah" userId="5261b2f2f3e51194" providerId="LiveId" clId="{DB9BCF8B-E91B-491C-8171-92D39BBC1534}" dt="2025-10-27T17:19:59.381" v="31" actId="47"/>
        <pc:sldMkLst>
          <pc:docMk/>
          <pc:sldMk cId="970056104" sldId="524"/>
        </pc:sldMkLst>
      </pc:sldChg>
      <pc:sldChg chg="del">
        <pc:chgData name="Jonathan Mah" userId="5261b2f2f3e51194" providerId="LiveId" clId="{DB9BCF8B-E91B-491C-8171-92D39BBC1534}" dt="2025-10-27T17:19:58.450" v="3" actId="47"/>
        <pc:sldMkLst>
          <pc:docMk/>
          <pc:sldMk cId="2518200031" sldId="527"/>
        </pc:sldMkLst>
      </pc:sldChg>
      <pc:sldChg chg="del">
        <pc:chgData name="Jonathan Mah" userId="5261b2f2f3e51194" providerId="LiveId" clId="{DB9BCF8B-E91B-491C-8171-92D39BBC1534}" dt="2025-10-27T17:19:58.585" v="7" actId="47"/>
        <pc:sldMkLst>
          <pc:docMk/>
          <pc:sldMk cId="813224769" sldId="528"/>
        </pc:sldMkLst>
      </pc:sldChg>
      <pc:sldChg chg="del">
        <pc:chgData name="Jonathan Mah" userId="5261b2f2f3e51194" providerId="LiveId" clId="{DB9BCF8B-E91B-491C-8171-92D39BBC1534}" dt="2025-10-27T17:19:58.537" v="6" actId="47"/>
        <pc:sldMkLst>
          <pc:docMk/>
          <pc:sldMk cId="3918794096" sldId="529"/>
        </pc:sldMkLst>
      </pc:sldChg>
      <pc:sldChg chg="del">
        <pc:chgData name="Jonathan Mah" userId="5261b2f2f3e51194" providerId="LiveId" clId="{DB9BCF8B-E91B-491C-8171-92D39BBC1534}" dt="2025-10-27T17:19:58.469" v="4" actId="47"/>
        <pc:sldMkLst>
          <pc:docMk/>
          <pc:sldMk cId="1068097762" sldId="530"/>
        </pc:sldMkLst>
      </pc:sldChg>
      <pc:sldChg chg="del">
        <pc:chgData name="Jonathan Mah" userId="5261b2f2f3e51194" providerId="LiveId" clId="{DB9BCF8B-E91B-491C-8171-92D39BBC1534}" dt="2025-10-27T17:19:58.647" v="9" actId="47"/>
        <pc:sldMkLst>
          <pc:docMk/>
          <pc:sldMk cId="3132501547" sldId="531"/>
        </pc:sldMkLst>
      </pc:sldChg>
      <pc:sldChg chg="del">
        <pc:chgData name="Jonathan Mah" userId="5261b2f2f3e51194" providerId="LiveId" clId="{DB9BCF8B-E91B-491C-8171-92D39BBC1534}" dt="2025-10-27T17:19:58.669" v="10" actId="47"/>
        <pc:sldMkLst>
          <pc:docMk/>
          <pc:sldMk cId="1549501019" sldId="533"/>
        </pc:sldMkLst>
      </pc:sldChg>
      <pc:sldChg chg="del">
        <pc:chgData name="Jonathan Mah" userId="5261b2f2f3e51194" providerId="LiveId" clId="{DB9BCF8B-E91B-491C-8171-92D39BBC1534}" dt="2025-10-27T17:19:58.738" v="11" actId="47"/>
        <pc:sldMkLst>
          <pc:docMk/>
          <pc:sldMk cId="532303984" sldId="534"/>
        </pc:sldMkLst>
      </pc:sldChg>
      <pc:sldChg chg="del">
        <pc:chgData name="Jonathan Mah" userId="5261b2f2f3e51194" providerId="LiveId" clId="{DB9BCF8B-E91B-491C-8171-92D39BBC1534}" dt="2025-10-27T17:20:00.181" v="44" actId="47"/>
        <pc:sldMkLst>
          <pc:docMk/>
          <pc:sldMk cId="853249279" sldId="536"/>
        </pc:sldMkLst>
      </pc:sldChg>
      <pc:sldChg chg="del">
        <pc:chgData name="Jonathan Mah" userId="5261b2f2f3e51194" providerId="LiveId" clId="{DB9BCF8B-E91B-491C-8171-92D39BBC1534}" dt="2025-10-27T17:19:59.761" v="40" actId="47"/>
        <pc:sldMkLst>
          <pc:docMk/>
          <pc:sldMk cId="761308672" sldId="537"/>
        </pc:sldMkLst>
      </pc:sldChg>
      <pc:sldChg chg="del">
        <pc:chgData name="Jonathan Mah" userId="5261b2f2f3e51194" providerId="LiveId" clId="{DB9BCF8B-E91B-491C-8171-92D39BBC1534}" dt="2025-10-27T17:19:59.307" v="29" actId="47"/>
        <pc:sldMkLst>
          <pc:docMk/>
          <pc:sldMk cId="239850734" sldId="547"/>
        </pc:sldMkLst>
      </pc:sldChg>
      <pc:sldChg chg="del">
        <pc:chgData name="Jonathan Mah" userId="5261b2f2f3e51194" providerId="LiveId" clId="{DB9BCF8B-E91B-491C-8171-92D39BBC1534}" dt="2025-10-27T17:20:00.672" v="45" actId="47"/>
        <pc:sldMkLst>
          <pc:docMk/>
          <pc:sldMk cId="113477310" sldId="548"/>
        </pc:sldMkLst>
      </pc:sldChg>
      <pc:sldChg chg="del">
        <pc:chgData name="Jonathan Mah" userId="5261b2f2f3e51194" providerId="LiveId" clId="{DB9BCF8B-E91B-491C-8171-92D39BBC1534}" dt="2025-10-27T17:20:00.744" v="47" actId="47"/>
        <pc:sldMkLst>
          <pc:docMk/>
          <pc:sldMk cId="386015157" sldId="551"/>
        </pc:sldMkLst>
      </pc:sldChg>
      <pc:sldChg chg="del">
        <pc:chgData name="Jonathan Mah" userId="5261b2f2f3e51194" providerId="LiveId" clId="{DB9BCF8B-E91B-491C-8171-92D39BBC1534}" dt="2025-10-27T17:20:10.825" v="70" actId="47"/>
        <pc:sldMkLst>
          <pc:docMk/>
          <pc:sldMk cId="2450721177" sldId="555"/>
        </pc:sldMkLst>
      </pc:sldChg>
      <pc:sldChg chg="del">
        <pc:chgData name="Jonathan Mah" userId="5261b2f2f3e51194" providerId="LiveId" clId="{DB9BCF8B-E91B-491C-8171-92D39BBC1534}" dt="2025-10-27T17:20:11.400" v="71" actId="47"/>
        <pc:sldMkLst>
          <pc:docMk/>
          <pc:sldMk cId="1626829861" sldId="556"/>
        </pc:sldMkLst>
      </pc:sldChg>
      <pc:sldChg chg="del">
        <pc:chgData name="Jonathan Mah" userId="5261b2f2f3e51194" providerId="LiveId" clId="{DB9BCF8B-E91B-491C-8171-92D39BBC1534}" dt="2025-10-27T17:20:11.564" v="72" actId="47"/>
        <pc:sldMkLst>
          <pc:docMk/>
          <pc:sldMk cId="2340335815" sldId="557"/>
        </pc:sldMkLst>
      </pc:sldChg>
      <pc:sldChg chg="del">
        <pc:chgData name="Jonathan Mah" userId="5261b2f2f3e51194" providerId="LiveId" clId="{DB9BCF8B-E91B-491C-8171-92D39BBC1534}" dt="2025-10-27T17:20:11.747" v="73" actId="47"/>
        <pc:sldMkLst>
          <pc:docMk/>
          <pc:sldMk cId="769558157" sldId="558"/>
        </pc:sldMkLst>
      </pc:sldChg>
      <pc:sldChg chg="del">
        <pc:chgData name="Jonathan Mah" userId="5261b2f2f3e51194" providerId="LiveId" clId="{DB9BCF8B-E91B-491C-8171-92D39BBC1534}" dt="2025-10-27T17:19:59.397" v="32" actId="47"/>
        <pc:sldMkLst>
          <pc:docMk/>
          <pc:sldMk cId="3596914298" sldId="562"/>
        </pc:sldMkLst>
      </pc:sldChg>
      <pc:sldChg chg="del">
        <pc:chgData name="Jonathan Mah" userId="5261b2f2f3e51194" providerId="LiveId" clId="{DB9BCF8B-E91B-491C-8171-92D39BBC1534}" dt="2025-10-27T17:19:59.687" v="38" actId="47"/>
        <pc:sldMkLst>
          <pc:docMk/>
          <pc:sldMk cId="2041411954" sldId="565"/>
        </pc:sldMkLst>
      </pc:sldChg>
      <pc:sldChg chg="del">
        <pc:chgData name="Jonathan Mah" userId="5261b2f2f3e51194" providerId="LiveId" clId="{DB9BCF8B-E91B-491C-8171-92D39BBC1534}" dt="2025-10-27T17:19:59.602" v="35" actId="47"/>
        <pc:sldMkLst>
          <pc:docMk/>
          <pc:sldMk cId="2098669356" sldId="566"/>
        </pc:sldMkLst>
      </pc:sldChg>
      <pc:sldChg chg="del">
        <pc:chgData name="Jonathan Mah" userId="5261b2f2f3e51194" providerId="LiveId" clId="{DB9BCF8B-E91B-491C-8171-92D39BBC1534}" dt="2025-10-27T17:19:59.539" v="33" actId="47"/>
        <pc:sldMkLst>
          <pc:docMk/>
          <pc:sldMk cId="386665610" sldId="567"/>
        </pc:sldMkLst>
      </pc:sldChg>
      <pc:sldChg chg="del">
        <pc:chgData name="Jonathan Mah" userId="5261b2f2f3e51194" providerId="LiveId" clId="{DB9BCF8B-E91B-491C-8171-92D39BBC1534}" dt="2025-10-27T17:19:58.507" v="5" actId="47"/>
        <pc:sldMkLst>
          <pc:docMk/>
          <pc:sldMk cId="2963571641" sldId="568"/>
        </pc:sldMkLst>
      </pc:sldChg>
      <pc:sldChg chg="del">
        <pc:chgData name="Jonathan Mah" userId="5261b2f2f3e51194" providerId="LiveId" clId="{DB9BCF8B-E91B-491C-8171-92D39BBC1534}" dt="2025-10-27T17:19:58.609" v="8" actId="47"/>
        <pc:sldMkLst>
          <pc:docMk/>
          <pc:sldMk cId="2021033194" sldId="569"/>
        </pc:sldMkLst>
      </pc:sldChg>
      <pc:sldChg chg="del">
        <pc:chgData name="Jonathan Mah" userId="5261b2f2f3e51194" providerId="LiveId" clId="{DB9BCF8B-E91B-491C-8171-92D39BBC1534}" dt="2025-10-27T17:19:58.866" v="16" actId="47"/>
        <pc:sldMkLst>
          <pc:docMk/>
          <pc:sldMk cId="4085642230" sldId="571"/>
        </pc:sldMkLst>
      </pc:sldChg>
      <pc:sldChg chg="del">
        <pc:chgData name="Jonathan Mah" userId="5261b2f2f3e51194" providerId="LiveId" clId="{DB9BCF8B-E91B-491C-8171-92D39BBC1534}" dt="2025-10-27T17:19:59.003" v="20" actId="47"/>
        <pc:sldMkLst>
          <pc:docMk/>
          <pc:sldMk cId="2132978026" sldId="575"/>
        </pc:sldMkLst>
      </pc:sldChg>
      <pc:sldChg chg="del">
        <pc:chgData name="Jonathan Mah" userId="5261b2f2f3e51194" providerId="LiveId" clId="{DB9BCF8B-E91B-491C-8171-92D39BBC1534}" dt="2025-10-27T17:19:58.899" v="17" actId="47"/>
        <pc:sldMkLst>
          <pc:docMk/>
          <pc:sldMk cId="2087813606" sldId="576"/>
        </pc:sldMkLst>
      </pc:sldChg>
      <pc:sldChg chg="del">
        <pc:chgData name="Jonathan Mah" userId="5261b2f2f3e51194" providerId="LiveId" clId="{DB9BCF8B-E91B-491C-8171-92D39BBC1534}" dt="2025-10-27T17:19:59.232" v="27" actId="47"/>
        <pc:sldMkLst>
          <pc:docMk/>
          <pc:sldMk cId="1270795942" sldId="578"/>
        </pc:sldMkLst>
      </pc:sldChg>
      <pc:sldChg chg="del">
        <pc:chgData name="Jonathan Mah" userId="5261b2f2f3e51194" providerId="LiveId" clId="{DB9BCF8B-E91B-491C-8171-92D39BBC1534}" dt="2025-10-27T17:19:59.626" v="36" actId="47"/>
        <pc:sldMkLst>
          <pc:docMk/>
          <pc:sldMk cId="3408939014" sldId="579"/>
        </pc:sldMkLst>
      </pc:sldChg>
      <pc:sldChg chg="del">
        <pc:chgData name="Jonathan Mah" userId="5261b2f2f3e51194" providerId="LiveId" clId="{DB9BCF8B-E91B-491C-8171-92D39BBC1534}" dt="2025-10-27T17:19:59.664" v="37" actId="47"/>
        <pc:sldMkLst>
          <pc:docMk/>
          <pc:sldMk cId="673468237" sldId="580"/>
        </pc:sldMkLst>
      </pc:sldChg>
      <pc:sldChg chg="del">
        <pc:chgData name="Jonathan Mah" userId="5261b2f2f3e51194" providerId="LiveId" clId="{DB9BCF8B-E91B-491C-8171-92D39BBC1534}" dt="2025-10-27T17:20:00.959" v="54" actId="47"/>
        <pc:sldMkLst>
          <pc:docMk/>
          <pc:sldMk cId="2983282572" sldId="583"/>
        </pc:sldMkLst>
      </pc:sldChg>
      <pc:sldChg chg="del">
        <pc:chgData name="Jonathan Mah" userId="5261b2f2f3e51194" providerId="LiveId" clId="{DB9BCF8B-E91B-491C-8171-92D39BBC1534}" dt="2025-10-27T17:19:59.146" v="24" actId="47"/>
        <pc:sldMkLst>
          <pc:docMk/>
          <pc:sldMk cId="325492947" sldId="591"/>
        </pc:sldMkLst>
      </pc:sldChg>
      <pc:sldChg chg="del">
        <pc:chgData name="Jonathan Mah" userId="5261b2f2f3e51194" providerId="LiveId" clId="{DB9BCF8B-E91B-491C-8171-92D39BBC1534}" dt="2025-10-27T17:19:59.795" v="41" actId="47"/>
        <pc:sldMkLst>
          <pc:docMk/>
          <pc:sldMk cId="3040917848" sldId="592"/>
        </pc:sldMkLst>
      </pc:sldChg>
      <pc:sldChg chg="del">
        <pc:chgData name="Jonathan Mah" userId="5261b2f2f3e51194" providerId="LiveId" clId="{DB9BCF8B-E91B-491C-8171-92D39BBC1534}" dt="2025-10-27T17:19:59.068" v="22" actId="47"/>
        <pc:sldMkLst>
          <pc:docMk/>
          <pc:sldMk cId="2529688760" sldId="593"/>
        </pc:sldMkLst>
      </pc:sldChg>
      <pc:sldChg chg="del">
        <pc:chgData name="Jonathan Mah" userId="5261b2f2f3e51194" providerId="LiveId" clId="{DB9BCF8B-E91B-491C-8171-92D39BBC1534}" dt="2025-10-27T17:20:00.880" v="51" actId="47"/>
        <pc:sldMkLst>
          <pc:docMk/>
          <pc:sldMk cId="167959670" sldId="594"/>
        </pc:sldMkLst>
      </pc:sldChg>
      <pc:sldChg chg="del">
        <pc:chgData name="Jonathan Mah" userId="5261b2f2f3e51194" providerId="LiveId" clId="{DB9BCF8B-E91B-491C-8171-92D39BBC1534}" dt="2025-10-27T17:20:00.836" v="50" actId="47"/>
        <pc:sldMkLst>
          <pc:docMk/>
          <pc:sldMk cId="4173100324" sldId="595"/>
        </pc:sldMkLst>
      </pc:sldChg>
      <pc:sldChg chg="del">
        <pc:chgData name="Jonathan Mah" userId="5261b2f2f3e51194" providerId="LiveId" clId="{DB9BCF8B-E91B-491C-8171-92D39BBC1534}" dt="2025-10-27T17:20:00.904" v="52" actId="47"/>
        <pc:sldMkLst>
          <pc:docMk/>
          <pc:sldMk cId="1595483381" sldId="597"/>
        </pc:sldMkLst>
      </pc:sldChg>
      <pc:sldChg chg="del">
        <pc:chgData name="Jonathan Mah" userId="5261b2f2f3e51194" providerId="LiveId" clId="{DB9BCF8B-E91B-491C-8171-92D39BBC1534}" dt="2025-10-27T17:20:01.124" v="59" actId="47"/>
        <pc:sldMkLst>
          <pc:docMk/>
          <pc:sldMk cId="2993243703" sldId="598"/>
        </pc:sldMkLst>
      </pc:sldChg>
      <pc:sldChg chg="del">
        <pc:chgData name="Jonathan Mah" userId="5261b2f2f3e51194" providerId="LiveId" clId="{DB9BCF8B-E91B-491C-8171-92D39BBC1534}" dt="2025-10-27T17:20:01.196" v="61" actId="47"/>
        <pc:sldMkLst>
          <pc:docMk/>
          <pc:sldMk cId="4113232288" sldId="599"/>
        </pc:sldMkLst>
      </pc:sldChg>
      <pc:sldChg chg="del">
        <pc:chgData name="Jonathan Mah" userId="5261b2f2f3e51194" providerId="LiveId" clId="{DB9BCF8B-E91B-491C-8171-92D39BBC1534}" dt="2025-10-27T17:20:01.161" v="60" actId="47"/>
        <pc:sldMkLst>
          <pc:docMk/>
          <pc:sldMk cId="2570572663" sldId="600"/>
        </pc:sldMkLst>
      </pc:sldChg>
      <pc:sldChg chg="del">
        <pc:chgData name="Jonathan Mah" userId="5261b2f2f3e51194" providerId="LiveId" clId="{DB9BCF8B-E91B-491C-8171-92D39BBC1534}" dt="2025-10-27T17:20:07.191" v="68" actId="47"/>
        <pc:sldMkLst>
          <pc:docMk/>
          <pc:sldMk cId="1175672353" sldId="601"/>
        </pc:sldMkLst>
      </pc:sldChg>
      <pc:sldChg chg="del">
        <pc:chgData name="Jonathan Mah" userId="5261b2f2f3e51194" providerId="LiveId" clId="{DB9BCF8B-E91B-491C-8171-92D39BBC1534}" dt="2025-10-27T17:19:59.864" v="43" actId="47"/>
        <pc:sldMkLst>
          <pc:docMk/>
          <pc:sldMk cId="3093744519" sldId="602"/>
        </pc:sldMkLst>
      </pc:sldChg>
      <pc:sldChg chg="del">
        <pc:chgData name="Jonathan Mah" userId="5261b2f2f3e51194" providerId="LiveId" clId="{DB9BCF8B-E91B-491C-8171-92D39BBC1534}" dt="2025-10-27T17:19:59.831" v="42" actId="47"/>
        <pc:sldMkLst>
          <pc:docMk/>
          <pc:sldMk cId="2687151764" sldId="603"/>
        </pc:sldMkLst>
      </pc:sldChg>
      <pc:sldChg chg="del">
        <pc:chgData name="Jonathan Mah" userId="5261b2f2f3e51194" providerId="LiveId" clId="{DB9BCF8B-E91B-491C-8171-92D39BBC1534}" dt="2025-10-27T17:19:58.758" v="12" actId="47"/>
        <pc:sldMkLst>
          <pc:docMk/>
          <pc:sldMk cId="1873038633" sldId="605"/>
        </pc:sldMkLst>
      </pc:sldChg>
      <pc:sldChg chg="del">
        <pc:chgData name="Jonathan Mah" userId="5261b2f2f3e51194" providerId="LiveId" clId="{DB9BCF8B-E91B-491C-8171-92D39BBC1534}" dt="2025-10-27T17:19:58.778" v="13" actId="47"/>
        <pc:sldMkLst>
          <pc:docMk/>
          <pc:sldMk cId="1061854565" sldId="606"/>
        </pc:sldMkLst>
      </pc:sldChg>
      <pc:sldChg chg="del">
        <pc:chgData name="Jonathan Mah" userId="5261b2f2f3e51194" providerId="LiveId" clId="{DB9BCF8B-E91B-491C-8171-92D39BBC1534}" dt="2025-10-27T17:20:00.997" v="55" actId="47"/>
        <pc:sldMkLst>
          <pc:docMk/>
          <pc:sldMk cId="3572324186" sldId="608"/>
        </pc:sldMkLst>
      </pc:sldChg>
      <pc:sldChg chg="del">
        <pc:chgData name="Jonathan Mah" userId="5261b2f2f3e51194" providerId="LiveId" clId="{DB9BCF8B-E91B-491C-8171-92D39BBC1534}" dt="2025-10-27T17:19:58.938" v="18" actId="47"/>
        <pc:sldMkLst>
          <pc:docMk/>
          <pc:sldMk cId="1034175417" sldId="609"/>
        </pc:sldMkLst>
      </pc:sldChg>
      <pc:sldChg chg="del">
        <pc:chgData name="Jonathan Mah" userId="5261b2f2f3e51194" providerId="LiveId" clId="{DB9BCF8B-E91B-491C-8171-92D39BBC1534}" dt="2025-10-27T17:20:01.064" v="57" actId="47"/>
        <pc:sldMkLst>
          <pc:docMk/>
          <pc:sldMk cId="2666890120" sldId="610"/>
        </pc:sldMkLst>
      </pc:sldChg>
      <pc:sldChg chg="del">
        <pc:chgData name="Jonathan Mah" userId="5261b2f2f3e51194" providerId="LiveId" clId="{DB9BCF8B-E91B-491C-8171-92D39BBC1534}" dt="2025-10-27T17:20:01.031" v="56" actId="47"/>
        <pc:sldMkLst>
          <pc:docMk/>
          <pc:sldMk cId="3457833117" sldId="611"/>
        </pc:sldMkLst>
      </pc:sldChg>
      <pc:sldChg chg="del">
        <pc:chgData name="Jonathan Mah" userId="5261b2f2f3e51194" providerId="LiveId" clId="{DB9BCF8B-E91B-491C-8171-92D39BBC1534}" dt="2025-10-27T17:20:01.264" v="63" actId="47"/>
        <pc:sldMkLst>
          <pc:docMk/>
          <pc:sldMk cId="3855263042" sldId="613"/>
        </pc:sldMkLst>
      </pc:sldChg>
      <pc:sldChg chg="del">
        <pc:chgData name="Jonathan Mah" userId="5261b2f2f3e51194" providerId="LiveId" clId="{DB9BCF8B-E91B-491C-8171-92D39BBC1534}" dt="2025-10-27T17:20:01.305" v="64" actId="47"/>
        <pc:sldMkLst>
          <pc:docMk/>
          <pc:sldMk cId="680392050" sldId="614"/>
        </pc:sldMkLst>
      </pc:sldChg>
      <pc:sldChg chg="del">
        <pc:chgData name="Jonathan Mah" userId="5261b2f2f3e51194" providerId="LiveId" clId="{DB9BCF8B-E91B-491C-8171-92D39BBC1534}" dt="2025-10-27T17:20:01.346" v="65" actId="47"/>
        <pc:sldMkLst>
          <pc:docMk/>
          <pc:sldMk cId="1489221687" sldId="618"/>
        </pc:sldMkLst>
      </pc:sldChg>
      <pc:sldChg chg="del">
        <pc:chgData name="Jonathan Mah" userId="5261b2f2f3e51194" providerId="LiveId" clId="{DB9BCF8B-E91B-491C-8171-92D39BBC1534}" dt="2025-10-27T17:19:59.730" v="39" actId="47"/>
        <pc:sldMkLst>
          <pc:docMk/>
          <pc:sldMk cId="941394303" sldId="619"/>
        </pc:sldMkLst>
      </pc:sldChg>
      <pc:sldChg chg="del">
        <pc:chgData name="Jonathan Mah" userId="5261b2f2f3e51194" providerId="LiveId" clId="{DB9BCF8B-E91B-491C-8171-92D39BBC1534}" dt="2025-10-27T17:19:59.167" v="25" actId="47"/>
        <pc:sldMkLst>
          <pc:docMk/>
          <pc:sldMk cId="226007885" sldId="620"/>
        </pc:sldMkLst>
      </pc:sldChg>
      <pc:sldChg chg="del">
        <pc:chgData name="Jonathan Mah" userId="5261b2f2f3e51194" providerId="LiveId" clId="{DB9BCF8B-E91B-491C-8171-92D39BBC1534}" dt="2025-10-27T17:19:59.197" v="26" actId="47"/>
        <pc:sldMkLst>
          <pc:docMk/>
          <pc:sldMk cId="2263516620" sldId="621"/>
        </pc:sldMkLst>
      </pc:sldChg>
      <pc:sldChg chg="del">
        <pc:chgData name="Jonathan Mah" userId="5261b2f2f3e51194" providerId="LiveId" clId="{DB9BCF8B-E91B-491C-8171-92D39BBC1534}" dt="2025-10-27T17:20:00.703" v="46" actId="47"/>
        <pc:sldMkLst>
          <pc:docMk/>
          <pc:sldMk cId="2262840357" sldId="622"/>
        </pc:sldMkLst>
      </pc:sldChg>
      <pc:sldChg chg="del">
        <pc:chgData name="Jonathan Mah" userId="5261b2f2f3e51194" providerId="LiveId" clId="{DB9BCF8B-E91B-491C-8171-92D39BBC1534}" dt="2025-10-27T17:20:03.364" v="66" actId="47"/>
        <pc:sldMkLst>
          <pc:docMk/>
          <pc:sldMk cId="3848456093" sldId="623"/>
        </pc:sldMkLst>
      </pc:sldChg>
      <pc:sldChg chg="del">
        <pc:chgData name="Jonathan Mah" userId="5261b2f2f3e51194" providerId="LiveId" clId="{DB9BCF8B-E91B-491C-8171-92D39BBC1534}" dt="2025-10-27T17:19:59.278" v="28" actId="47"/>
        <pc:sldMkLst>
          <pc:docMk/>
          <pc:sldMk cId="2906020851" sldId="624"/>
        </pc:sldMkLst>
      </pc:sldChg>
      <pc:sldChg chg="del">
        <pc:chgData name="Jonathan Mah" userId="5261b2f2f3e51194" providerId="LiveId" clId="{DB9BCF8B-E91B-491C-8171-92D39BBC1534}" dt="2025-10-27T17:19:58.843" v="15" actId="47"/>
        <pc:sldMkLst>
          <pc:docMk/>
          <pc:sldMk cId="1343021903" sldId="625"/>
        </pc:sldMkLst>
      </pc:sldChg>
      <pc:sldChg chg="del">
        <pc:chgData name="Jonathan Mah" userId="5261b2f2f3e51194" providerId="LiveId" clId="{DB9BCF8B-E91B-491C-8171-92D39BBC1534}" dt="2025-10-27T17:19:59.574" v="34" actId="47"/>
        <pc:sldMkLst>
          <pc:docMk/>
          <pc:sldMk cId="2823042629" sldId="626"/>
        </pc:sldMkLst>
      </pc:sldChg>
      <pc:sldChg chg="del">
        <pc:chgData name="Jonathan Mah" userId="5261b2f2f3e51194" providerId="LiveId" clId="{DB9BCF8B-E91B-491C-8171-92D39BBC1534}" dt="2025-10-27T17:20:01.228" v="62" actId="47"/>
        <pc:sldMkLst>
          <pc:docMk/>
          <pc:sldMk cId="4037065534" sldId="627"/>
        </pc:sldMkLst>
      </pc:sldChg>
      <pc:sldChg chg="del">
        <pc:chgData name="Jonathan Mah" userId="5261b2f2f3e51194" providerId="LiveId" clId="{DB9BCF8B-E91B-491C-8171-92D39BBC1534}" dt="2025-10-27T17:20:12.501" v="76" actId="47"/>
        <pc:sldMkLst>
          <pc:docMk/>
          <pc:sldMk cId="2465592916" sldId="628"/>
        </pc:sldMkLst>
      </pc:sldChg>
      <pc:sldChg chg="del">
        <pc:chgData name="Jonathan Mah" userId="5261b2f2f3e51194" providerId="LiveId" clId="{DB9BCF8B-E91B-491C-8171-92D39BBC1534}" dt="2025-10-27T17:20:12.519" v="77" actId="47"/>
        <pc:sldMkLst>
          <pc:docMk/>
          <pc:sldMk cId="4141742383" sldId="629"/>
        </pc:sldMkLst>
      </pc:sldChg>
      <pc:sldChg chg="del">
        <pc:chgData name="Jonathan Mah" userId="5261b2f2f3e51194" providerId="LiveId" clId="{DB9BCF8B-E91B-491C-8171-92D39BBC1534}" dt="2025-10-27T17:20:12.950" v="78" actId="47"/>
        <pc:sldMkLst>
          <pc:docMk/>
          <pc:sldMk cId="830071145" sldId="630"/>
        </pc:sldMkLst>
      </pc:sldChg>
      <pc:sldChg chg="del">
        <pc:chgData name="Jonathan Mah" userId="5261b2f2f3e51194" providerId="LiveId" clId="{DB9BCF8B-E91B-491C-8171-92D39BBC1534}" dt="2025-10-27T17:20:13.199" v="80" actId="47"/>
        <pc:sldMkLst>
          <pc:docMk/>
          <pc:sldMk cId="2617077626" sldId="631"/>
        </pc:sldMkLst>
      </pc:sldChg>
      <pc:sldChg chg="del">
        <pc:chgData name="Jonathan Mah" userId="5261b2f2f3e51194" providerId="LiveId" clId="{DB9BCF8B-E91B-491C-8171-92D39BBC1534}" dt="2025-10-27T17:20:14.096" v="81" actId="47"/>
        <pc:sldMkLst>
          <pc:docMk/>
          <pc:sldMk cId="3792039590" sldId="632"/>
        </pc:sldMkLst>
      </pc:sldChg>
      <pc:sldChg chg="del">
        <pc:chgData name="Jonathan Mah" userId="5261b2f2f3e51194" providerId="LiveId" clId="{DB9BCF8B-E91B-491C-8171-92D39BBC1534}" dt="2025-10-27T17:20:13.045" v="79" actId="47"/>
        <pc:sldMkLst>
          <pc:docMk/>
          <pc:sldMk cId="2455056615" sldId="633"/>
        </pc:sldMkLst>
      </pc:sldChg>
      <pc:sldChg chg="del">
        <pc:chgData name="Jonathan Mah" userId="5261b2f2f3e51194" providerId="LiveId" clId="{DB9BCF8B-E91B-491C-8171-92D39BBC1534}" dt="2025-10-27T17:20:12.063" v="75" actId="47"/>
        <pc:sldMkLst>
          <pc:docMk/>
          <pc:sldMk cId="2664533093" sldId="634"/>
        </pc:sldMkLst>
      </pc:sldChg>
      <pc:sldChg chg="del">
        <pc:chgData name="Jonathan Mah" userId="5261b2f2f3e51194" providerId="LiveId" clId="{DB9BCF8B-E91B-491C-8171-92D39BBC1534}" dt="2025-10-27T17:19:58.804" v="14" actId="47"/>
        <pc:sldMkLst>
          <pc:docMk/>
          <pc:sldMk cId="3420377850" sldId="635"/>
        </pc:sldMkLst>
      </pc:sldChg>
      <pc:sldChg chg="del">
        <pc:chgData name="Jonathan Mah" userId="5261b2f2f3e51194" providerId="LiveId" clId="{DB9BCF8B-E91B-491C-8171-92D39BBC1534}" dt="2025-10-27T17:19:59.099" v="23" actId="47"/>
        <pc:sldMkLst>
          <pc:docMk/>
          <pc:sldMk cId="1952538676" sldId="636"/>
        </pc:sldMkLst>
      </pc:sldChg>
      <pc:sldChg chg="del">
        <pc:chgData name="Jonathan Mah" userId="5261b2f2f3e51194" providerId="LiveId" clId="{DB9BCF8B-E91B-491C-8171-92D39BBC1534}" dt="2025-10-27T17:19:58.973" v="19" actId="47"/>
        <pc:sldMkLst>
          <pc:docMk/>
          <pc:sldMk cId="3141995112" sldId="637"/>
        </pc:sldMkLst>
      </pc:sldChg>
      <pc:sldChg chg="del">
        <pc:chgData name="Jonathan Mah" userId="5261b2f2f3e51194" providerId="LiveId" clId="{DB9BCF8B-E91B-491C-8171-92D39BBC1534}" dt="2025-10-27T17:19:59.045" v="21" actId="47"/>
        <pc:sldMkLst>
          <pc:docMk/>
          <pc:sldMk cId="541630192" sldId="638"/>
        </pc:sldMkLst>
      </pc:sldChg>
      <pc:sldChg chg="del">
        <pc:chgData name="Jonathan Mah" userId="5261b2f2f3e51194" providerId="LiveId" clId="{DB9BCF8B-E91B-491C-8171-92D39BBC1534}" dt="2025-10-27T17:19:59.343" v="30" actId="47"/>
        <pc:sldMkLst>
          <pc:docMk/>
          <pc:sldMk cId="1566205337" sldId="639"/>
        </pc:sldMkLst>
      </pc:sldChg>
      <pc:sldChg chg="del">
        <pc:chgData name="Jonathan Mah" userId="5261b2f2f3e51194" providerId="LiveId" clId="{DB9BCF8B-E91B-491C-8171-92D39BBC1534}" dt="2025-10-27T17:20:00.776" v="48" actId="47"/>
        <pc:sldMkLst>
          <pc:docMk/>
          <pc:sldMk cId="519072156" sldId="640"/>
        </pc:sldMkLst>
      </pc:sldChg>
      <pc:sldChg chg="del">
        <pc:chgData name="Jonathan Mah" userId="5261b2f2f3e51194" providerId="LiveId" clId="{DB9BCF8B-E91B-491C-8171-92D39BBC1534}" dt="2025-10-27T17:20:00.807" v="49" actId="47"/>
        <pc:sldMkLst>
          <pc:docMk/>
          <pc:sldMk cId="3720592861" sldId="641"/>
        </pc:sldMkLst>
      </pc:sldChg>
      <pc:sldChg chg="del">
        <pc:chgData name="Jonathan Mah" userId="5261b2f2f3e51194" providerId="LiveId" clId="{DB9BCF8B-E91B-491C-8171-92D39BBC1534}" dt="2025-10-27T17:20:00.927" v="53" actId="47"/>
        <pc:sldMkLst>
          <pc:docMk/>
          <pc:sldMk cId="1719518369" sldId="642"/>
        </pc:sldMkLst>
      </pc:sldChg>
      <pc:sldChg chg="addSp delSp modSp del mod">
        <pc:chgData name="Jonathan Mah" userId="5261b2f2f3e51194" providerId="LiveId" clId="{DB9BCF8B-E91B-491C-8171-92D39BBC1534}" dt="2025-10-27T17:54:42.789" v="91" actId="47"/>
        <pc:sldMkLst>
          <pc:docMk/>
          <pc:sldMk cId="187236338" sldId="644"/>
        </pc:sldMkLst>
      </pc:sldChg>
      <pc:sldChg chg="del">
        <pc:chgData name="Jonathan Mah" userId="5261b2f2f3e51194" providerId="LiveId" clId="{DB9BCF8B-E91B-491C-8171-92D39BBC1534}" dt="2025-10-27T17:20:11.889" v="74" actId="47"/>
        <pc:sldMkLst>
          <pc:docMk/>
          <pc:sldMk cId="4069987608" sldId="645"/>
        </pc:sldMkLst>
      </pc:sldChg>
      <pc:sldChg chg="del">
        <pc:chgData name="Jonathan Mah" userId="5261b2f2f3e51194" providerId="LiveId" clId="{DB9BCF8B-E91B-491C-8171-92D39BBC1534}" dt="2025-10-27T17:20:01.095" v="58" actId="47"/>
        <pc:sldMkLst>
          <pc:docMk/>
          <pc:sldMk cId="818294278" sldId="646"/>
        </pc:sldMkLst>
      </pc:sldChg>
      <pc:sldMasterChg chg="del delSldLayout">
        <pc:chgData name="Jonathan Mah" userId="5261b2f2f3e51194" providerId="LiveId" clId="{DB9BCF8B-E91B-491C-8171-92D39BBC1534}" dt="2025-10-27T17:54:42.789" v="91" actId="47"/>
        <pc:sldMasterMkLst>
          <pc:docMk/>
          <pc:sldMasterMk cId="1978171954" sldId="2147483666"/>
        </pc:sldMasterMkLst>
        <pc:sldLayoutChg chg="del">
          <pc:chgData name="Jonathan Mah" userId="5261b2f2f3e51194" providerId="LiveId" clId="{DB9BCF8B-E91B-491C-8171-92D39BBC1534}" dt="2025-10-27T17:54:42.789" v="91" actId="47"/>
          <pc:sldLayoutMkLst>
            <pc:docMk/>
            <pc:sldMasterMk cId="1978171954" sldId="2147483666"/>
            <pc:sldLayoutMk cId="1887417848" sldId="2147483667"/>
          </pc:sldLayoutMkLst>
        </pc:sldLayoutChg>
        <pc:sldLayoutChg chg="del">
          <pc:chgData name="Jonathan Mah" userId="5261b2f2f3e51194" providerId="LiveId" clId="{DB9BCF8B-E91B-491C-8171-92D39BBC1534}" dt="2025-10-27T17:54:42.789" v="91" actId="47"/>
          <pc:sldLayoutMkLst>
            <pc:docMk/>
            <pc:sldMasterMk cId="1978171954" sldId="2147483666"/>
            <pc:sldLayoutMk cId="3892767775" sldId="2147483668"/>
          </pc:sldLayoutMkLst>
        </pc:sldLayoutChg>
        <pc:sldLayoutChg chg="del">
          <pc:chgData name="Jonathan Mah" userId="5261b2f2f3e51194" providerId="LiveId" clId="{DB9BCF8B-E91B-491C-8171-92D39BBC1534}" dt="2025-10-27T17:54:42.789" v="91" actId="47"/>
          <pc:sldLayoutMkLst>
            <pc:docMk/>
            <pc:sldMasterMk cId="1978171954" sldId="2147483666"/>
            <pc:sldLayoutMk cId="335707387" sldId="2147483669"/>
          </pc:sldLayoutMkLst>
        </pc:sldLayoutChg>
        <pc:sldLayoutChg chg="del">
          <pc:chgData name="Jonathan Mah" userId="5261b2f2f3e51194" providerId="LiveId" clId="{DB9BCF8B-E91B-491C-8171-92D39BBC1534}" dt="2025-10-27T17:54:42.789" v="91" actId="47"/>
          <pc:sldLayoutMkLst>
            <pc:docMk/>
            <pc:sldMasterMk cId="1978171954" sldId="2147483666"/>
            <pc:sldLayoutMk cId="3306048475" sldId="2147483670"/>
          </pc:sldLayoutMkLst>
        </pc:sldLayoutChg>
        <pc:sldLayoutChg chg="del">
          <pc:chgData name="Jonathan Mah" userId="5261b2f2f3e51194" providerId="LiveId" clId="{DB9BCF8B-E91B-491C-8171-92D39BBC1534}" dt="2025-10-27T17:54:42.789" v="91" actId="47"/>
          <pc:sldLayoutMkLst>
            <pc:docMk/>
            <pc:sldMasterMk cId="1978171954" sldId="2147483666"/>
            <pc:sldLayoutMk cId="3394546931" sldId="2147483671"/>
          </pc:sldLayoutMkLst>
        </pc:sldLayoutChg>
        <pc:sldLayoutChg chg="del">
          <pc:chgData name="Jonathan Mah" userId="5261b2f2f3e51194" providerId="LiveId" clId="{DB9BCF8B-E91B-491C-8171-92D39BBC1534}" dt="2025-10-27T17:54:42.789" v="91" actId="47"/>
          <pc:sldLayoutMkLst>
            <pc:docMk/>
            <pc:sldMasterMk cId="1978171954" sldId="2147483666"/>
            <pc:sldLayoutMk cId="1077775070" sldId="2147483672"/>
          </pc:sldLayoutMkLst>
        </pc:sldLayoutChg>
        <pc:sldLayoutChg chg="del">
          <pc:chgData name="Jonathan Mah" userId="5261b2f2f3e51194" providerId="LiveId" clId="{DB9BCF8B-E91B-491C-8171-92D39BBC1534}" dt="2025-10-27T17:54:42.789" v="91" actId="47"/>
          <pc:sldLayoutMkLst>
            <pc:docMk/>
            <pc:sldMasterMk cId="1978171954" sldId="2147483666"/>
            <pc:sldLayoutMk cId="4165286420" sldId="2147483673"/>
          </pc:sldLayoutMkLst>
        </pc:sldLayoutChg>
        <pc:sldLayoutChg chg="del">
          <pc:chgData name="Jonathan Mah" userId="5261b2f2f3e51194" providerId="LiveId" clId="{DB9BCF8B-E91B-491C-8171-92D39BBC1534}" dt="2025-10-27T17:54:42.789" v="91" actId="47"/>
          <pc:sldLayoutMkLst>
            <pc:docMk/>
            <pc:sldMasterMk cId="1978171954" sldId="2147483666"/>
            <pc:sldLayoutMk cId="3698031019" sldId="2147483674"/>
          </pc:sldLayoutMkLst>
        </pc:sldLayoutChg>
        <pc:sldLayoutChg chg="del">
          <pc:chgData name="Jonathan Mah" userId="5261b2f2f3e51194" providerId="LiveId" clId="{DB9BCF8B-E91B-491C-8171-92D39BBC1534}" dt="2025-10-27T17:54:42.789" v="91" actId="47"/>
          <pc:sldLayoutMkLst>
            <pc:docMk/>
            <pc:sldMasterMk cId="1978171954" sldId="2147483666"/>
            <pc:sldLayoutMk cId="3962385574" sldId="2147483675"/>
          </pc:sldLayoutMkLst>
        </pc:sldLayoutChg>
        <pc:sldLayoutChg chg="del">
          <pc:chgData name="Jonathan Mah" userId="5261b2f2f3e51194" providerId="LiveId" clId="{DB9BCF8B-E91B-491C-8171-92D39BBC1534}" dt="2025-10-27T17:54:42.789" v="91" actId="47"/>
          <pc:sldLayoutMkLst>
            <pc:docMk/>
            <pc:sldMasterMk cId="1978171954" sldId="2147483666"/>
            <pc:sldLayoutMk cId="1725583125" sldId="2147483676"/>
          </pc:sldLayoutMkLst>
        </pc:sldLayoutChg>
        <pc:sldLayoutChg chg="del">
          <pc:chgData name="Jonathan Mah" userId="5261b2f2f3e51194" providerId="LiveId" clId="{DB9BCF8B-E91B-491C-8171-92D39BBC1534}" dt="2025-10-27T17:54:42.789" v="91" actId="47"/>
          <pc:sldLayoutMkLst>
            <pc:docMk/>
            <pc:sldMasterMk cId="1978171954" sldId="2147483666"/>
            <pc:sldLayoutMk cId="161835118" sldId="2147483677"/>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5635625" cy="48895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7366000" y="0"/>
            <a:ext cx="5635625" cy="488950"/>
          </a:xfrm>
          <a:prstGeom prst="rect">
            <a:avLst/>
          </a:prstGeom>
        </p:spPr>
        <p:txBody>
          <a:bodyPr vert="horz" lIns="91440" tIns="45720" rIns="91440" bIns="45720" rtlCol="0"/>
          <a:lstStyle>
            <a:lvl1pPr algn="r">
              <a:defRPr sz="1200"/>
            </a:lvl1pPr>
          </a:lstStyle>
          <a:p>
            <a:fld id="{ECB849DA-4571-48AE-B108-B012171980BD}" type="datetimeFigureOut">
              <a:rPr lang="en-US" smtClean="0"/>
              <a:t>10/31/2025</a:t>
            </a:fld>
            <a:endParaRPr lang="en-US"/>
          </a:p>
        </p:txBody>
      </p:sp>
      <p:sp>
        <p:nvSpPr>
          <p:cNvPr id="4" name="Slide Image Placeholder 3"/>
          <p:cNvSpPr>
            <a:spLocks noGrp="1" noRot="1" noChangeAspect="1"/>
          </p:cNvSpPr>
          <p:nvPr>
            <p:ph type="sldImg" idx="2"/>
          </p:nvPr>
        </p:nvSpPr>
        <p:spPr>
          <a:xfrm>
            <a:off x="4306888" y="1219200"/>
            <a:ext cx="4391025" cy="32924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1300163" y="4694238"/>
            <a:ext cx="10404475" cy="3840162"/>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264650"/>
            <a:ext cx="5635625" cy="48895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7366000" y="9264650"/>
            <a:ext cx="5635625" cy="488950"/>
          </a:xfrm>
          <a:prstGeom prst="rect">
            <a:avLst/>
          </a:prstGeom>
        </p:spPr>
        <p:txBody>
          <a:bodyPr vert="horz" lIns="91440" tIns="45720" rIns="91440" bIns="45720" rtlCol="0" anchor="b"/>
          <a:lstStyle>
            <a:lvl1pPr algn="r">
              <a:defRPr sz="1200"/>
            </a:lvl1pPr>
          </a:lstStyle>
          <a:p>
            <a:fld id="{599CC9A3-A707-4B34-82D4-E64BA4C5A8D1}" type="slidenum">
              <a:rPr lang="en-US" smtClean="0"/>
              <a:t>‹#›</a:t>
            </a:fld>
            <a:endParaRPr lang="en-US"/>
          </a:p>
        </p:txBody>
      </p:sp>
    </p:spTree>
    <p:extLst>
      <p:ext uri="{BB962C8B-B14F-4D97-AF65-F5344CB8AC3E}">
        <p14:creationId xmlns:p14="http://schemas.microsoft.com/office/powerpoint/2010/main" val="376042895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How’s it going guys, gals, and non-binary pals, my name is Jonathan Mah, I’m a Bioinformatics Doctoral candidate here at UCLA co-advised by Professor Kirk Lohmueller and Professor Nandita Garud, and time permitted, today I’ll be talking about my #soon to be submitted work investigating how the number of individuals in a data set can influence the evolutionary stories that we infer from population genetic data.</a:t>
            </a:r>
          </a:p>
        </p:txBody>
      </p:sp>
      <p:sp>
        <p:nvSpPr>
          <p:cNvPr id="4" name="Slide Number Placeholder 3"/>
          <p:cNvSpPr>
            <a:spLocks noGrp="1"/>
          </p:cNvSpPr>
          <p:nvPr>
            <p:ph type="sldNum" sz="quarter" idx="5"/>
          </p:nvPr>
        </p:nvSpPr>
        <p:spPr/>
        <p:txBody>
          <a:bodyPr/>
          <a:lstStyle/>
          <a:p>
            <a:fld id="{599CC9A3-A707-4B34-82D4-E64BA4C5A8D1}" type="slidenum">
              <a:rPr lang="en-US" smtClean="0"/>
              <a:t>1</a:t>
            </a:fld>
            <a:endParaRPr lang="en-US" dirty="0"/>
          </a:p>
        </p:txBody>
      </p:sp>
    </p:spTree>
    <p:extLst>
      <p:ext uri="{BB962C8B-B14F-4D97-AF65-F5344CB8AC3E}">
        <p14:creationId xmlns:p14="http://schemas.microsoft.com/office/powerpoint/2010/main" val="196592834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of particular interest in the case of complex demographic histories, such as the story of modern human populations. Here on the top left I show the classic Tennessen demographic model for human population history, which consists of two bottleneck events and then a population demographic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2</a:t>
            </a:fld>
            <a:endParaRPr lang="en-US"/>
          </a:p>
        </p:txBody>
      </p:sp>
    </p:spTree>
    <p:extLst>
      <p:ext uri="{BB962C8B-B14F-4D97-AF65-F5344CB8AC3E}">
        <p14:creationId xmlns:p14="http://schemas.microsoft.com/office/powerpoint/2010/main" val="33114054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08B680-8081-8E3A-9178-5343803858B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7587311-F82B-29D3-DAC0-6201BAD6562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317E25E-86A4-653D-6C15-2AB7D54F3C54}"/>
              </a:ext>
            </a:extLst>
          </p:cNvPr>
          <p:cNvSpPr>
            <a:spLocks noGrp="1"/>
          </p:cNvSpPr>
          <p:nvPr>
            <p:ph type="body" idx="1"/>
          </p:nvPr>
        </p:nvSpPr>
        <p:spPr/>
        <p:txBody>
          <a:bodyPr/>
          <a:lstStyle/>
          <a:p>
            <a:r>
              <a:rPr lang="en-US" dirty="0"/>
              <a:t>However, in part due to a need for computational feasibility, the standard approach in population genetics is to fit simpler demographic models which prioritize capture of the most important evolutionary signals. As an example, here on the top right I show a three-epoch model, which consists of two instantaneous size changes, and a two-epoch demographic model which consists of a single instantaneous size change. Neither of these models will ever fully capture the intricacies of true history; however as we like to say in statistics: all models are wrong, but some are useful.</a:t>
            </a:r>
          </a:p>
        </p:txBody>
      </p:sp>
      <p:sp>
        <p:nvSpPr>
          <p:cNvPr id="4" name="Slide Number Placeholder 3">
            <a:extLst>
              <a:ext uri="{FF2B5EF4-FFF2-40B4-BE49-F238E27FC236}">
                <a16:creationId xmlns:a16="http://schemas.microsoft.com/office/drawing/2014/main" id="{3251FD9A-3515-A69C-2F1C-970B12EF1B6B}"/>
              </a:ext>
            </a:extLst>
          </p:cNvPr>
          <p:cNvSpPr>
            <a:spLocks noGrp="1"/>
          </p:cNvSpPr>
          <p:nvPr>
            <p:ph type="sldNum" sz="quarter" idx="5"/>
          </p:nvPr>
        </p:nvSpPr>
        <p:spPr/>
        <p:txBody>
          <a:bodyPr/>
          <a:lstStyle/>
          <a:p>
            <a:fld id="{599CC9A3-A707-4B34-82D4-E64BA4C5A8D1}" type="slidenum">
              <a:rPr lang="en-US" smtClean="0"/>
              <a:t>3</a:t>
            </a:fld>
            <a:endParaRPr lang="en-US"/>
          </a:p>
        </p:txBody>
      </p:sp>
    </p:spTree>
    <p:extLst>
      <p:ext uri="{BB962C8B-B14F-4D97-AF65-F5344CB8AC3E}">
        <p14:creationId xmlns:p14="http://schemas.microsoft.com/office/powerpoint/2010/main" val="180891704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6439CF0-7F69-E145-869B-8F53CAC71E5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F368D23-1E71-4B88-B00F-BC79F9F55AD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938D32-5665-4727-9A65-BC918FA58D63}"/>
              </a:ext>
            </a:extLst>
          </p:cNvPr>
          <p:cNvSpPr>
            <a:spLocks noGrp="1"/>
          </p:cNvSpPr>
          <p:nvPr>
            <p:ph type="body" idx="1"/>
          </p:nvPr>
        </p:nvSpPr>
        <p:spPr/>
        <p:txBody>
          <a:bodyPr/>
          <a:lstStyle/>
          <a:p>
            <a:r>
              <a:rPr lang="en-US" dirty="0"/>
              <a:t>The motivation for our study comes from work by Kryukov et al. 2008 and </a:t>
            </a:r>
            <a:r>
              <a:rPr lang="en-US" dirty="0" err="1"/>
              <a:t>Gazave</a:t>
            </a:r>
            <a:r>
              <a:rPr lang="en-US" dirty="0"/>
              <a:t> et al. 2014 in which these studies essentially found that when analyzing either empirical or simulated human data sets, different evolutionary signals are inferred from a two-epoch model depending on the number of individuals. We sought to investigate this further by more closely evaluating the outcomes of two-epoch demographic model inference while varying the number of individuals analyzed.</a:t>
            </a:r>
          </a:p>
        </p:txBody>
      </p:sp>
      <p:sp>
        <p:nvSpPr>
          <p:cNvPr id="4" name="Slide Number Placeholder 3">
            <a:extLst>
              <a:ext uri="{FF2B5EF4-FFF2-40B4-BE49-F238E27FC236}">
                <a16:creationId xmlns:a16="http://schemas.microsoft.com/office/drawing/2014/main" id="{46E09B6A-B9F8-C01A-BE8E-010E060AD915}"/>
              </a:ext>
            </a:extLst>
          </p:cNvPr>
          <p:cNvSpPr>
            <a:spLocks noGrp="1"/>
          </p:cNvSpPr>
          <p:nvPr>
            <p:ph type="sldNum" sz="quarter" idx="5"/>
          </p:nvPr>
        </p:nvSpPr>
        <p:spPr/>
        <p:txBody>
          <a:bodyPr/>
          <a:lstStyle/>
          <a:p>
            <a:fld id="{599CC9A3-A707-4B34-82D4-E64BA4C5A8D1}" type="slidenum">
              <a:rPr lang="en-US" smtClean="0"/>
              <a:t>4</a:t>
            </a:fld>
            <a:endParaRPr lang="en-US"/>
          </a:p>
        </p:txBody>
      </p:sp>
    </p:spTree>
    <p:extLst>
      <p:ext uri="{BB962C8B-B14F-4D97-AF65-F5344CB8AC3E}">
        <p14:creationId xmlns:p14="http://schemas.microsoft.com/office/powerpoint/2010/main" val="28483931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E6D760-764A-91D8-CCFC-4CE14B4C2D1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1628C04-B15F-0B4B-B1B4-7A79A51689D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C950263-0115-4749-9F7F-CCF23A8446B0}"/>
              </a:ext>
            </a:extLst>
          </p:cNvPr>
          <p:cNvSpPr>
            <a:spLocks noGrp="1"/>
          </p:cNvSpPr>
          <p:nvPr>
            <p:ph type="body" idx="1"/>
          </p:nvPr>
        </p:nvSpPr>
        <p:spPr/>
        <p:txBody>
          <a:bodyPr/>
          <a:lstStyle/>
          <a:p>
            <a:r>
              <a:rPr lang="en-US" dirty="0"/>
              <a:t>We started by simulating a three-epoch bottleneck scenario consisting of an ancient contraction and a recent expansion, generally matching the pattern of human demographic history. We simulated this scenario using </a:t>
            </a:r>
            <a:r>
              <a:rPr lang="en-US" dirty="0" err="1"/>
              <a:t>MSPrime</a:t>
            </a:r>
            <a:r>
              <a:rPr lang="en-US" dirty="0"/>
              <a:t>, which is a coalescent based simulation framework. As is standard in population genetics, we then fit a simple two-epoch model to determine whether the ancient contraction or the recent expansion was the dominant evolutionary signal.</a:t>
            </a:r>
          </a:p>
        </p:txBody>
      </p:sp>
      <p:sp>
        <p:nvSpPr>
          <p:cNvPr id="4" name="Slide Number Placeholder 3">
            <a:extLst>
              <a:ext uri="{FF2B5EF4-FFF2-40B4-BE49-F238E27FC236}">
                <a16:creationId xmlns:a16="http://schemas.microsoft.com/office/drawing/2014/main" id="{67A69D2D-EC3B-6A6A-738A-655E1D91CD6F}"/>
              </a:ext>
            </a:extLst>
          </p:cNvPr>
          <p:cNvSpPr>
            <a:spLocks noGrp="1"/>
          </p:cNvSpPr>
          <p:nvPr>
            <p:ph type="sldNum" sz="quarter" idx="5"/>
          </p:nvPr>
        </p:nvSpPr>
        <p:spPr/>
        <p:txBody>
          <a:bodyPr/>
          <a:lstStyle/>
          <a:p>
            <a:fld id="{599CC9A3-A707-4B34-82D4-E64BA4C5A8D1}" type="slidenum">
              <a:rPr lang="en-US" smtClean="0"/>
              <a:t>5</a:t>
            </a:fld>
            <a:endParaRPr lang="en-US"/>
          </a:p>
        </p:txBody>
      </p:sp>
    </p:spTree>
    <p:extLst>
      <p:ext uri="{BB962C8B-B14F-4D97-AF65-F5344CB8AC3E}">
        <p14:creationId xmlns:p14="http://schemas.microsoft.com/office/powerpoint/2010/main" val="41453902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D98F4-DAD5-867F-5FCC-E61358EFBA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DAC04F8-3920-05A1-69D9-C2E1BAB767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CE6328-D487-0785-DBAA-5B03A94C4A0D}"/>
              </a:ext>
            </a:extLst>
          </p:cNvPr>
          <p:cNvSpPr>
            <a:spLocks noGrp="1"/>
          </p:cNvSpPr>
          <p:nvPr>
            <p:ph type="body" idx="1"/>
          </p:nvPr>
        </p:nvSpPr>
        <p:spPr/>
        <p:txBody>
          <a:bodyPr/>
          <a:lstStyle/>
          <a:p>
            <a:r>
              <a:rPr lang="en-US" dirty="0"/>
              <a:t>Here I show on the x-axis the number of individuals analyzed in the dataset, while on the y-axis I respectively show Tajima’s D, the inferred ratio of current to ancestral effective population size, and the inferred time since the instantaneous size change.</a:t>
            </a:r>
          </a:p>
        </p:txBody>
      </p:sp>
      <p:sp>
        <p:nvSpPr>
          <p:cNvPr id="4" name="Slide Number Placeholder 3">
            <a:extLst>
              <a:ext uri="{FF2B5EF4-FFF2-40B4-BE49-F238E27FC236}">
                <a16:creationId xmlns:a16="http://schemas.microsoft.com/office/drawing/2014/main" id="{6A42A2B1-AA09-7405-71D3-D0EF98B16D23}"/>
              </a:ext>
            </a:extLst>
          </p:cNvPr>
          <p:cNvSpPr>
            <a:spLocks noGrp="1"/>
          </p:cNvSpPr>
          <p:nvPr>
            <p:ph type="sldNum" sz="quarter" idx="5"/>
          </p:nvPr>
        </p:nvSpPr>
        <p:spPr/>
        <p:txBody>
          <a:bodyPr/>
          <a:lstStyle/>
          <a:p>
            <a:fld id="{599CC9A3-A707-4B34-82D4-E64BA4C5A8D1}" type="slidenum">
              <a:rPr lang="en-US" smtClean="0"/>
              <a:t>6</a:t>
            </a:fld>
            <a:endParaRPr lang="en-US"/>
          </a:p>
        </p:txBody>
      </p:sp>
    </p:spTree>
    <p:extLst>
      <p:ext uri="{BB962C8B-B14F-4D97-AF65-F5344CB8AC3E}">
        <p14:creationId xmlns:p14="http://schemas.microsoft.com/office/powerpoint/2010/main" val="339791732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8F8FB2-ACB8-AC80-7658-0D179966802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3A8D82-F26F-9C18-AAED-A1028D21538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02D8A16-D789-E413-AA94-F4575C0AC41F}"/>
              </a:ext>
            </a:extLst>
          </p:cNvPr>
          <p:cNvSpPr>
            <a:spLocks noGrp="1"/>
          </p:cNvSpPr>
          <p:nvPr>
            <p:ph type="body" idx="1"/>
          </p:nvPr>
        </p:nvSpPr>
        <p:spPr/>
        <p:txBody>
          <a:bodyPr/>
          <a:lstStyle/>
          <a:p>
            <a:r>
              <a:rPr lang="en-US" dirty="0"/>
              <a:t>First I want to draw your attention to this top left panel, which depicts Tajima’s D vs. sample size. A positive Tajima’s D typically indicates an excess of intermediate frequency variants in the SFS, suggesting a population contraction. Conversely, a negative Tajima’s D indicates an excess of low frequency variants in the SFS, suggesting a population expansion.</a:t>
            </a:r>
          </a:p>
        </p:txBody>
      </p:sp>
      <p:sp>
        <p:nvSpPr>
          <p:cNvPr id="4" name="Slide Number Placeholder 3">
            <a:extLst>
              <a:ext uri="{FF2B5EF4-FFF2-40B4-BE49-F238E27FC236}">
                <a16:creationId xmlns:a16="http://schemas.microsoft.com/office/drawing/2014/main" id="{A388C466-6120-6A8E-A3EA-FDBBC49F7766}"/>
              </a:ext>
            </a:extLst>
          </p:cNvPr>
          <p:cNvSpPr>
            <a:spLocks noGrp="1"/>
          </p:cNvSpPr>
          <p:nvPr>
            <p:ph type="sldNum" sz="quarter" idx="5"/>
          </p:nvPr>
        </p:nvSpPr>
        <p:spPr/>
        <p:txBody>
          <a:bodyPr/>
          <a:lstStyle/>
          <a:p>
            <a:fld id="{599CC9A3-A707-4B34-82D4-E64BA4C5A8D1}" type="slidenum">
              <a:rPr lang="en-US" smtClean="0"/>
              <a:t>7</a:t>
            </a:fld>
            <a:endParaRPr lang="en-US"/>
          </a:p>
        </p:txBody>
      </p:sp>
    </p:spTree>
    <p:extLst>
      <p:ext uri="{BB962C8B-B14F-4D97-AF65-F5344CB8AC3E}">
        <p14:creationId xmlns:p14="http://schemas.microsoft.com/office/powerpoint/2010/main" val="145303571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B20401-1E54-256D-172B-D5062FB0D6B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8986242-C30D-01F8-1445-80EEECF8266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1E1F54D-9DC0-A7D6-C7F2-2411D4A958FE}"/>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Furthermore, this middle panel on the left depicts how the inferred ratio of current to ancestral population size changes with the number of individuals analyzed. The dotted black line indicates a ratio of 1; thus, data below the line indicates an inferred population contraction, while data above the line indicates an inferred population expansion. As with the story of Tajima’s D, we find that the evolutionary signal is sensitive to the number of individuals analyzed.</a:t>
            </a:r>
          </a:p>
          <a:p>
            <a:endParaRPr lang="en-US" dirty="0"/>
          </a:p>
        </p:txBody>
      </p:sp>
      <p:sp>
        <p:nvSpPr>
          <p:cNvPr id="4" name="Slide Number Placeholder 3">
            <a:extLst>
              <a:ext uri="{FF2B5EF4-FFF2-40B4-BE49-F238E27FC236}">
                <a16:creationId xmlns:a16="http://schemas.microsoft.com/office/drawing/2014/main" id="{E37F0399-2B80-34D6-C954-93070835895E}"/>
              </a:ext>
            </a:extLst>
          </p:cNvPr>
          <p:cNvSpPr>
            <a:spLocks noGrp="1"/>
          </p:cNvSpPr>
          <p:nvPr>
            <p:ph type="sldNum" sz="quarter" idx="5"/>
          </p:nvPr>
        </p:nvSpPr>
        <p:spPr/>
        <p:txBody>
          <a:bodyPr/>
          <a:lstStyle/>
          <a:p>
            <a:fld id="{599CC9A3-A707-4B34-82D4-E64BA4C5A8D1}" type="slidenum">
              <a:rPr lang="en-US" smtClean="0"/>
              <a:t>8</a:t>
            </a:fld>
            <a:endParaRPr lang="en-US"/>
          </a:p>
        </p:txBody>
      </p:sp>
    </p:spTree>
    <p:extLst>
      <p:ext uri="{BB962C8B-B14F-4D97-AF65-F5344CB8AC3E}">
        <p14:creationId xmlns:p14="http://schemas.microsoft.com/office/powerpoint/2010/main" val="13513320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1619F4-1497-AC44-3FFB-50FDA332D77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3516701-49C0-E8D4-F159-88A4FE846E7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CF3CEE-0B0A-EEE6-1E92-2830E9B4AA8A}"/>
              </a:ext>
            </a:extLst>
          </p:cNvPr>
          <p:cNvSpPr>
            <a:spLocks noGrp="1"/>
          </p:cNvSpPr>
          <p:nvPr>
            <p:ph type="body" idx="1"/>
          </p:nvPr>
        </p:nvSpPr>
        <p:spPr/>
        <p:txBody>
          <a:bodyPr/>
          <a:lstStyle/>
          <a:p>
            <a:r>
              <a:rPr lang="en-US" dirty="0"/>
              <a:t>Lastly, this bottom left panel also tells a story about how the inferred timing of the inferred population size change is ancient for a lower number of individuals analyzed and more recent for a higher number of individuals analyzed</a:t>
            </a:r>
          </a:p>
          <a:p>
            <a:endParaRPr lang="en-US" dirty="0"/>
          </a:p>
        </p:txBody>
      </p:sp>
      <p:sp>
        <p:nvSpPr>
          <p:cNvPr id="4" name="Slide Number Placeholder 3">
            <a:extLst>
              <a:ext uri="{FF2B5EF4-FFF2-40B4-BE49-F238E27FC236}">
                <a16:creationId xmlns:a16="http://schemas.microsoft.com/office/drawing/2014/main" id="{8D47CAE4-1D96-D1E1-7FC6-42719E343EDC}"/>
              </a:ext>
            </a:extLst>
          </p:cNvPr>
          <p:cNvSpPr>
            <a:spLocks noGrp="1"/>
          </p:cNvSpPr>
          <p:nvPr>
            <p:ph type="sldNum" sz="quarter" idx="5"/>
          </p:nvPr>
        </p:nvSpPr>
        <p:spPr/>
        <p:txBody>
          <a:bodyPr/>
          <a:lstStyle/>
          <a:p>
            <a:fld id="{599CC9A3-A707-4B34-82D4-E64BA4C5A8D1}" type="slidenum">
              <a:rPr lang="en-US" smtClean="0"/>
              <a:t>9</a:t>
            </a:fld>
            <a:endParaRPr lang="en-US"/>
          </a:p>
        </p:txBody>
      </p:sp>
    </p:spTree>
    <p:extLst>
      <p:ext uri="{BB962C8B-B14F-4D97-AF65-F5344CB8AC3E}">
        <p14:creationId xmlns:p14="http://schemas.microsoft.com/office/powerpoint/2010/main" val="29950731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D16828-B6AB-338B-4514-C595EB78B1C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FD30D9-16CD-8E1C-CC85-A26372A061B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DF766E-DE20-0F02-5CE8-6D818BE219E5}"/>
              </a:ext>
            </a:extLst>
          </p:cNvPr>
          <p:cNvSpPr>
            <a:spLocks noGrp="1"/>
          </p:cNvSpPr>
          <p:nvPr>
            <p:ph type="body" idx="1"/>
          </p:nvPr>
        </p:nvSpPr>
        <p:spPr/>
        <p:txBody>
          <a:bodyPr/>
          <a:lstStyle/>
          <a:p>
            <a:r>
              <a:rPr lang="en-US" dirty="0"/>
              <a:t>Taken together these points all indicate that when analyzing a small dataset, two-epoch inference of this scenario captures an ancient contraction, while when analyzing a large dataset, two-epoch inference instead captures a recent expansion.</a:t>
            </a:r>
          </a:p>
        </p:txBody>
      </p:sp>
      <p:sp>
        <p:nvSpPr>
          <p:cNvPr id="4" name="Slide Number Placeholder 3">
            <a:extLst>
              <a:ext uri="{FF2B5EF4-FFF2-40B4-BE49-F238E27FC236}">
                <a16:creationId xmlns:a16="http://schemas.microsoft.com/office/drawing/2014/main" id="{32E958DE-45D9-94A1-4DF8-9E4300A10B1E}"/>
              </a:ext>
            </a:extLst>
          </p:cNvPr>
          <p:cNvSpPr>
            <a:spLocks noGrp="1"/>
          </p:cNvSpPr>
          <p:nvPr>
            <p:ph type="sldNum" sz="quarter" idx="5"/>
          </p:nvPr>
        </p:nvSpPr>
        <p:spPr/>
        <p:txBody>
          <a:bodyPr/>
          <a:lstStyle/>
          <a:p>
            <a:fld id="{599CC9A3-A707-4B34-82D4-E64BA4C5A8D1}" type="slidenum">
              <a:rPr lang="en-US" smtClean="0"/>
              <a:t>10</a:t>
            </a:fld>
            <a:endParaRPr lang="en-US"/>
          </a:p>
        </p:txBody>
      </p:sp>
    </p:spTree>
    <p:extLst>
      <p:ext uri="{BB962C8B-B14F-4D97-AF65-F5344CB8AC3E}">
        <p14:creationId xmlns:p14="http://schemas.microsoft.com/office/powerpoint/2010/main" val="32472361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sought to investigate further as to how and why this phenomenon of changing evolutionary signal arose based on the number of individuals. To do so, we considered the coalescent tree and its properties.</a:t>
            </a:r>
          </a:p>
        </p:txBody>
      </p:sp>
      <p:sp>
        <p:nvSpPr>
          <p:cNvPr id="4" name="Slide Number Placeholder 3"/>
          <p:cNvSpPr>
            <a:spLocks noGrp="1"/>
          </p:cNvSpPr>
          <p:nvPr>
            <p:ph type="sldNum" sz="quarter" idx="5"/>
          </p:nvPr>
        </p:nvSpPr>
        <p:spPr/>
        <p:txBody>
          <a:bodyPr/>
          <a:lstStyle/>
          <a:p>
            <a:fld id="{599CC9A3-A707-4B34-82D4-E64BA4C5A8D1}" type="slidenum">
              <a:rPr lang="en-US" smtClean="0"/>
              <a:t>11</a:t>
            </a:fld>
            <a:endParaRPr lang="en-US"/>
          </a:p>
        </p:txBody>
      </p:sp>
    </p:spTree>
    <p:extLst>
      <p:ext uri="{BB962C8B-B14F-4D97-AF65-F5344CB8AC3E}">
        <p14:creationId xmlns:p14="http://schemas.microsoft.com/office/powerpoint/2010/main" val="159306420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4DE57D-8DB6-FCF1-B623-DCBE24442D0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48FF62C-B171-95DA-66E8-7E3F551E6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191EB49-09EB-88A7-19B6-55660A61C350}"/>
              </a:ext>
            </a:extLst>
          </p:cNvPr>
          <p:cNvSpPr>
            <a:spLocks noGrp="1"/>
          </p:cNvSpPr>
          <p:nvPr>
            <p:ph type="body" idx="1"/>
          </p:nvPr>
        </p:nvSpPr>
        <p:spPr/>
        <p:txBody>
          <a:bodyPr/>
          <a:lstStyle/>
          <a:p>
            <a:r>
              <a:rPr lang="en-US" dirty="0"/>
              <a:t>Quite nicely, because we used, </a:t>
            </a:r>
            <a:r>
              <a:rPr lang="en-US" dirty="0" err="1"/>
              <a:t>MSPrime</a:t>
            </a:r>
            <a:r>
              <a:rPr lang="en-US" dirty="0"/>
              <a:t>, which is a coalescent-based simulator, we knew the ground-truth of our simulated history and calculated the proportion of branch length per epoch. To help with interpretation, I’ve provided a schematic for the simulated three-epoch demographic scenario on the right, color coded and labeled by epoch.</a:t>
            </a:r>
          </a:p>
          <a:p>
            <a:endParaRPr lang="en-US" dirty="0"/>
          </a:p>
          <a:p>
            <a:endParaRPr lang="en-US" dirty="0"/>
          </a:p>
        </p:txBody>
      </p:sp>
      <p:sp>
        <p:nvSpPr>
          <p:cNvPr id="4" name="Slide Number Placeholder 3">
            <a:extLst>
              <a:ext uri="{FF2B5EF4-FFF2-40B4-BE49-F238E27FC236}">
                <a16:creationId xmlns:a16="http://schemas.microsoft.com/office/drawing/2014/main" id="{595D411A-9FA9-B413-552B-E0B055E78E77}"/>
              </a:ext>
            </a:extLst>
          </p:cNvPr>
          <p:cNvSpPr>
            <a:spLocks noGrp="1"/>
          </p:cNvSpPr>
          <p:nvPr>
            <p:ph type="sldNum" sz="quarter" idx="5"/>
          </p:nvPr>
        </p:nvSpPr>
        <p:spPr/>
        <p:txBody>
          <a:bodyPr/>
          <a:lstStyle/>
          <a:p>
            <a:fld id="{599CC9A3-A707-4B34-82D4-E64BA4C5A8D1}" type="slidenum">
              <a:rPr lang="en-US" smtClean="0"/>
              <a:t>12</a:t>
            </a:fld>
            <a:endParaRPr lang="en-US"/>
          </a:p>
        </p:txBody>
      </p:sp>
    </p:spTree>
    <p:extLst>
      <p:ext uri="{BB962C8B-B14F-4D97-AF65-F5344CB8AC3E}">
        <p14:creationId xmlns:p14="http://schemas.microsoft.com/office/powerpoint/2010/main" val="23664928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852F71-2C46-8FC1-3522-DF626CA968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D2396B3-005E-6B68-F965-DB7CE05F46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565F71F-301D-FD13-C2FA-6A0F9495CC25}"/>
              </a:ext>
            </a:extLst>
          </p:cNvPr>
          <p:cNvSpPr>
            <a:spLocks noGrp="1"/>
          </p:cNvSpPr>
          <p:nvPr>
            <p:ph type="body" idx="1"/>
          </p:nvPr>
        </p:nvSpPr>
        <p:spPr/>
        <p:txBody>
          <a:bodyPr/>
          <a:lstStyle/>
          <a:p>
            <a:r>
              <a:rPr lang="en-US" dirty="0"/>
              <a:t>Data points which are solid and filled in indicate the samples from which a two-epoch demographic model inferred a population contraction, while hollow points indicate a population expansion.</a:t>
            </a:r>
          </a:p>
        </p:txBody>
      </p:sp>
      <p:sp>
        <p:nvSpPr>
          <p:cNvPr id="4" name="Slide Number Placeholder 3">
            <a:extLst>
              <a:ext uri="{FF2B5EF4-FFF2-40B4-BE49-F238E27FC236}">
                <a16:creationId xmlns:a16="http://schemas.microsoft.com/office/drawing/2014/main" id="{BA1EADFA-4DF3-99FC-FC1D-7E780815D2AC}"/>
              </a:ext>
            </a:extLst>
          </p:cNvPr>
          <p:cNvSpPr>
            <a:spLocks noGrp="1"/>
          </p:cNvSpPr>
          <p:nvPr>
            <p:ph type="sldNum" sz="quarter" idx="5"/>
          </p:nvPr>
        </p:nvSpPr>
        <p:spPr/>
        <p:txBody>
          <a:bodyPr/>
          <a:lstStyle/>
          <a:p>
            <a:fld id="{599CC9A3-A707-4B34-82D4-E64BA4C5A8D1}" type="slidenum">
              <a:rPr lang="en-US" smtClean="0"/>
              <a:t>13</a:t>
            </a:fld>
            <a:endParaRPr lang="en-US"/>
          </a:p>
        </p:txBody>
      </p:sp>
    </p:spTree>
    <p:extLst>
      <p:ext uri="{BB962C8B-B14F-4D97-AF65-F5344CB8AC3E}">
        <p14:creationId xmlns:p14="http://schemas.microsoft.com/office/powerpoint/2010/main" val="206757411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EBCABE5-3BD6-62E2-ACB4-3C2CCC26A10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B8DE14C-21B6-2E70-AFA8-D32DFA75D7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D4CC5F7-0575-8602-EFCB-3009C1A43061}"/>
              </a:ext>
            </a:extLst>
          </p:cNvPr>
          <p:cNvSpPr>
            <a:spLocks noGrp="1"/>
          </p:cNvSpPr>
          <p:nvPr>
            <p:ph type="body" idx="1"/>
          </p:nvPr>
        </p:nvSpPr>
        <p:spPr/>
        <p:txBody>
          <a:bodyPr/>
          <a:lstStyle/>
          <a:p>
            <a:r>
              <a:rPr lang="en-US" dirty="0"/>
              <a:t>Additionally, data are color-coded by the ground truth epoch in which the branch proportion fell upon the coalescent tree</a:t>
            </a:r>
          </a:p>
        </p:txBody>
      </p:sp>
      <p:sp>
        <p:nvSpPr>
          <p:cNvPr id="4" name="Slide Number Placeholder 3">
            <a:extLst>
              <a:ext uri="{FF2B5EF4-FFF2-40B4-BE49-F238E27FC236}">
                <a16:creationId xmlns:a16="http://schemas.microsoft.com/office/drawing/2014/main" id="{B5639E59-B44D-CC61-00FF-E9AF302A43C9}"/>
              </a:ext>
            </a:extLst>
          </p:cNvPr>
          <p:cNvSpPr>
            <a:spLocks noGrp="1"/>
          </p:cNvSpPr>
          <p:nvPr>
            <p:ph type="sldNum" sz="quarter" idx="5"/>
          </p:nvPr>
        </p:nvSpPr>
        <p:spPr/>
        <p:txBody>
          <a:bodyPr/>
          <a:lstStyle/>
          <a:p>
            <a:fld id="{599CC9A3-A707-4B34-82D4-E64BA4C5A8D1}" type="slidenum">
              <a:rPr lang="en-US" smtClean="0"/>
              <a:t>14</a:t>
            </a:fld>
            <a:endParaRPr lang="en-US"/>
          </a:p>
        </p:txBody>
      </p:sp>
    </p:spTree>
    <p:extLst>
      <p:ext uri="{BB962C8B-B14F-4D97-AF65-F5344CB8AC3E}">
        <p14:creationId xmlns:p14="http://schemas.microsoft.com/office/powerpoint/2010/main" val="366083650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D0ADB5-7F43-AFC8-2721-454845C293F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F28C0-F498-3A84-B9BA-C9CE0C23ED4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55C642-4D61-C1E2-3D8E-493DF3F21498}"/>
              </a:ext>
            </a:extLst>
          </p:cNvPr>
          <p:cNvSpPr>
            <a:spLocks noGrp="1"/>
          </p:cNvSpPr>
          <p:nvPr>
            <p:ph type="body" idx="1"/>
          </p:nvPr>
        </p:nvSpPr>
        <p:spPr/>
        <p:txBody>
          <a:bodyPr/>
          <a:lstStyle/>
          <a:p>
            <a:r>
              <a:rPr lang="en-US" dirty="0"/>
              <a:t>Of extreme interest, we found that the </a:t>
            </a:r>
            <a:r>
              <a:rPr lang="en-US" sz="1200" b="0" i="0" u="none" strike="noStrike" kern="1200" dirty="0">
                <a:solidFill>
                  <a:schemeClr val="tx1"/>
                </a:solidFill>
                <a:effectLst/>
                <a:latin typeface="+mn-lt"/>
                <a:ea typeface="+mn-ea"/>
                <a:cs typeface="+mn-cs"/>
              </a:rPr>
              <a:t>highest mean proportion of branch lengths corresponded to the epoch whose evolutionary signal was captured by the two-epoch model. As an example, here when the teal data points overtake the orange data points is when the inferred evolutionary signal changes from an ancient bottleneck to a recent expansion.</a:t>
            </a:r>
            <a:endParaRPr lang="en-US" dirty="0"/>
          </a:p>
        </p:txBody>
      </p:sp>
      <p:sp>
        <p:nvSpPr>
          <p:cNvPr id="4" name="Slide Number Placeholder 3">
            <a:extLst>
              <a:ext uri="{FF2B5EF4-FFF2-40B4-BE49-F238E27FC236}">
                <a16:creationId xmlns:a16="http://schemas.microsoft.com/office/drawing/2014/main" id="{4F1D98E3-6F80-0CEC-C3BD-85FF91A2AE01}"/>
              </a:ext>
            </a:extLst>
          </p:cNvPr>
          <p:cNvSpPr>
            <a:spLocks noGrp="1"/>
          </p:cNvSpPr>
          <p:nvPr>
            <p:ph type="sldNum" sz="quarter" idx="5"/>
          </p:nvPr>
        </p:nvSpPr>
        <p:spPr/>
        <p:txBody>
          <a:bodyPr/>
          <a:lstStyle/>
          <a:p>
            <a:fld id="{599CC9A3-A707-4B34-82D4-E64BA4C5A8D1}" type="slidenum">
              <a:rPr lang="en-US" smtClean="0"/>
              <a:t>15</a:t>
            </a:fld>
            <a:endParaRPr lang="en-US"/>
          </a:p>
        </p:txBody>
      </p:sp>
    </p:spTree>
    <p:extLst>
      <p:ext uri="{BB962C8B-B14F-4D97-AF65-F5344CB8AC3E}">
        <p14:creationId xmlns:p14="http://schemas.microsoft.com/office/powerpoint/2010/main" val="21329186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Lastly, with what little time I have left, I just want to share that we did in fact also apply this analysis to empirical human data, shown here on the right in blue, finding similarly that data sets with fewer individuals infer an ancient contraction while data sets with more individuals infer a recent expansion</a:t>
            </a:r>
          </a:p>
        </p:txBody>
      </p:sp>
      <p:sp>
        <p:nvSpPr>
          <p:cNvPr id="4" name="Slide Number Placeholder 3"/>
          <p:cNvSpPr>
            <a:spLocks noGrp="1"/>
          </p:cNvSpPr>
          <p:nvPr>
            <p:ph type="sldNum" sz="quarter" idx="5"/>
          </p:nvPr>
        </p:nvSpPr>
        <p:spPr/>
        <p:txBody>
          <a:bodyPr/>
          <a:lstStyle/>
          <a:p>
            <a:fld id="{599CC9A3-A707-4B34-82D4-E64BA4C5A8D1}" type="slidenum">
              <a:rPr lang="en-US" smtClean="0"/>
              <a:t>16</a:t>
            </a:fld>
            <a:endParaRPr lang="en-US"/>
          </a:p>
        </p:txBody>
      </p:sp>
    </p:spTree>
    <p:extLst>
      <p:ext uri="{BB962C8B-B14F-4D97-AF65-F5344CB8AC3E}">
        <p14:creationId xmlns:p14="http://schemas.microsoft.com/office/powerpoint/2010/main" val="1890164100"/>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summarize my work, population genetics inference is sensitive to the number of individuals in the data set.</a:t>
            </a:r>
          </a:p>
          <a:p>
            <a:r>
              <a:rPr lang="en-US" dirty="0"/>
              <a:t>We suspect, and are testing, that the dominant evolutionary signal in a two-epoch model is determined by the epoch with the highest proportion of coalescent branch lengths</a:t>
            </a:r>
          </a:p>
          <a:p>
            <a:r>
              <a:rPr lang="en-US" dirty="0"/>
              <a:t>And lastly, this work has important implications for future population genetics studies which similarly infer demography – analyzing data sets of different sample sizes may yield complementary insights into evolutionary history.</a:t>
            </a:r>
          </a:p>
          <a:p>
            <a:endParaRPr lang="en-US" dirty="0"/>
          </a:p>
          <a:p>
            <a:r>
              <a:rPr lang="en-US" dirty="0"/>
              <a:t>I’m happy to take any questions, but more realistically for time it’ll be at my poster.</a:t>
            </a:r>
          </a:p>
        </p:txBody>
      </p:sp>
      <p:sp>
        <p:nvSpPr>
          <p:cNvPr id="4" name="Slide Number Placeholder 3"/>
          <p:cNvSpPr>
            <a:spLocks noGrp="1"/>
          </p:cNvSpPr>
          <p:nvPr>
            <p:ph type="sldNum" sz="quarter" idx="5"/>
          </p:nvPr>
        </p:nvSpPr>
        <p:spPr/>
        <p:txBody>
          <a:bodyPr/>
          <a:lstStyle/>
          <a:p>
            <a:fld id="{599CC9A3-A707-4B34-82D4-E64BA4C5A8D1}" type="slidenum">
              <a:rPr lang="en-US" smtClean="0"/>
              <a:t>17</a:t>
            </a:fld>
            <a:endParaRPr lang="en-US"/>
          </a:p>
        </p:txBody>
      </p:sp>
    </p:spTree>
    <p:extLst>
      <p:ext uri="{BB962C8B-B14F-4D97-AF65-F5344CB8AC3E}">
        <p14:creationId xmlns:p14="http://schemas.microsoft.com/office/powerpoint/2010/main" val="78847707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obj" preserve="1">
  <p:cSld name="Title Slide">
    <p:spTree>
      <p:nvGrpSpPr>
        <p:cNvPr id="1" name=""/>
        <p:cNvGrpSpPr/>
        <p:nvPr/>
      </p:nvGrpSpPr>
      <p:grpSpPr>
        <a:xfrm>
          <a:off x="0" y="0"/>
          <a:ext cx="0" cy="0"/>
          <a:chOff x="0" y="0"/>
          <a:chExt cx="0" cy="0"/>
        </a:xfrm>
      </p:grpSpPr>
      <p:sp>
        <p:nvSpPr>
          <p:cNvPr id="2" name="Holder 2"/>
          <p:cNvSpPr>
            <a:spLocks noGrp="1"/>
          </p:cNvSpPr>
          <p:nvPr>
            <p:ph type="ctrTitle"/>
          </p:nvPr>
        </p:nvSpPr>
        <p:spPr>
          <a:xfrm>
            <a:off x="2443479" y="1981200"/>
            <a:ext cx="8117840" cy="467360"/>
          </a:xfrm>
          <a:prstGeom prst="rect">
            <a:avLst/>
          </a:prstGeom>
        </p:spPr>
        <p:txBody>
          <a:bodyPr wrap="square" lIns="0" tIns="0" rIns="0" bIns="0">
            <a:spAutoFit/>
          </a:bodyPr>
          <a:lstStyle>
            <a:lvl1pPr>
              <a:defRPr sz="2900" b="1" i="0">
                <a:solidFill>
                  <a:schemeClr val="tx1"/>
                </a:solidFill>
                <a:latin typeface="Arial"/>
                <a:cs typeface="Arial"/>
              </a:defRPr>
            </a:lvl1pPr>
          </a:lstStyle>
          <a:p>
            <a:endParaRPr/>
          </a:p>
        </p:txBody>
      </p:sp>
      <p:sp>
        <p:nvSpPr>
          <p:cNvPr id="3" name="Holder 3"/>
          <p:cNvSpPr>
            <a:spLocks noGrp="1"/>
          </p:cNvSpPr>
          <p:nvPr>
            <p:ph type="subTitle" idx="4"/>
          </p:nvPr>
        </p:nvSpPr>
        <p:spPr>
          <a:xfrm>
            <a:off x="1950720" y="5462016"/>
            <a:ext cx="9103360" cy="2438400"/>
          </a:xfrm>
          <a:prstGeom prst="rect">
            <a:avLst/>
          </a:prstGeom>
        </p:spPr>
        <p:txBody>
          <a:bodyPr wrap="square" lIns="0" tIns="0" rIns="0" bIns="0">
            <a:spAutoFit/>
          </a:bodyPr>
          <a:lstStyle>
            <a:lvl1pPr>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p:txBody>
          <a:bodyPr lIns="0" tIns="0" rIns="0" bIns="0"/>
          <a:lstStyle>
            <a:lvl1pPr>
              <a:defRPr b="0" i="0">
                <a:solidFill>
                  <a:schemeClr val="tx1"/>
                </a:solidFill>
              </a:defRPr>
            </a:lvl1pPr>
          </a:lstStyle>
          <a:p>
            <a:endParaRPr/>
          </a:p>
        </p:txBody>
      </p:sp>
      <p:sp>
        <p:nvSpPr>
          <p:cNvPr id="4" name="Holder 4"/>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5" name="Holder 5"/>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wo Content">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sz="half" idx="2"/>
          </p:nvPr>
        </p:nvSpPr>
        <p:spPr>
          <a:xfrm>
            <a:off x="650240" y="2243328"/>
            <a:ext cx="5657088" cy="6437376"/>
          </a:xfrm>
          <a:prstGeom prst="rect">
            <a:avLst/>
          </a:prstGeom>
        </p:spPr>
        <p:txBody>
          <a:bodyPr wrap="square" lIns="0" tIns="0" rIns="0" bIns="0">
            <a:spAutoFit/>
          </a:bodyPr>
          <a:lstStyle>
            <a:lvl1pPr>
              <a:defRPr/>
            </a:lvl1pPr>
          </a:lstStyle>
          <a:p>
            <a:endParaRPr/>
          </a:p>
        </p:txBody>
      </p:sp>
      <p:sp>
        <p:nvSpPr>
          <p:cNvPr id="4" name="Holder 4"/>
          <p:cNvSpPr>
            <a:spLocks noGrp="1"/>
          </p:cNvSpPr>
          <p:nvPr>
            <p:ph sz="half" idx="3"/>
          </p:nvPr>
        </p:nvSpPr>
        <p:spPr>
          <a:xfrm>
            <a:off x="6697472" y="2243328"/>
            <a:ext cx="5657088" cy="6437376"/>
          </a:xfrm>
          <a:prstGeom prst="rect">
            <a:avLst/>
          </a:prstGeom>
        </p:spPr>
        <p:txBody>
          <a:bodyPr wrap="square" lIns="0" tIns="0" rIns="0" bIns="0">
            <a:spAutoFit/>
          </a:bodyPr>
          <a:lstStyle>
            <a:lvl1pPr>
              <a:defRPr/>
            </a:lvl1pPr>
          </a:lstStyle>
          <a:p>
            <a:endParaRPr/>
          </a:p>
        </p:txBody>
      </p:sp>
      <p:sp>
        <p:nvSpPr>
          <p:cNvPr id="5" name="Holder 5"/>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6" name="Holder 6"/>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7" name="Holder 7"/>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obj" preserve="1">
  <p:cSld name="Title Only">
    <p:spTree>
      <p:nvGrpSpPr>
        <p:cNvPr id="1" name=""/>
        <p:cNvGrpSpPr/>
        <p:nvPr/>
      </p:nvGrpSpPr>
      <p:grpSpPr>
        <a:xfrm>
          <a:off x="0" y="0"/>
          <a:ext cx="0" cy="0"/>
          <a:chOff x="0" y="0"/>
          <a:chExt cx="0" cy="0"/>
        </a:xfrm>
      </p:grpSpPr>
      <p:sp>
        <p:nvSpPr>
          <p:cNvPr id="2" name="Holder 2"/>
          <p:cNvSpPr>
            <a:spLocks noGrp="1"/>
          </p:cNvSpPr>
          <p:nvPr>
            <p:ph type="title"/>
          </p:nvPr>
        </p:nvSpPr>
        <p:spPr/>
        <p:txBody>
          <a:bodyPr lIns="0" tIns="0" rIns="0" bIns="0"/>
          <a:lstStyle>
            <a:lvl1pPr>
              <a:defRPr sz="4600" b="0" i="0">
                <a:solidFill>
                  <a:schemeClr val="tx1"/>
                </a:solidFill>
                <a:latin typeface="Arial"/>
                <a:cs typeface="Arial"/>
              </a:defRPr>
            </a:lvl1pPr>
          </a:lstStyle>
          <a:p>
            <a:endParaRPr/>
          </a:p>
        </p:txBody>
      </p:sp>
      <p:sp>
        <p:nvSpPr>
          <p:cNvPr id="3" name="Holder 3"/>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4" name="Holder 4"/>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5" name="Holder 5"/>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reserve="1">
  <p:cSld name="Blank">
    <p:spTree>
      <p:nvGrpSpPr>
        <p:cNvPr id="1" name=""/>
        <p:cNvGrpSpPr/>
        <p:nvPr/>
      </p:nvGrpSpPr>
      <p:grpSpPr>
        <a:xfrm>
          <a:off x="0" y="0"/>
          <a:ext cx="0" cy="0"/>
          <a:chOff x="0" y="0"/>
          <a:chExt cx="0" cy="0"/>
        </a:xfrm>
      </p:grpSpPr>
      <p:sp>
        <p:nvSpPr>
          <p:cNvPr id="2" name="Holder 2"/>
          <p:cNvSpPr>
            <a:spLocks noGrp="1"/>
          </p:cNvSpPr>
          <p:nvPr>
            <p:ph type="ftr" sz="quarter" idx="5"/>
          </p:nvPr>
        </p:nvSpPr>
        <p:spPr/>
        <p:txBody>
          <a:bodyPr lIns="0" tIns="0" rIns="0" bIns="0"/>
          <a:lstStyle>
            <a:lvl1pPr algn="ctr">
              <a:defRPr>
                <a:solidFill>
                  <a:schemeClr val="tx1">
                    <a:tint val="75000"/>
                  </a:schemeClr>
                </a:solidFill>
              </a:defRPr>
            </a:lvl1pPr>
          </a:lstStyle>
          <a:p>
            <a:endParaRPr/>
          </a:p>
        </p:txBody>
      </p:sp>
      <p:sp>
        <p:nvSpPr>
          <p:cNvPr id="3" name="Holder 3"/>
          <p:cNvSpPr>
            <a:spLocks noGrp="1"/>
          </p:cNvSpPr>
          <p:nvPr>
            <p:ph type="dt" sz="half" idx="6"/>
          </p:nvPr>
        </p:nvSpPr>
        <p:spPr/>
        <p:txBody>
          <a:bodyPr lIns="0" tIns="0" rIns="0" bIns="0"/>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4" name="Holder 4"/>
          <p:cNvSpPr>
            <a:spLocks noGrp="1"/>
          </p:cNvSpPr>
          <p:nvPr>
            <p:ph type="sldNum" sz="quarter" idx="7"/>
          </p:nvPr>
        </p:nvSpPr>
        <p:spPr/>
        <p:txBody>
          <a:bodyPr lIns="0" tIns="0" rIns="0" bIns="0"/>
          <a:lstStyle>
            <a:lvl1pPr algn="r">
              <a:defRPr>
                <a:solidFill>
                  <a:schemeClr val="tx1">
                    <a:tint val="75000"/>
                  </a:schemeClr>
                </a:solidFill>
              </a:defRPr>
            </a:lvl1pPr>
          </a:lstStyle>
          <a:p>
            <a:fld id="{B6F15528-21DE-4FAA-801E-634DDDAF4B2B}"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older 2"/>
          <p:cNvSpPr>
            <a:spLocks noGrp="1"/>
          </p:cNvSpPr>
          <p:nvPr>
            <p:ph type="title"/>
          </p:nvPr>
        </p:nvSpPr>
        <p:spPr>
          <a:xfrm>
            <a:off x="463550" y="965200"/>
            <a:ext cx="12077700" cy="726439"/>
          </a:xfrm>
          <a:prstGeom prst="rect">
            <a:avLst/>
          </a:prstGeom>
        </p:spPr>
        <p:txBody>
          <a:bodyPr wrap="square" lIns="0" tIns="0" rIns="0" bIns="0">
            <a:spAutoFit/>
          </a:bodyPr>
          <a:lstStyle>
            <a:lvl1pPr>
              <a:defRPr sz="4600" b="0" i="0">
                <a:solidFill>
                  <a:schemeClr val="tx1"/>
                </a:solidFill>
                <a:latin typeface="Arial"/>
                <a:cs typeface="Arial"/>
              </a:defRPr>
            </a:lvl1pPr>
          </a:lstStyle>
          <a:p>
            <a:endParaRPr/>
          </a:p>
        </p:txBody>
      </p:sp>
      <p:sp>
        <p:nvSpPr>
          <p:cNvPr id="3" name="Holder 3"/>
          <p:cNvSpPr>
            <a:spLocks noGrp="1"/>
          </p:cNvSpPr>
          <p:nvPr>
            <p:ph type="body" idx="1"/>
          </p:nvPr>
        </p:nvSpPr>
        <p:spPr>
          <a:xfrm>
            <a:off x="825500" y="2889468"/>
            <a:ext cx="11353800" cy="4697730"/>
          </a:xfrm>
          <a:prstGeom prst="rect">
            <a:avLst/>
          </a:prstGeom>
        </p:spPr>
        <p:txBody>
          <a:bodyPr wrap="square" lIns="0" tIns="0" rIns="0" bIns="0">
            <a:spAutoFit/>
          </a:bodyPr>
          <a:lstStyle>
            <a:lvl1pPr>
              <a:defRPr b="0" i="0">
                <a:solidFill>
                  <a:schemeClr val="tx1"/>
                </a:solidFill>
              </a:defRPr>
            </a:lvl1pPr>
          </a:lstStyle>
          <a:p>
            <a:endParaRPr/>
          </a:p>
        </p:txBody>
      </p:sp>
      <p:sp>
        <p:nvSpPr>
          <p:cNvPr id="4" name="Holder 4"/>
          <p:cNvSpPr>
            <a:spLocks noGrp="1"/>
          </p:cNvSpPr>
          <p:nvPr>
            <p:ph type="ftr" sz="quarter" idx="5"/>
          </p:nvPr>
        </p:nvSpPr>
        <p:spPr>
          <a:xfrm>
            <a:off x="4421632" y="9070848"/>
            <a:ext cx="4161536" cy="487680"/>
          </a:xfrm>
          <a:prstGeom prst="rect">
            <a:avLst/>
          </a:prstGeom>
        </p:spPr>
        <p:txBody>
          <a:bodyPr wrap="square" lIns="0" tIns="0" rIns="0" bIns="0">
            <a:spAutoFit/>
          </a:bodyPr>
          <a:lstStyle>
            <a:lvl1pPr algn="ctr">
              <a:defRPr>
                <a:solidFill>
                  <a:schemeClr val="tx1">
                    <a:tint val="75000"/>
                  </a:schemeClr>
                </a:solidFill>
              </a:defRPr>
            </a:lvl1pPr>
          </a:lstStyle>
          <a:p>
            <a:endParaRPr/>
          </a:p>
        </p:txBody>
      </p:sp>
      <p:sp>
        <p:nvSpPr>
          <p:cNvPr id="5" name="Holder 5"/>
          <p:cNvSpPr>
            <a:spLocks noGrp="1"/>
          </p:cNvSpPr>
          <p:nvPr>
            <p:ph type="dt" sz="half" idx="6"/>
          </p:nvPr>
        </p:nvSpPr>
        <p:spPr>
          <a:xfrm>
            <a:off x="650240" y="9070848"/>
            <a:ext cx="2991104" cy="487680"/>
          </a:xfrm>
          <a:prstGeom prst="rect">
            <a:avLst/>
          </a:prstGeom>
        </p:spPr>
        <p:txBody>
          <a:bodyPr wrap="square" lIns="0" tIns="0" rIns="0" bIns="0">
            <a:spAutoFit/>
          </a:bodyPr>
          <a:lstStyle>
            <a:lvl1pPr algn="l">
              <a:defRPr>
                <a:solidFill>
                  <a:schemeClr val="tx1">
                    <a:tint val="75000"/>
                  </a:schemeClr>
                </a:solidFill>
              </a:defRPr>
            </a:lvl1pPr>
          </a:lstStyle>
          <a:p>
            <a:fld id="{1D8BD707-D9CF-40AE-B4C6-C98DA3205C09}" type="datetimeFigureOut">
              <a:rPr lang="en-US"/>
              <a:t>10/31/2025</a:t>
            </a:fld>
            <a:endParaRPr lang="en-US"/>
          </a:p>
        </p:txBody>
      </p:sp>
      <p:sp>
        <p:nvSpPr>
          <p:cNvPr id="6" name="Holder 6"/>
          <p:cNvSpPr>
            <a:spLocks noGrp="1"/>
          </p:cNvSpPr>
          <p:nvPr>
            <p:ph type="sldNum" sz="quarter" idx="7"/>
          </p:nvPr>
        </p:nvSpPr>
        <p:spPr>
          <a:xfrm>
            <a:off x="9363456" y="9070848"/>
            <a:ext cx="2991104" cy="487680"/>
          </a:xfrm>
          <a:prstGeom prst="rect">
            <a:avLst/>
          </a:prstGeom>
        </p:spPr>
        <p:txBody>
          <a:bodyPr wrap="square" lIns="0" tIns="0" rIns="0" bIns="0">
            <a:spAutoFit/>
          </a:bodyPr>
          <a:lstStyle>
            <a:lvl1pPr algn="r">
              <a:defRPr>
                <a:solidFill>
                  <a:schemeClr val="tx1">
                    <a:tint val="75000"/>
                  </a:schemeClr>
                </a:solidFill>
              </a:defRPr>
            </a:lvl1pPr>
          </a:lstStyle>
          <a:p>
            <a:fld id="{B6F15528-21DE-4FAA-801E-634DDDAF4B2B}" type="slidenum">
              <a:t>‹#›</a:t>
            </a:fld>
            <a:endParaRPr/>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Lst>
  <p:txStyles>
    <p:titleStyle>
      <a:lvl1pPr>
        <a:defRPr>
          <a:latin typeface="+mj-lt"/>
          <a:ea typeface="+mj-ea"/>
          <a:cs typeface="+mj-cs"/>
        </a:defRPr>
      </a:lvl1pPr>
    </p:titleStyle>
    <p:body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bodyStyle>
    <p:otherStyle>
      <a:lvl1pPr marL="0">
        <a:defRPr>
          <a:latin typeface="+mn-lt"/>
          <a:ea typeface="+mn-ea"/>
          <a:cs typeface="+mn-cs"/>
        </a:defRPr>
      </a:lvl1pPr>
      <a:lvl2pPr marL="457200">
        <a:defRPr>
          <a:latin typeface="+mn-lt"/>
          <a:ea typeface="+mn-ea"/>
          <a:cs typeface="+mn-cs"/>
        </a:defRPr>
      </a:lvl2pPr>
      <a:lvl3pPr marL="914400">
        <a:defRPr>
          <a:latin typeface="+mn-lt"/>
          <a:ea typeface="+mn-ea"/>
          <a:cs typeface="+mn-cs"/>
        </a:defRPr>
      </a:lvl3pPr>
      <a:lvl4pPr marL="1371600">
        <a:defRPr>
          <a:latin typeface="+mn-lt"/>
          <a:ea typeface="+mn-ea"/>
          <a:cs typeface="+mn-cs"/>
        </a:defRPr>
      </a:lvl4pPr>
      <a:lvl5pPr marL="1828800">
        <a:defRPr>
          <a:latin typeface="+mn-lt"/>
          <a:ea typeface="+mn-ea"/>
          <a:cs typeface="+mn-cs"/>
        </a:defRPr>
      </a:lvl5pPr>
      <a:lvl6pPr marL="2286000">
        <a:defRPr>
          <a:latin typeface="+mn-lt"/>
          <a:ea typeface="+mn-ea"/>
          <a:cs typeface="+mn-cs"/>
        </a:defRPr>
      </a:lvl6pPr>
      <a:lvl7pPr marL="2743200">
        <a:defRPr>
          <a:latin typeface="+mn-lt"/>
          <a:ea typeface="+mn-ea"/>
          <a:cs typeface="+mn-cs"/>
        </a:defRPr>
      </a:lvl7pPr>
      <a:lvl8pPr marL="3200400">
        <a:defRPr>
          <a:latin typeface="+mn-lt"/>
          <a:ea typeface="+mn-ea"/>
          <a:cs typeface="+mn-cs"/>
        </a:defRPr>
      </a:lvl8pPr>
      <a:lvl9pPr marL="3657600">
        <a:defRPr>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3.jpe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6.xml"/><Relationship Id="rId1" Type="http://schemas.openxmlformats.org/officeDocument/2006/relationships/slideLayout" Target="../slideLayouts/slideLayout2.xml"/><Relationship Id="rId4" Type="http://schemas.openxmlformats.org/officeDocument/2006/relationships/image" Target="../media/image11.png"/></Relationships>
</file>

<file path=ppt/slides/_rels/slide17.xml.rels><?xml version="1.0" encoding="UTF-8" standalone="yes"?>
<Relationships xmlns="http://schemas.openxmlformats.org/package/2006/relationships"><Relationship Id="rId3" Type="http://schemas.openxmlformats.org/officeDocument/2006/relationships/image" Target="../media/image1.png"/><Relationship Id="rId7"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image" Target="../media/image13.jpeg"/><Relationship Id="rId5" Type="http://schemas.openxmlformats.org/officeDocument/2006/relationships/image" Target="../media/image12.pn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4" name="object 4"/>
          <p:cNvSpPr txBox="1"/>
          <p:nvPr/>
        </p:nvSpPr>
        <p:spPr>
          <a:xfrm>
            <a:off x="4601210" y="7206902"/>
            <a:ext cx="4187190" cy="474489"/>
          </a:xfrm>
          <a:prstGeom prst="rect">
            <a:avLst/>
          </a:prstGeom>
        </p:spPr>
        <p:txBody>
          <a:bodyPr vert="horz" wrap="square" lIns="0" tIns="12700" rIns="0" bIns="0" rtlCol="0">
            <a:spAutoFit/>
          </a:bodyPr>
          <a:lstStyle/>
          <a:p>
            <a:pPr marL="12700">
              <a:lnSpc>
                <a:spcPct val="100000"/>
              </a:lnSpc>
              <a:spcBef>
                <a:spcPts val="100"/>
              </a:spcBef>
            </a:pPr>
            <a:r>
              <a:rPr lang="en-US" sz="3000" spc="-5" dirty="0">
                <a:solidFill>
                  <a:srgbClr val="929292"/>
                </a:solidFill>
                <a:latin typeface="Yu Gothic" panose="020B0400000000000000" pitchFamily="34" charset="-128"/>
                <a:ea typeface="Yu Gothic" panose="020B0400000000000000" pitchFamily="34" charset="-128"/>
                <a:cs typeface="Arial"/>
              </a:rPr>
              <a:t>November 1</a:t>
            </a:r>
            <a:r>
              <a:rPr lang="en-US" sz="3000" spc="-5" baseline="30000" dirty="0">
                <a:solidFill>
                  <a:srgbClr val="929292"/>
                </a:solidFill>
                <a:latin typeface="Yu Gothic" panose="020B0400000000000000" pitchFamily="34" charset="-128"/>
                <a:ea typeface="Yu Gothic" panose="020B0400000000000000" pitchFamily="34" charset="-128"/>
                <a:cs typeface="Arial"/>
              </a:rPr>
              <a:t>st</a:t>
            </a:r>
            <a:r>
              <a:rPr lang="en-US" sz="3000" spc="-5" dirty="0">
                <a:solidFill>
                  <a:srgbClr val="929292"/>
                </a:solidFill>
                <a:latin typeface="Yu Gothic" panose="020B0400000000000000" pitchFamily="34" charset="-128"/>
                <a:ea typeface="Yu Gothic" panose="020B0400000000000000" pitchFamily="34" charset="-128"/>
                <a:cs typeface="Arial"/>
              </a:rPr>
              <a:t>, 2025</a:t>
            </a:r>
            <a:endParaRPr lang="en-US" sz="3000" spc="-5" baseline="30000" dirty="0">
              <a:solidFill>
                <a:srgbClr val="929292"/>
              </a:solidFill>
              <a:latin typeface="Yu Gothic" panose="020B0400000000000000" pitchFamily="34" charset="-128"/>
              <a:ea typeface="Yu Gothic" panose="020B0400000000000000" pitchFamily="34" charset="-128"/>
              <a:cs typeface="Arial"/>
            </a:endParaRPr>
          </a:p>
        </p:txBody>
      </p:sp>
      <p:sp>
        <p:nvSpPr>
          <p:cNvPr id="7" name="object 7"/>
          <p:cNvSpPr/>
          <p:nvPr/>
        </p:nvSpPr>
        <p:spPr>
          <a:xfrm>
            <a:off x="0" y="9078486"/>
            <a:ext cx="864887" cy="602562"/>
          </a:xfrm>
          <a:prstGeom prst="rect">
            <a:avLst/>
          </a:prstGeom>
          <a:blipFill>
            <a:blip r:embed="rId3" cstate="print"/>
            <a:stretch>
              <a:fillRect/>
            </a:stretch>
          </a:blipFill>
        </p:spPr>
        <p:txBody>
          <a:bodyPr wrap="square" lIns="0" tIns="0" rIns="0" bIns="0" rtlCol="0"/>
          <a:lstStyle/>
          <a:p>
            <a:endParaRPr dirty="0"/>
          </a:p>
        </p:txBody>
      </p:sp>
      <p:sp>
        <p:nvSpPr>
          <p:cNvPr id="8" name="object 8"/>
          <p:cNvSpPr txBox="1"/>
          <p:nvPr/>
        </p:nvSpPr>
        <p:spPr>
          <a:xfrm>
            <a:off x="749300" y="8636000"/>
            <a:ext cx="3070860" cy="901700"/>
          </a:xfrm>
          <a:prstGeom prst="rect">
            <a:avLst/>
          </a:prstGeom>
        </p:spPr>
        <p:txBody>
          <a:bodyPr vert="horz" wrap="square" lIns="0" tIns="12700" rIns="0" bIns="0" rtlCol="0">
            <a:spAutoFit/>
          </a:bodyPr>
          <a:lstStyle/>
          <a:p>
            <a:pPr marL="12700">
              <a:lnSpc>
                <a:spcPct val="100000"/>
              </a:lnSpc>
              <a:spcBef>
                <a:spcPts val="100"/>
              </a:spcBef>
            </a:pPr>
            <a:r>
              <a:rPr sz="2200" spc="-35" dirty="0">
                <a:latin typeface="Arial"/>
                <a:cs typeface="Arial"/>
              </a:rPr>
              <a:t>@</a:t>
            </a:r>
            <a:r>
              <a:rPr lang="en-US" sz="2200" spc="-35" dirty="0">
                <a:latin typeface="Arial"/>
                <a:cs typeface="Arial"/>
              </a:rPr>
              <a:t>jonmah_compbio</a:t>
            </a:r>
            <a:endParaRPr sz="2200" dirty="0">
              <a:latin typeface="Arial"/>
              <a:cs typeface="Arial"/>
            </a:endParaRPr>
          </a:p>
          <a:p>
            <a:pPr marL="12700">
              <a:lnSpc>
                <a:spcPct val="100000"/>
              </a:lnSpc>
              <a:spcBef>
                <a:spcPts val="1860"/>
              </a:spcBef>
            </a:pPr>
            <a:r>
              <a:rPr lang="en-US" sz="2000" spc="-15" dirty="0">
                <a:latin typeface="Arial"/>
                <a:cs typeface="Arial"/>
              </a:rPr>
              <a:t>jonmah@g.ucla.edu</a:t>
            </a:r>
            <a:endParaRPr sz="2000" dirty="0">
              <a:latin typeface="Arial"/>
              <a:cs typeface="Arial"/>
            </a:endParaRPr>
          </a:p>
        </p:txBody>
      </p:sp>
      <p:sp>
        <p:nvSpPr>
          <p:cNvPr id="10" name="Title 9">
            <a:extLst>
              <a:ext uri="{FF2B5EF4-FFF2-40B4-BE49-F238E27FC236}">
                <a16:creationId xmlns:a16="http://schemas.microsoft.com/office/drawing/2014/main" id="{AD6DB52D-17F9-4306-A1FC-B865C5238BD0}"/>
              </a:ext>
            </a:extLst>
          </p:cNvPr>
          <p:cNvSpPr>
            <a:spLocks noGrp="1"/>
          </p:cNvSpPr>
          <p:nvPr>
            <p:ph type="title"/>
          </p:nvPr>
        </p:nvSpPr>
        <p:spPr>
          <a:xfrm>
            <a:off x="463550" y="3962400"/>
            <a:ext cx="12077700" cy="2123658"/>
          </a:xfrm>
        </p:spPr>
        <p:txBody>
          <a:bodyPr/>
          <a:lstStyle/>
          <a:p>
            <a:pPr algn="ctr"/>
            <a:r>
              <a:rPr lang="en-US" dirty="0">
                <a:latin typeface="Yu Gothic" panose="020B0400000000000000" pitchFamily="34" charset="-128"/>
                <a:ea typeface="Yu Gothic" panose="020B0400000000000000" pitchFamily="34" charset="-128"/>
                <a:cs typeface="Arial" panose="020B0604020202020204" pitchFamily="34" charset="0"/>
              </a:rPr>
              <a:t>How does the number of individuals studied influence the evolutionary stories we infer from population genetic data?</a:t>
            </a:r>
          </a:p>
        </p:txBody>
      </p:sp>
      <p:sp>
        <p:nvSpPr>
          <p:cNvPr id="11" name="TextBox 10">
            <a:extLst>
              <a:ext uri="{FF2B5EF4-FFF2-40B4-BE49-F238E27FC236}">
                <a16:creationId xmlns:a16="http://schemas.microsoft.com/office/drawing/2014/main" id="{B48B4FF3-A434-4072-B1FF-5978C4B2E3EE}"/>
              </a:ext>
            </a:extLst>
          </p:cNvPr>
          <p:cNvSpPr txBox="1"/>
          <p:nvPr/>
        </p:nvSpPr>
        <p:spPr>
          <a:xfrm>
            <a:off x="3780352" y="6129684"/>
            <a:ext cx="5444119" cy="1077218"/>
          </a:xfrm>
          <a:prstGeom prst="rect">
            <a:avLst/>
          </a:prstGeom>
          <a:noFill/>
        </p:spPr>
        <p:txBody>
          <a:bodyPr wrap="none" rtlCol="0">
            <a:spAutoFit/>
          </a:bodyPr>
          <a:lstStyle/>
          <a:p>
            <a:pPr algn="ctr"/>
            <a:r>
              <a:rPr lang="en-US" sz="3200" b="1" dirty="0">
                <a:latin typeface="Yu Gothic" panose="020B0400000000000000" pitchFamily="34" charset="-128"/>
                <a:ea typeface="Yu Gothic" panose="020B0400000000000000" pitchFamily="34" charset="-128"/>
                <a:cs typeface="Arial" panose="020B0604020202020204" pitchFamily="34" charset="0"/>
              </a:rPr>
              <a:t>Jonathan Mah</a:t>
            </a:r>
          </a:p>
          <a:p>
            <a:pPr algn="ctr"/>
            <a:r>
              <a:rPr lang="en-US" sz="3200" dirty="0">
                <a:latin typeface="Yu Gothic" panose="020B0400000000000000" pitchFamily="34" charset="-128"/>
                <a:ea typeface="Yu Gothic" panose="020B0400000000000000" pitchFamily="34" charset="-128"/>
                <a:cs typeface="Arial" panose="020B0604020202020204" pitchFamily="34" charset="0"/>
              </a:rPr>
              <a:t>Lohmueller and Garud Labs</a:t>
            </a:r>
          </a:p>
        </p:txBody>
      </p:sp>
      <p:pic>
        <p:nvPicPr>
          <p:cNvPr id="14" name="Picture 13">
            <a:extLst>
              <a:ext uri="{FF2B5EF4-FFF2-40B4-BE49-F238E27FC236}">
                <a16:creationId xmlns:a16="http://schemas.microsoft.com/office/drawing/2014/main" id="{FD5B8C46-7892-4332-A912-BB42DBE86898}"/>
              </a:ext>
            </a:extLst>
          </p:cNvPr>
          <p:cNvPicPr>
            <a:picLocks noChangeAspect="1"/>
          </p:cNvPicPr>
          <p:nvPr/>
        </p:nvPicPr>
        <p:blipFill rotWithShape="1">
          <a:blip r:embed="rId4" cstate="print">
            <a:extLst>
              <a:ext uri="{28A0092B-C50C-407E-A947-70E740481C1C}">
                <a14:useLocalDpi xmlns:a14="http://schemas.microsoft.com/office/drawing/2010/main" val="0"/>
              </a:ext>
            </a:extLst>
          </a:blip>
          <a:srcRect l="12543" t="2183" r="14988" b="11079"/>
          <a:stretch/>
        </p:blipFill>
        <p:spPr>
          <a:xfrm>
            <a:off x="1265729" y="496006"/>
            <a:ext cx="3962400" cy="3352800"/>
          </a:xfrm>
          <a:prstGeom prst="rect">
            <a:avLst/>
          </a:prstGeom>
          <a:ln w="38100">
            <a:solidFill>
              <a:srgbClr val="FF0000"/>
            </a:solidFill>
          </a:ln>
        </p:spPr>
      </p:pic>
      <p:pic>
        <p:nvPicPr>
          <p:cNvPr id="1026" name="Picture 2" descr="UCLA Script logo">
            <a:extLst>
              <a:ext uri="{FF2B5EF4-FFF2-40B4-BE49-F238E27FC236}">
                <a16:creationId xmlns:a16="http://schemas.microsoft.com/office/drawing/2014/main" id="{50AB20AC-74B1-4E05-A141-D9EEC5E65B62}"/>
              </a:ext>
            </a:extLst>
          </p:cNvPr>
          <p:cNvPicPr>
            <a:picLocks noChangeAspect="1" noChangeArrowheads="1"/>
          </p:cNvPicPr>
          <p:nvPr/>
        </p:nvPicPr>
        <p:blipFill rotWithShape="1">
          <a:blip r:embed="rId5" cstate="print">
            <a:extLst>
              <a:ext uri="{28A0092B-C50C-407E-A947-70E740481C1C}">
                <a14:useLocalDpi xmlns:a14="http://schemas.microsoft.com/office/drawing/2010/main" val="0"/>
              </a:ext>
            </a:extLst>
          </a:blip>
          <a:srcRect l="23633" t="23014" r="22461" b="21865"/>
          <a:stretch/>
        </p:blipFill>
        <p:spPr bwMode="auto">
          <a:xfrm>
            <a:off x="5465222" y="205027"/>
            <a:ext cx="1943085" cy="1034904"/>
          </a:xfrm>
          <a:prstGeom prst="rect">
            <a:avLst/>
          </a:prstGeom>
          <a:noFill/>
          <a:extLst>
            <a:ext uri="{909E8E84-426E-40DD-AFC4-6F175D3DCCD1}">
              <a14:hiddenFill xmlns:a14="http://schemas.microsoft.com/office/drawing/2010/main">
                <a:solidFill>
                  <a:srgbClr val="FFFFFF"/>
                </a:solidFill>
              </a14:hiddenFill>
            </a:ext>
          </a:extLst>
        </p:spPr>
      </p:pic>
      <p:pic>
        <p:nvPicPr>
          <p:cNvPr id="3" name="Picture 2">
            <a:extLst>
              <a:ext uri="{FF2B5EF4-FFF2-40B4-BE49-F238E27FC236}">
                <a16:creationId xmlns:a16="http://schemas.microsoft.com/office/drawing/2014/main" id="{74B711CA-D11E-48FF-B2D9-E567242ECE59}"/>
              </a:ext>
            </a:extLst>
          </p:cNvPr>
          <p:cNvPicPr>
            <a:picLocks noChangeAspect="1"/>
          </p:cNvPicPr>
          <p:nvPr/>
        </p:nvPicPr>
        <p:blipFill>
          <a:blip r:embed="rId6"/>
          <a:stretch>
            <a:fillRect/>
          </a:stretch>
        </p:blipFill>
        <p:spPr>
          <a:xfrm>
            <a:off x="7645400" y="141857"/>
            <a:ext cx="2286000" cy="3703320"/>
          </a:xfrm>
          <a:prstGeom prst="rect">
            <a:avLst/>
          </a:prstGeom>
        </p:spPr>
      </p:pic>
      <p:pic>
        <p:nvPicPr>
          <p:cNvPr id="2" name="Picture 1" descr="A black and white symbol&#10;&#10;Description automatically generated">
            <a:extLst>
              <a:ext uri="{FF2B5EF4-FFF2-40B4-BE49-F238E27FC236}">
                <a16:creationId xmlns:a16="http://schemas.microsoft.com/office/drawing/2014/main" id="{1C74A550-D954-E2EA-D13E-E68BB8DCF71A}"/>
              </a:ext>
            </a:extLst>
          </p:cNvPr>
          <p:cNvPicPr>
            <a:picLocks noChangeAspect="1"/>
          </p:cNvPicPr>
          <p:nvPr/>
        </p:nvPicPr>
        <p:blipFill>
          <a:blip r:embed="rId7" cstate="print">
            <a:duotone>
              <a:schemeClr val="bg2">
                <a:shade val="45000"/>
                <a:satMod val="135000"/>
              </a:schemeClr>
              <a:prstClr val="white"/>
            </a:duotone>
            <a:extLst>
              <a:ext uri="{28A0092B-C50C-407E-A947-70E740481C1C}">
                <a14:useLocalDpi xmlns:a14="http://schemas.microsoft.com/office/drawing/2010/main" val="0"/>
              </a:ext>
            </a:extLst>
          </a:blip>
          <a:stretch>
            <a:fillRect/>
          </a:stretch>
        </p:blipFill>
        <p:spPr>
          <a:xfrm>
            <a:off x="177800" y="8564880"/>
            <a:ext cx="432262" cy="50292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161D1E6-21AE-5C5B-357B-8CDF78C269A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5" name="Picture 14">
            <a:extLst>
              <a:ext uri="{FF2B5EF4-FFF2-40B4-BE49-F238E27FC236}">
                <a16:creationId xmlns:a16="http://schemas.microsoft.com/office/drawing/2014/main" id="{6C63651E-ADAD-D7A6-E14E-B5CCD36234E2}"/>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27" name="TextBox 26">
            <a:extLst>
              <a:ext uri="{FF2B5EF4-FFF2-40B4-BE49-F238E27FC236}">
                <a16:creationId xmlns:a16="http://schemas.microsoft.com/office/drawing/2014/main" id="{8AE58726-3671-7029-C3AC-C46B99E729FC}"/>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80123495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DFC025-9215-413D-4418-4DED7E79806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F43215-5809-96F6-A4B0-D9AC89AB330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14" name="Picture 13">
            <a:extLst>
              <a:ext uri="{FF2B5EF4-FFF2-40B4-BE49-F238E27FC236}">
                <a16:creationId xmlns:a16="http://schemas.microsoft.com/office/drawing/2014/main" id="{2B2ADDBB-C15C-13A0-EE04-FDE25C88EE45}"/>
              </a:ext>
            </a:extLst>
          </p:cNvPr>
          <p:cNvPicPr>
            <a:picLocks noChangeAspect="1"/>
          </p:cNvPicPr>
          <p:nvPr/>
        </p:nvPicPr>
        <p:blipFill>
          <a:blip r:embed="rId3"/>
          <a:stretch>
            <a:fillRect/>
          </a:stretch>
        </p:blipFill>
        <p:spPr>
          <a:xfrm>
            <a:off x="139739" y="2486844"/>
            <a:ext cx="8194506" cy="4220394"/>
          </a:xfrm>
          <a:prstGeom prst="rect">
            <a:avLst/>
          </a:prstGeom>
        </p:spPr>
      </p:pic>
      <p:sp>
        <p:nvSpPr>
          <p:cNvPr id="3" name="TextBox 2">
            <a:extLst>
              <a:ext uri="{FF2B5EF4-FFF2-40B4-BE49-F238E27FC236}">
                <a16:creationId xmlns:a16="http://schemas.microsoft.com/office/drawing/2014/main" id="{7FE11778-2C55-C8E7-D3D0-86D712F67F33}"/>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DF0D1FC4-85A7-BA0F-BA0B-39C8253A9CB2}"/>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B94B0DC8-A33A-6ED8-EF36-AAFC952EB8AA}"/>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826048C6-A6C1-E272-B252-DA3BDAE2E584}"/>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7" name="Straight Arrow Connector 6">
            <a:extLst>
              <a:ext uri="{FF2B5EF4-FFF2-40B4-BE49-F238E27FC236}">
                <a16:creationId xmlns:a16="http://schemas.microsoft.com/office/drawing/2014/main" id="{FBAA6B6D-AA13-0EB0-828A-BC95E0BA867C}"/>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8" name="TextBox 7">
            <a:extLst>
              <a:ext uri="{FF2B5EF4-FFF2-40B4-BE49-F238E27FC236}">
                <a16:creationId xmlns:a16="http://schemas.microsoft.com/office/drawing/2014/main" id="{0853ADDF-DBA0-7F75-350B-D5C5F14A0F40}"/>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9" name="TextBox 8">
            <a:extLst>
              <a:ext uri="{FF2B5EF4-FFF2-40B4-BE49-F238E27FC236}">
                <a16:creationId xmlns:a16="http://schemas.microsoft.com/office/drawing/2014/main" id="{FE511508-2871-C572-464B-9A9B2AC56E98}"/>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0" name="TextBox 9">
            <a:extLst>
              <a:ext uri="{FF2B5EF4-FFF2-40B4-BE49-F238E27FC236}">
                <a16:creationId xmlns:a16="http://schemas.microsoft.com/office/drawing/2014/main" id="{5EE4B1C6-CC33-5EB5-A508-624319B57BAD}"/>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1" name="TextBox 10">
            <a:extLst>
              <a:ext uri="{FF2B5EF4-FFF2-40B4-BE49-F238E27FC236}">
                <a16:creationId xmlns:a16="http://schemas.microsoft.com/office/drawing/2014/main" id="{D77AF1D9-B9F2-E1D0-CCA8-C91AF1A8D972}"/>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2" name="Rectangle 11">
            <a:extLst>
              <a:ext uri="{FF2B5EF4-FFF2-40B4-BE49-F238E27FC236}">
                <a16:creationId xmlns:a16="http://schemas.microsoft.com/office/drawing/2014/main" id="{356CE52B-1E65-D667-0F9E-923F4FCF5BD5}"/>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3" name="Rectangle 12">
            <a:extLst>
              <a:ext uri="{FF2B5EF4-FFF2-40B4-BE49-F238E27FC236}">
                <a16:creationId xmlns:a16="http://schemas.microsoft.com/office/drawing/2014/main" id="{7E87FAC5-9BDB-C881-AC9F-213AC3B8207C}"/>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TextBox 14">
            <a:extLst>
              <a:ext uri="{FF2B5EF4-FFF2-40B4-BE49-F238E27FC236}">
                <a16:creationId xmlns:a16="http://schemas.microsoft.com/office/drawing/2014/main" id="{C4A8F31F-7704-74B0-681D-C6D24F412E97}"/>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spTree>
    <p:extLst>
      <p:ext uri="{BB962C8B-B14F-4D97-AF65-F5344CB8AC3E}">
        <p14:creationId xmlns:p14="http://schemas.microsoft.com/office/powerpoint/2010/main" val="312964481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3E2E42-8138-AC99-07FE-FABB7F9A8F5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64C0F5-EC8B-06EF-966B-45F017E9FFA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Inferred demographic models may depend on the number of individuals analyzed</a:t>
            </a:r>
          </a:p>
        </p:txBody>
      </p:sp>
      <p:pic>
        <p:nvPicPr>
          <p:cNvPr id="7" name="Picture 6">
            <a:extLst>
              <a:ext uri="{FF2B5EF4-FFF2-40B4-BE49-F238E27FC236}">
                <a16:creationId xmlns:a16="http://schemas.microsoft.com/office/drawing/2014/main" id="{EBF9FBF0-BFF6-1C17-0EB6-FD1998C84573}"/>
              </a:ext>
            </a:extLst>
          </p:cNvPr>
          <p:cNvPicPr>
            <a:picLocks noChangeAspect="1"/>
          </p:cNvPicPr>
          <p:nvPr/>
        </p:nvPicPr>
        <p:blipFill>
          <a:blip r:embed="rId3"/>
          <a:stretch>
            <a:fillRect/>
          </a:stretch>
        </p:blipFill>
        <p:spPr>
          <a:xfrm>
            <a:off x="463549" y="6800572"/>
            <a:ext cx="9260545" cy="1415772"/>
          </a:xfrm>
          <a:prstGeom prst="rect">
            <a:avLst/>
          </a:prstGeom>
        </p:spPr>
      </p:pic>
      <p:pic>
        <p:nvPicPr>
          <p:cNvPr id="4" name="Picture 3">
            <a:extLst>
              <a:ext uri="{FF2B5EF4-FFF2-40B4-BE49-F238E27FC236}">
                <a16:creationId xmlns:a16="http://schemas.microsoft.com/office/drawing/2014/main" id="{7667B9D2-7346-61D8-681C-402FC8769A64}"/>
              </a:ext>
            </a:extLst>
          </p:cNvPr>
          <p:cNvPicPr>
            <a:picLocks noChangeAspect="1"/>
          </p:cNvPicPr>
          <p:nvPr/>
        </p:nvPicPr>
        <p:blipFill>
          <a:blip r:embed="rId4"/>
          <a:stretch>
            <a:fillRect/>
          </a:stretch>
        </p:blipFill>
        <p:spPr>
          <a:xfrm>
            <a:off x="463549" y="8467546"/>
            <a:ext cx="8087854" cy="1286054"/>
          </a:xfrm>
          <a:prstGeom prst="rect">
            <a:avLst/>
          </a:prstGeom>
        </p:spPr>
      </p:pic>
      <p:sp>
        <p:nvSpPr>
          <p:cNvPr id="5" name="TextBox 4">
            <a:extLst>
              <a:ext uri="{FF2B5EF4-FFF2-40B4-BE49-F238E27FC236}">
                <a16:creationId xmlns:a16="http://schemas.microsoft.com/office/drawing/2014/main" id="{F39475E8-F527-141B-22C8-78CC4AE0A529}"/>
              </a:ext>
            </a:extLst>
          </p:cNvPr>
          <p:cNvSpPr txBox="1"/>
          <p:nvPr/>
        </p:nvSpPr>
        <p:spPr>
          <a:xfrm>
            <a:off x="8718049" y="9322713"/>
            <a:ext cx="4286751" cy="430887"/>
          </a:xfrm>
          <a:prstGeom prst="rect">
            <a:avLst/>
          </a:prstGeom>
          <a:noFill/>
        </p:spPr>
        <p:txBody>
          <a:bodyPr wrap="none" rtlCol="0">
            <a:spAutoFit/>
          </a:bodyPr>
          <a:lstStyle/>
          <a:p>
            <a:r>
              <a:rPr lang="en-US" sz="2200" dirty="0">
                <a:latin typeface="Yu Gothic" panose="020B0400000000000000" pitchFamily="34" charset="-128"/>
                <a:ea typeface="Yu Gothic" panose="020B0400000000000000" pitchFamily="34" charset="-128"/>
              </a:rPr>
              <a:t>Tennessen et al. 2012., </a:t>
            </a:r>
            <a:r>
              <a:rPr lang="en-US" sz="2200" i="1" dirty="0">
                <a:latin typeface="Yu Gothic" panose="020B0400000000000000" pitchFamily="34" charset="-128"/>
                <a:ea typeface="Yu Gothic" panose="020B0400000000000000" pitchFamily="34" charset="-128"/>
              </a:rPr>
              <a:t>Science</a:t>
            </a:r>
            <a:endParaRPr lang="en-US" sz="2200" dirty="0">
              <a:latin typeface="Yu Gothic" panose="020B0400000000000000" pitchFamily="34" charset="-128"/>
              <a:ea typeface="Yu Gothic" panose="020B0400000000000000" pitchFamily="34" charset="-128"/>
            </a:endParaRPr>
          </a:p>
        </p:txBody>
      </p:sp>
      <p:pic>
        <p:nvPicPr>
          <p:cNvPr id="6" name="Picture 5">
            <a:extLst>
              <a:ext uri="{FF2B5EF4-FFF2-40B4-BE49-F238E27FC236}">
                <a16:creationId xmlns:a16="http://schemas.microsoft.com/office/drawing/2014/main" id="{E1F68A8A-0027-D817-CEB7-6D3D85FC6019}"/>
              </a:ext>
            </a:extLst>
          </p:cNvPr>
          <p:cNvPicPr>
            <a:picLocks noChangeAspect="1"/>
          </p:cNvPicPr>
          <p:nvPr/>
        </p:nvPicPr>
        <p:blipFill>
          <a:blip r:embed="rId5"/>
          <a:stretch>
            <a:fillRect/>
          </a:stretch>
        </p:blipFill>
        <p:spPr>
          <a:xfrm>
            <a:off x="139739" y="2486844"/>
            <a:ext cx="8194506" cy="4220394"/>
          </a:xfrm>
          <a:prstGeom prst="rect">
            <a:avLst/>
          </a:prstGeom>
        </p:spPr>
      </p:pic>
      <p:sp>
        <p:nvSpPr>
          <p:cNvPr id="8" name="TextBox 7">
            <a:extLst>
              <a:ext uri="{FF2B5EF4-FFF2-40B4-BE49-F238E27FC236}">
                <a16:creationId xmlns:a16="http://schemas.microsoft.com/office/drawing/2014/main" id="{3BA49B86-FBBB-30D3-2A2C-F0E090E70599}"/>
              </a:ext>
            </a:extLst>
          </p:cNvPr>
          <p:cNvSpPr txBox="1"/>
          <p:nvPr/>
        </p:nvSpPr>
        <p:spPr>
          <a:xfrm>
            <a:off x="9721799" y="2486844"/>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9" name="Rectangle 8">
            <a:extLst>
              <a:ext uri="{FF2B5EF4-FFF2-40B4-BE49-F238E27FC236}">
                <a16:creationId xmlns:a16="http://schemas.microsoft.com/office/drawing/2014/main" id="{0AA982FD-B25A-7E4C-B506-721FDCD086B1}"/>
              </a:ext>
            </a:extLst>
          </p:cNvPr>
          <p:cNvSpPr/>
          <p:nvPr/>
        </p:nvSpPr>
        <p:spPr>
          <a:xfrm>
            <a:off x="10092426" y="342900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4114B027-A007-1615-38F6-F423B57C6535}"/>
              </a:ext>
            </a:extLst>
          </p:cNvPr>
          <p:cNvSpPr/>
          <p:nvPr/>
        </p:nvSpPr>
        <p:spPr>
          <a:xfrm>
            <a:off x="9866816" y="576861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Rectangle 10">
            <a:extLst>
              <a:ext uri="{FF2B5EF4-FFF2-40B4-BE49-F238E27FC236}">
                <a16:creationId xmlns:a16="http://schemas.microsoft.com/office/drawing/2014/main" id="{9CE1E3C7-63A1-ACD3-700A-1E28707A1D41}"/>
              </a:ext>
            </a:extLst>
          </p:cNvPr>
          <p:cNvSpPr/>
          <p:nvPr/>
        </p:nvSpPr>
        <p:spPr>
          <a:xfrm>
            <a:off x="10292626" y="440043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12" name="Straight Arrow Connector 11">
            <a:extLst>
              <a:ext uri="{FF2B5EF4-FFF2-40B4-BE49-F238E27FC236}">
                <a16:creationId xmlns:a16="http://schemas.microsoft.com/office/drawing/2014/main" id="{1A948A9D-6C6A-0874-C4B6-AFCA6D11DF82}"/>
              </a:ext>
            </a:extLst>
          </p:cNvPr>
          <p:cNvCxnSpPr>
            <a:cxnSpLocks/>
          </p:cNvCxnSpPr>
          <p:nvPr/>
        </p:nvCxnSpPr>
        <p:spPr>
          <a:xfrm>
            <a:off x="9663431" y="351668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3" name="TextBox 12">
            <a:extLst>
              <a:ext uri="{FF2B5EF4-FFF2-40B4-BE49-F238E27FC236}">
                <a16:creationId xmlns:a16="http://schemas.microsoft.com/office/drawing/2014/main" id="{F407D9EF-EDC4-4BDE-A53F-49EE892CC9F6}"/>
              </a:ext>
            </a:extLst>
          </p:cNvPr>
          <p:cNvSpPr txBox="1"/>
          <p:nvPr/>
        </p:nvSpPr>
        <p:spPr>
          <a:xfrm rot="16200000">
            <a:off x="8859784" y="434326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5" name="TextBox 14">
            <a:extLst>
              <a:ext uri="{FF2B5EF4-FFF2-40B4-BE49-F238E27FC236}">
                <a16:creationId xmlns:a16="http://schemas.microsoft.com/office/drawing/2014/main" id="{CAC82466-0ECD-3301-6E44-611C920DBD8A}"/>
              </a:ext>
            </a:extLst>
          </p:cNvPr>
          <p:cNvSpPr txBox="1"/>
          <p:nvPr/>
        </p:nvSpPr>
        <p:spPr>
          <a:xfrm>
            <a:off x="8234685" y="336497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6" name="TextBox 15">
            <a:extLst>
              <a:ext uri="{FF2B5EF4-FFF2-40B4-BE49-F238E27FC236}">
                <a16:creationId xmlns:a16="http://schemas.microsoft.com/office/drawing/2014/main" id="{E34A8F2A-7BF8-4498-2753-6C334174E50B}"/>
              </a:ext>
            </a:extLst>
          </p:cNvPr>
          <p:cNvSpPr txBox="1"/>
          <p:nvPr/>
        </p:nvSpPr>
        <p:spPr>
          <a:xfrm>
            <a:off x="8383489" y="559942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7" name="TextBox 16">
            <a:extLst>
              <a:ext uri="{FF2B5EF4-FFF2-40B4-BE49-F238E27FC236}">
                <a16:creationId xmlns:a16="http://schemas.microsoft.com/office/drawing/2014/main" id="{86CD7915-4926-79AD-EC32-EE21EF6D321D}"/>
              </a:ext>
            </a:extLst>
          </p:cNvPr>
          <p:cNvSpPr txBox="1"/>
          <p:nvPr/>
        </p:nvSpPr>
        <p:spPr>
          <a:xfrm>
            <a:off x="11467239" y="2486844"/>
            <a:ext cx="151216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Two-epoch</a:t>
            </a:r>
          </a:p>
        </p:txBody>
      </p:sp>
      <p:sp>
        <p:nvSpPr>
          <p:cNvPr id="18" name="Rectangle 17">
            <a:extLst>
              <a:ext uri="{FF2B5EF4-FFF2-40B4-BE49-F238E27FC236}">
                <a16:creationId xmlns:a16="http://schemas.microsoft.com/office/drawing/2014/main" id="{04416EB3-C8EF-C960-48E8-18AC15DE1AB4}"/>
              </a:ext>
            </a:extLst>
          </p:cNvPr>
          <p:cNvSpPr/>
          <p:nvPr/>
        </p:nvSpPr>
        <p:spPr>
          <a:xfrm>
            <a:off x="11464050" y="3429000"/>
            <a:ext cx="1466961" cy="974798"/>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9" name="Rectangle 18">
            <a:extLst>
              <a:ext uri="{FF2B5EF4-FFF2-40B4-BE49-F238E27FC236}">
                <a16:creationId xmlns:a16="http://schemas.microsoft.com/office/drawing/2014/main" id="{A6214B19-91FA-F0E0-F4C2-A2CD6CC2F2DA}"/>
              </a:ext>
            </a:extLst>
          </p:cNvPr>
          <p:cNvSpPr/>
          <p:nvPr/>
        </p:nvSpPr>
        <p:spPr>
          <a:xfrm>
            <a:off x="11787733" y="4400431"/>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12099887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7F0E0A6-77FF-A37E-E860-D07E4E7C49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09E664B-448C-34B5-0F5A-BD637E267420}"/>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33D7DD6-6282-6ACE-7DD8-05503B2166ED}"/>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5074DD06-9E22-B4F8-0053-FD7B85A3AEAC}"/>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8648D608-B22A-0701-4A66-13859ED18DFB}"/>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CD3F4BCA-5ECA-DC67-6D5B-C9830BBF79AD}"/>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12CDC3E-29B4-FCB2-84D2-879552A19387}"/>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52DF1E52-4DEB-CEAD-9C28-2C104E3C2EDA}"/>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F176FC13-5F59-C40E-72CE-FA0B0BA642A7}"/>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19FAF50-7ABE-37E8-2F2D-55352E9D6172}"/>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92167DB3-A572-46D7-6CFA-7EFA55A58846}"/>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71F8EBBC-0106-C6C5-ED8E-A420A536B044}"/>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28F7495A-0F96-D363-0ED1-DE7B30E9E567}"/>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D4D5E2-839B-8425-4DD0-8D9B8B89408A}"/>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C00040B0-8724-CDF5-AAB7-979D6D469555}"/>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6CA14627-A2DA-3E38-52C7-202E859F9CF0}"/>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1E73CF25-367A-F898-36F7-518E4B0E7BA0}"/>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5738836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1353076-4B1D-8A2B-5EB4-E71FD5C06A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FBB331-E26A-EEB4-FAF1-B9A0063C58B8}"/>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TextBox 2">
            <a:extLst>
              <a:ext uri="{FF2B5EF4-FFF2-40B4-BE49-F238E27FC236}">
                <a16:creationId xmlns:a16="http://schemas.microsoft.com/office/drawing/2014/main" id="{F1E35B37-795E-3799-6E93-288AA4A14CFC}"/>
              </a:ext>
            </a:extLst>
          </p:cNvPr>
          <p:cNvSpPr txBox="1"/>
          <p:nvPr/>
        </p:nvSpPr>
        <p:spPr>
          <a:xfrm>
            <a:off x="9176783" y="2963793"/>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4" name="Rectangle 3">
            <a:extLst>
              <a:ext uri="{FF2B5EF4-FFF2-40B4-BE49-F238E27FC236}">
                <a16:creationId xmlns:a16="http://schemas.microsoft.com/office/drawing/2014/main" id="{89FC6E9D-2275-7612-DA3F-0DC2A3D6650F}"/>
              </a:ext>
            </a:extLst>
          </p:cNvPr>
          <p:cNvSpPr/>
          <p:nvPr/>
        </p:nvSpPr>
        <p:spPr>
          <a:xfrm>
            <a:off x="9547410" y="3384491"/>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5" name="Rectangle 4">
            <a:extLst>
              <a:ext uri="{FF2B5EF4-FFF2-40B4-BE49-F238E27FC236}">
                <a16:creationId xmlns:a16="http://schemas.microsoft.com/office/drawing/2014/main" id="{06754B9D-D795-F60E-8E96-4A12ED3D83CA}"/>
              </a:ext>
            </a:extLst>
          </p:cNvPr>
          <p:cNvSpPr/>
          <p:nvPr/>
        </p:nvSpPr>
        <p:spPr>
          <a:xfrm>
            <a:off x="9321800" y="5724109"/>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B434123-C0DC-ABA9-A7DD-DDAB5B4E247A}"/>
              </a:ext>
            </a:extLst>
          </p:cNvPr>
          <p:cNvSpPr/>
          <p:nvPr/>
        </p:nvSpPr>
        <p:spPr>
          <a:xfrm>
            <a:off x="9747610" y="4355922"/>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8" name="Straight Arrow Connector 7">
            <a:extLst>
              <a:ext uri="{FF2B5EF4-FFF2-40B4-BE49-F238E27FC236}">
                <a16:creationId xmlns:a16="http://schemas.microsoft.com/office/drawing/2014/main" id="{7443251D-FEBD-65D1-C9C3-00056598FEEA}"/>
              </a:ext>
            </a:extLst>
          </p:cNvPr>
          <p:cNvCxnSpPr>
            <a:cxnSpLocks/>
          </p:cNvCxnSpPr>
          <p:nvPr/>
        </p:nvCxnSpPr>
        <p:spPr>
          <a:xfrm>
            <a:off x="9118415" y="3472176"/>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9" name="TextBox 8">
            <a:extLst>
              <a:ext uri="{FF2B5EF4-FFF2-40B4-BE49-F238E27FC236}">
                <a16:creationId xmlns:a16="http://schemas.microsoft.com/office/drawing/2014/main" id="{7A85B04A-AE85-5233-721D-446554AC432F}"/>
              </a:ext>
            </a:extLst>
          </p:cNvPr>
          <p:cNvSpPr txBox="1"/>
          <p:nvPr/>
        </p:nvSpPr>
        <p:spPr>
          <a:xfrm rot="16200000">
            <a:off x="8314768" y="4298759"/>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0" name="TextBox 9">
            <a:extLst>
              <a:ext uri="{FF2B5EF4-FFF2-40B4-BE49-F238E27FC236}">
                <a16:creationId xmlns:a16="http://schemas.microsoft.com/office/drawing/2014/main" id="{671F2DFB-B415-9D7E-2889-19FD01DE7BDE}"/>
              </a:ext>
            </a:extLst>
          </p:cNvPr>
          <p:cNvSpPr txBox="1"/>
          <p:nvPr/>
        </p:nvSpPr>
        <p:spPr>
          <a:xfrm>
            <a:off x="7689669" y="3320461"/>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1" name="TextBox 10">
            <a:extLst>
              <a:ext uri="{FF2B5EF4-FFF2-40B4-BE49-F238E27FC236}">
                <a16:creationId xmlns:a16="http://schemas.microsoft.com/office/drawing/2014/main" id="{942F7899-07CD-272C-98AE-050C92200988}"/>
              </a:ext>
            </a:extLst>
          </p:cNvPr>
          <p:cNvSpPr txBox="1"/>
          <p:nvPr/>
        </p:nvSpPr>
        <p:spPr>
          <a:xfrm>
            <a:off x="7838473" y="5554917"/>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2" name="TextBox 11">
            <a:extLst>
              <a:ext uri="{FF2B5EF4-FFF2-40B4-BE49-F238E27FC236}">
                <a16:creationId xmlns:a16="http://schemas.microsoft.com/office/drawing/2014/main" id="{3D980BE5-DB01-D597-1AE8-4EA1A111D0A1}"/>
              </a:ext>
            </a:extLst>
          </p:cNvPr>
          <p:cNvSpPr txBox="1"/>
          <p:nvPr/>
        </p:nvSpPr>
        <p:spPr>
          <a:xfrm>
            <a:off x="8515279" y="2590800"/>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3" name="Rectangle 12">
            <a:extLst>
              <a:ext uri="{FF2B5EF4-FFF2-40B4-BE49-F238E27FC236}">
                <a16:creationId xmlns:a16="http://schemas.microsoft.com/office/drawing/2014/main" id="{8D2B518C-97A9-E715-90F2-D0F16C16F163}"/>
              </a:ext>
            </a:extLst>
          </p:cNvPr>
          <p:cNvSpPr/>
          <p:nvPr/>
        </p:nvSpPr>
        <p:spPr>
          <a:xfrm>
            <a:off x="10329722" y="6744735"/>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4" name="Rectangle 13">
            <a:extLst>
              <a:ext uri="{FF2B5EF4-FFF2-40B4-BE49-F238E27FC236}">
                <a16:creationId xmlns:a16="http://schemas.microsoft.com/office/drawing/2014/main" id="{C38BD50F-4195-C4C1-42FE-F7A902F67E74}"/>
              </a:ext>
            </a:extLst>
          </p:cNvPr>
          <p:cNvSpPr/>
          <p:nvPr/>
        </p:nvSpPr>
        <p:spPr>
          <a:xfrm>
            <a:off x="10653405" y="7245602"/>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AFF88A39-3D02-415E-F332-19E3F5AE8FBC}"/>
              </a:ext>
            </a:extLst>
          </p:cNvPr>
          <p:cNvSpPr/>
          <p:nvPr/>
        </p:nvSpPr>
        <p:spPr>
          <a:xfrm>
            <a:off x="8737935" y="6744735"/>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09B8FE08-36F0-94FB-F99A-39ACFECE41DD}"/>
              </a:ext>
            </a:extLst>
          </p:cNvPr>
          <p:cNvSpPr/>
          <p:nvPr/>
        </p:nvSpPr>
        <p:spPr>
          <a:xfrm>
            <a:off x="8339620" y="8641416"/>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Left Brace 16">
            <a:extLst>
              <a:ext uri="{FF2B5EF4-FFF2-40B4-BE49-F238E27FC236}">
                <a16:creationId xmlns:a16="http://schemas.microsoft.com/office/drawing/2014/main" id="{FA44A6E1-1F5E-6A49-E06A-337BAB46A8DC}"/>
              </a:ext>
            </a:extLst>
          </p:cNvPr>
          <p:cNvSpPr/>
          <p:nvPr/>
        </p:nvSpPr>
        <p:spPr>
          <a:xfrm rot="16200000">
            <a:off x="9860359" y="4940018"/>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8" name="TextBox 17">
            <a:extLst>
              <a:ext uri="{FF2B5EF4-FFF2-40B4-BE49-F238E27FC236}">
                <a16:creationId xmlns:a16="http://schemas.microsoft.com/office/drawing/2014/main" id="{775E87EE-9817-F767-2114-74C776B65904}"/>
              </a:ext>
            </a:extLst>
          </p:cNvPr>
          <p:cNvSpPr txBox="1"/>
          <p:nvPr/>
        </p:nvSpPr>
        <p:spPr>
          <a:xfrm>
            <a:off x="7457049" y="9000878"/>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839355AE-AC49-382A-8C09-A209B89690D0}"/>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Tree>
    <p:extLst>
      <p:ext uri="{BB962C8B-B14F-4D97-AF65-F5344CB8AC3E}">
        <p14:creationId xmlns:p14="http://schemas.microsoft.com/office/powerpoint/2010/main" val="45272752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B43298-E1AA-7FD9-B6B7-A9C498204175}"/>
            </a:ext>
          </a:extLst>
        </p:cNvPr>
        <p:cNvGrpSpPr/>
        <p:nvPr/>
      </p:nvGrpSpPr>
      <p:grpSpPr>
        <a:xfrm>
          <a:off x="0" y="0"/>
          <a:ext cx="0" cy="0"/>
          <a:chOff x="0" y="0"/>
          <a:chExt cx="0" cy="0"/>
        </a:xfrm>
      </p:grpSpPr>
      <p:pic>
        <p:nvPicPr>
          <p:cNvPr id="24" name="Picture 23" descr="A graph of different sizes and numbers&#10;&#10;AI-generated content may be incorrect.">
            <a:extLst>
              <a:ext uri="{FF2B5EF4-FFF2-40B4-BE49-F238E27FC236}">
                <a16:creationId xmlns:a16="http://schemas.microsoft.com/office/drawing/2014/main" id="{0D2FB44E-E98B-4564-66D3-95ACFDC83CC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 name="Title 1">
            <a:extLst>
              <a:ext uri="{FF2B5EF4-FFF2-40B4-BE49-F238E27FC236}">
                <a16:creationId xmlns:a16="http://schemas.microsoft.com/office/drawing/2014/main" id="{CAF755F9-3266-B0CA-7024-F49DD2AF9B15}"/>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3" name="Rectangle 2">
            <a:extLst>
              <a:ext uri="{FF2B5EF4-FFF2-40B4-BE49-F238E27FC236}">
                <a16:creationId xmlns:a16="http://schemas.microsoft.com/office/drawing/2014/main" id="{44673768-C344-456F-C605-8F84D413E299}"/>
              </a:ext>
            </a:extLst>
          </p:cNvPr>
          <p:cNvSpPr/>
          <p:nvPr/>
        </p:nvSpPr>
        <p:spPr>
          <a:xfrm>
            <a:off x="1300385" y="2567402"/>
            <a:ext cx="5306873" cy="24267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Box 3">
            <a:extLst>
              <a:ext uri="{FF2B5EF4-FFF2-40B4-BE49-F238E27FC236}">
                <a16:creationId xmlns:a16="http://schemas.microsoft.com/office/drawing/2014/main" id="{39685991-2E4B-7C41-CECF-014CF76A9458}"/>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C6FB1BCF-3C64-2885-A1D2-8FE3B6C0FD30}"/>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6A70BA36-846C-EE04-FD6F-49068AAB800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1C2693CE-2B2F-E865-FF4F-64DD6F713CF7}"/>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4E9FEA35-6B57-A8D4-DC44-51E71673DC2D}"/>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DB802047-7246-F52A-9AA3-49F8D1BF3699}"/>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2E553E69-BC2D-297F-CF67-89BD1F3562D5}"/>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B4E5D356-ECEE-9DD3-882D-F1C7AB4E01A9}"/>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4F598E28-0EF9-DF29-F76C-042C60AB75AA}"/>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CA0D6575-2E19-EF0B-1ED4-B6538038DCD8}"/>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43C17504-7B04-5EB9-C41F-FEC905DE4E2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B0169C-2BBD-A1E3-FC4E-A92A272E7A2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F0471B80-EB77-EE79-A67A-BD8425A45741}"/>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E95334A5-2773-D46D-A617-DAED91CD2AC6}"/>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A72AEB83-3B0B-EE9C-67D9-163C2E0048C8}"/>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spTree>
    <p:extLst>
      <p:ext uri="{BB962C8B-B14F-4D97-AF65-F5344CB8AC3E}">
        <p14:creationId xmlns:p14="http://schemas.microsoft.com/office/powerpoint/2010/main" val="126372389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CBE58F-C185-F7C0-0075-5C52EAD8B8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3781AB-6D24-ECF5-53A8-876425BCFB14}"/>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21418D5-2F82-B622-0C2F-EBACA279A4E9}"/>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6EAD5C32-8148-953C-CE3B-888EEFF586D9}"/>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1979CD41-E06D-F431-9A16-70717D97B69B}"/>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3731E59-477B-09FB-6FCB-650163AE71C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32EE343D-CD19-6B8C-203D-C532C01B036E}"/>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651D42FB-ED5F-5599-1DC6-085F5D1ECF88}"/>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E47E0CD9-76DD-1D29-46F3-A7E2124E97F6}"/>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949435D5-C6B3-FF8D-F9D6-9A178F344DFE}"/>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561BD5B3-458B-E4DB-63F2-ABC84DAEDB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39B604D-940A-4E0D-FBA9-56DEC7193F27}"/>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59E18273-76AB-03D6-3023-0AED28BF353A}"/>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58318D5F-98B9-5244-6149-F94158AE6DE6}"/>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09237949-DB75-A534-B648-581CAC8F41D6}"/>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119FBB12-B387-440A-7BCF-05FD62DD7D9A}"/>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2639AECB-AFAC-EC51-21CD-AAC70374E64C}"/>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02666F9B-B588-A6A7-259C-30DE47851B6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D9CD594-2D81-69BB-C8B5-33A4094C8897}"/>
              </a:ext>
            </a:extLst>
          </p:cNvPr>
          <p:cNvSpPr/>
          <p:nvPr/>
        </p:nvSpPr>
        <p:spPr>
          <a:xfrm>
            <a:off x="1300385" y="4876800"/>
            <a:ext cx="5306873" cy="2274364"/>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28375272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FC3AE3-C0F1-DD76-C585-10A7EEA0D6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85A6C8A-EFFC-18D4-658D-09745BF8D47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8D0A52F3-023E-CA9F-6166-2CC51DC6D2CE}"/>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3603E434-A010-A64C-4F96-403169D7CEB5}"/>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084D49EC-244E-A863-0ED3-01A7628735B3}"/>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502785CA-89BB-1F74-3300-4FBAED07B489}"/>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DA0A26D3-5C18-54EB-BD9E-88ED9342700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13E9B4A-3C4E-70F5-FE41-103FD73E2CD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FD28BC4F-E698-6277-B8D6-C84EE66E8264}"/>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238575A9-CAD1-19DA-51E6-7A03078918FC}"/>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C9935C80-5EF0-1387-C97B-6DF1170B3009}"/>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57F02A55-09C4-7A4F-2C4C-D7006A6CB260}"/>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FCAA7218-3204-0C69-538C-CE9E2F6D9BE3}"/>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63BD91A7-DA37-8FBF-ED84-D73F08AE4A01}"/>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1E854AED-A3BE-2B47-B22F-68E5CB65AD99}"/>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37338D96-8A17-FCF2-0FBD-309D3C329210}"/>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7C51CE0-70E0-FF16-97DC-E75B7D39365E}"/>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FEAAACEB-F48A-609A-C1E7-A7835776D0B8}"/>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03DD02E8-C266-059D-E1A5-E1B1FE40B992}"/>
              </a:ext>
            </a:extLst>
          </p:cNvPr>
          <p:cNvSpPr/>
          <p:nvPr/>
        </p:nvSpPr>
        <p:spPr>
          <a:xfrm>
            <a:off x="1300385" y="7162800"/>
            <a:ext cx="5306873" cy="25146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50552507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6C2DE1-4432-354D-187A-66C5B34AD5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FD6E05-899A-436D-D6B0-BAB5F34301CA}"/>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simulated data is sensitive to the number of individuals</a:t>
            </a:r>
          </a:p>
        </p:txBody>
      </p:sp>
      <p:sp>
        <p:nvSpPr>
          <p:cNvPr id="4" name="TextBox 3">
            <a:extLst>
              <a:ext uri="{FF2B5EF4-FFF2-40B4-BE49-F238E27FC236}">
                <a16:creationId xmlns:a16="http://schemas.microsoft.com/office/drawing/2014/main" id="{64EA74EC-297A-2448-D3A0-2CDF6F55F087}"/>
              </a:ext>
            </a:extLst>
          </p:cNvPr>
          <p:cNvSpPr txBox="1"/>
          <p:nvPr/>
        </p:nvSpPr>
        <p:spPr>
          <a:xfrm>
            <a:off x="9176783" y="2975429"/>
            <a:ext cx="1665932"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Three-epoch</a:t>
            </a:r>
          </a:p>
        </p:txBody>
      </p:sp>
      <p:sp>
        <p:nvSpPr>
          <p:cNvPr id="5" name="Rectangle 4">
            <a:extLst>
              <a:ext uri="{FF2B5EF4-FFF2-40B4-BE49-F238E27FC236}">
                <a16:creationId xmlns:a16="http://schemas.microsoft.com/office/drawing/2014/main" id="{B4B09915-9B5D-43C0-E9BA-D0463E39C49D}"/>
              </a:ext>
            </a:extLst>
          </p:cNvPr>
          <p:cNvSpPr/>
          <p:nvPr/>
        </p:nvSpPr>
        <p:spPr>
          <a:xfrm>
            <a:off x="9547410" y="3396127"/>
            <a:ext cx="876045" cy="101904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F7F2E53C-1185-1DEE-E29B-370C59344CDF}"/>
              </a:ext>
            </a:extLst>
          </p:cNvPr>
          <p:cNvSpPr/>
          <p:nvPr/>
        </p:nvSpPr>
        <p:spPr>
          <a:xfrm>
            <a:off x="9321800" y="5735745"/>
            <a:ext cx="1331605" cy="28024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DE962C81-24D6-D8A6-E1A5-D878EC2BCCEC}"/>
              </a:ext>
            </a:extLst>
          </p:cNvPr>
          <p:cNvSpPr/>
          <p:nvPr/>
        </p:nvSpPr>
        <p:spPr>
          <a:xfrm>
            <a:off x="9747610" y="4367558"/>
            <a:ext cx="479985" cy="1368186"/>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cxnSp>
        <p:nvCxnSpPr>
          <p:cNvPr id="9" name="Straight Arrow Connector 8">
            <a:extLst>
              <a:ext uri="{FF2B5EF4-FFF2-40B4-BE49-F238E27FC236}">
                <a16:creationId xmlns:a16="http://schemas.microsoft.com/office/drawing/2014/main" id="{B45453E2-5B8D-325C-FC4E-60B72385601A}"/>
              </a:ext>
            </a:extLst>
          </p:cNvPr>
          <p:cNvCxnSpPr>
            <a:cxnSpLocks/>
          </p:cNvCxnSpPr>
          <p:nvPr/>
        </p:nvCxnSpPr>
        <p:spPr>
          <a:xfrm>
            <a:off x="9118415" y="3483812"/>
            <a:ext cx="0" cy="2688388"/>
          </a:xfrm>
          <a:prstGeom prst="straightConnector1">
            <a:avLst/>
          </a:prstGeom>
          <a:ln w="76200">
            <a:tailEnd type="triangle"/>
          </a:ln>
        </p:spPr>
        <p:style>
          <a:lnRef idx="1">
            <a:schemeClr val="dk1"/>
          </a:lnRef>
          <a:fillRef idx="0">
            <a:schemeClr val="dk1"/>
          </a:fillRef>
          <a:effectRef idx="0">
            <a:schemeClr val="dk1"/>
          </a:effectRef>
          <a:fontRef idx="minor">
            <a:schemeClr val="tx1"/>
          </a:fontRef>
        </p:style>
      </p:cxnSp>
      <p:sp>
        <p:nvSpPr>
          <p:cNvPr id="10" name="TextBox 9">
            <a:extLst>
              <a:ext uri="{FF2B5EF4-FFF2-40B4-BE49-F238E27FC236}">
                <a16:creationId xmlns:a16="http://schemas.microsoft.com/office/drawing/2014/main" id="{F65E320A-2D07-8DDB-7AF9-320322A81B14}"/>
              </a:ext>
            </a:extLst>
          </p:cNvPr>
          <p:cNvSpPr txBox="1"/>
          <p:nvPr/>
        </p:nvSpPr>
        <p:spPr>
          <a:xfrm rot="16200000">
            <a:off x="8314768" y="4310395"/>
            <a:ext cx="107176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Time</a:t>
            </a:r>
          </a:p>
        </p:txBody>
      </p:sp>
      <p:sp>
        <p:nvSpPr>
          <p:cNvPr id="11" name="TextBox 10">
            <a:extLst>
              <a:ext uri="{FF2B5EF4-FFF2-40B4-BE49-F238E27FC236}">
                <a16:creationId xmlns:a16="http://schemas.microsoft.com/office/drawing/2014/main" id="{88C8083F-F0C2-B714-AEF5-8049A80EB37E}"/>
              </a:ext>
            </a:extLst>
          </p:cNvPr>
          <p:cNvSpPr txBox="1"/>
          <p:nvPr/>
        </p:nvSpPr>
        <p:spPr>
          <a:xfrm>
            <a:off x="7689669" y="3332097"/>
            <a:ext cx="1570321"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Ancestral</a:t>
            </a:r>
          </a:p>
        </p:txBody>
      </p:sp>
      <p:sp>
        <p:nvSpPr>
          <p:cNvPr id="12" name="TextBox 11">
            <a:extLst>
              <a:ext uri="{FF2B5EF4-FFF2-40B4-BE49-F238E27FC236}">
                <a16:creationId xmlns:a16="http://schemas.microsoft.com/office/drawing/2014/main" id="{A9D3D8C2-05E4-3962-143B-2380F411F9E0}"/>
              </a:ext>
            </a:extLst>
          </p:cNvPr>
          <p:cNvSpPr txBox="1"/>
          <p:nvPr/>
        </p:nvSpPr>
        <p:spPr>
          <a:xfrm>
            <a:off x="7838473" y="5566553"/>
            <a:ext cx="1125903" cy="338554"/>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1600" b="1" dirty="0">
                <a:latin typeface="Arial" panose="020B0604020202020204" pitchFamily="34" charset="0"/>
                <a:ea typeface="Yu Gothic" panose="020B0400000000000000" pitchFamily="34" charset="-128"/>
                <a:cs typeface="Arial" panose="020B0604020202020204" pitchFamily="34" charset="0"/>
              </a:rPr>
              <a:t>Current</a:t>
            </a:r>
          </a:p>
        </p:txBody>
      </p:sp>
      <p:sp>
        <p:nvSpPr>
          <p:cNvPr id="13" name="TextBox 12">
            <a:extLst>
              <a:ext uri="{FF2B5EF4-FFF2-40B4-BE49-F238E27FC236}">
                <a16:creationId xmlns:a16="http://schemas.microsoft.com/office/drawing/2014/main" id="{BFE26096-B314-6895-6164-C02AF2B19BB7}"/>
              </a:ext>
            </a:extLst>
          </p:cNvPr>
          <p:cNvSpPr txBox="1"/>
          <p:nvPr/>
        </p:nvSpPr>
        <p:spPr>
          <a:xfrm>
            <a:off x="8515279" y="2602436"/>
            <a:ext cx="2464662"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Ground Truth</a:t>
            </a:r>
          </a:p>
        </p:txBody>
      </p:sp>
      <p:sp>
        <p:nvSpPr>
          <p:cNvPr id="14" name="Rectangle 13">
            <a:extLst>
              <a:ext uri="{FF2B5EF4-FFF2-40B4-BE49-F238E27FC236}">
                <a16:creationId xmlns:a16="http://schemas.microsoft.com/office/drawing/2014/main" id="{F77CD5CE-40BC-9E98-D4E9-885DB2DAFA79}"/>
              </a:ext>
            </a:extLst>
          </p:cNvPr>
          <p:cNvSpPr/>
          <p:nvPr/>
        </p:nvSpPr>
        <p:spPr>
          <a:xfrm>
            <a:off x="10329722" y="6756371"/>
            <a:ext cx="1466961" cy="504234"/>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5" name="Rectangle 14">
            <a:extLst>
              <a:ext uri="{FF2B5EF4-FFF2-40B4-BE49-F238E27FC236}">
                <a16:creationId xmlns:a16="http://schemas.microsoft.com/office/drawing/2014/main" id="{82FDDD02-2C1D-1039-4A01-EDFBA85DA709}"/>
              </a:ext>
            </a:extLst>
          </p:cNvPr>
          <p:cNvSpPr/>
          <p:nvPr/>
        </p:nvSpPr>
        <p:spPr>
          <a:xfrm>
            <a:off x="10653405" y="7257238"/>
            <a:ext cx="823931" cy="1673832"/>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6" name="Rectangle 15">
            <a:extLst>
              <a:ext uri="{FF2B5EF4-FFF2-40B4-BE49-F238E27FC236}">
                <a16:creationId xmlns:a16="http://schemas.microsoft.com/office/drawing/2014/main" id="{29A5829B-32F1-1404-A248-DF7295DA03EB}"/>
              </a:ext>
            </a:extLst>
          </p:cNvPr>
          <p:cNvSpPr/>
          <p:nvPr/>
        </p:nvSpPr>
        <p:spPr>
          <a:xfrm>
            <a:off x="8737935" y="6756371"/>
            <a:ext cx="581883" cy="1902965"/>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7" name="Rectangle 16">
            <a:extLst>
              <a:ext uri="{FF2B5EF4-FFF2-40B4-BE49-F238E27FC236}">
                <a16:creationId xmlns:a16="http://schemas.microsoft.com/office/drawing/2014/main" id="{5C9C9791-3E2C-0391-9DA2-779E48E4BC94}"/>
              </a:ext>
            </a:extLst>
          </p:cNvPr>
          <p:cNvSpPr/>
          <p:nvPr/>
        </p:nvSpPr>
        <p:spPr>
          <a:xfrm>
            <a:off x="8339620" y="8653052"/>
            <a:ext cx="1371600" cy="286531"/>
          </a:xfrm>
          <a:prstGeom prst="rect">
            <a:avLst/>
          </a:prstGeom>
          <a:solidFill>
            <a:schemeClr val="accent1">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8" name="Left Brace 17">
            <a:extLst>
              <a:ext uri="{FF2B5EF4-FFF2-40B4-BE49-F238E27FC236}">
                <a16:creationId xmlns:a16="http://schemas.microsoft.com/office/drawing/2014/main" id="{512B9368-C3DF-D96A-631D-6B92366FB135}"/>
              </a:ext>
            </a:extLst>
          </p:cNvPr>
          <p:cNvSpPr/>
          <p:nvPr/>
        </p:nvSpPr>
        <p:spPr>
          <a:xfrm rot="16200000">
            <a:off x="9860359" y="4951654"/>
            <a:ext cx="223846" cy="3141716"/>
          </a:xfrm>
          <a:prstGeom prst="leftBrace">
            <a:avLst/>
          </a:prstGeom>
          <a:ln w="28575"/>
        </p:spPr>
        <p:style>
          <a:lnRef idx="1">
            <a:schemeClr val="dk1"/>
          </a:lnRef>
          <a:fillRef idx="0">
            <a:schemeClr val="dk1"/>
          </a:fillRef>
          <a:effectRef idx="0">
            <a:schemeClr val="dk1"/>
          </a:effectRef>
          <a:fontRef idx="minor">
            <a:schemeClr val="tx1"/>
          </a:fontRef>
        </p:style>
        <p:txBody>
          <a:bodyPr rtlCol="0" anchor="ctr"/>
          <a:lstStyle/>
          <a:p>
            <a:pPr algn="ctr"/>
            <a:endParaRPr lang="en-US"/>
          </a:p>
        </p:txBody>
      </p:sp>
      <p:sp>
        <p:nvSpPr>
          <p:cNvPr id="19" name="TextBox 18">
            <a:extLst>
              <a:ext uri="{FF2B5EF4-FFF2-40B4-BE49-F238E27FC236}">
                <a16:creationId xmlns:a16="http://schemas.microsoft.com/office/drawing/2014/main" id="{E10E3D10-4759-0D45-823C-5BA302A79891}"/>
              </a:ext>
            </a:extLst>
          </p:cNvPr>
          <p:cNvSpPr txBox="1"/>
          <p:nvPr/>
        </p:nvSpPr>
        <p:spPr>
          <a:xfrm>
            <a:off x="7457049" y="9012514"/>
            <a:ext cx="510539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Simple Two-epoch Inference</a:t>
            </a:r>
          </a:p>
        </p:txBody>
      </p:sp>
      <p:pic>
        <p:nvPicPr>
          <p:cNvPr id="24" name="Picture 23" descr="A graph of different sizes and numbers&#10;&#10;AI-generated content may be incorrect.">
            <a:extLst>
              <a:ext uri="{FF2B5EF4-FFF2-40B4-BE49-F238E27FC236}">
                <a16:creationId xmlns:a16="http://schemas.microsoft.com/office/drawing/2014/main" id="{931E3665-B02B-AA97-2D03-FFFF7DE68F23}"/>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8569" y="2622146"/>
            <a:ext cx="5307627" cy="7076836"/>
          </a:xfrm>
          <a:prstGeom prst="rect">
            <a:avLst/>
          </a:prstGeom>
        </p:spPr>
      </p:pic>
      <p:sp>
        <p:nvSpPr>
          <p:cNvPr id="25" name="Rectangle 24">
            <a:extLst>
              <a:ext uri="{FF2B5EF4-FFF2-40B4-BE49-F238E27FC236}">
                <a16:creationId xmlns:a16="http://schemas.microsoft.com/office/drawing/2014/main" id="{F32BA21D-6620-5935-AC6A-9A8A6F541DB9}"/>
              </a:ext>
            </a:extLst>
          </p:cNvPr>
          <p:cNvSpPr/>
          <p:nvPr/>
        </p:nvSpPr>
        <p:spPr>
          <a:xfrm>
            <a:off x="1300385" y="2622146"/>
            <a:ext cx="5306873" cy="7076836"/>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887513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76E6BB-58FE-A4D3-A46F-D958F01C11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Tree>
    <p:extLst>
      <p:ext uri="{BB962C8B-B14F-4D97-AF65-F5344CB8AC3E}">
        <p14:creationId xmlns:p14="http://schemas.microsoft.com/office/powerpoint/2010/main" val="264247585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A5E248-CC57-2F7D-5FB0-2DA48E918530}"/>
            </a:ext>
          </a:extLst>
        </p:cNvPr>
        <p:cNvGrpSpPr/>
        <p:nvPr/>
      </p:nvGrpSpPr>
      <p:grpSpPr>
        <a:xfrm>
          <a:off x="0" y="0"/>
          <a:ext cx="0" cy="0"/>
          <a:chOff x="0" y="0"/>
          <a:chExt cx="0" cy="0"/>
        </a:xfrm>
      </p:grpSpPr>
      <p:pic>
        <p:nvPicPr>
          <p:cNvPr id="15" name="Picture 14">
            <a:extLst>
              <a:ext uri="{FF2B5EF4-FFF2-40B4-BE49-F238E27FC236}">
                <a16:creationId xmlns:a16="http://schemas.microsoft.com/office/drawing/2014/main" id="{13CB5B3F-CCC1-E60A-67D6-830BE6976506}"/>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E66B3ABF-80F0-4F28-1580-A959AADCFAF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8" name="Rectangle 7">
            <a:extLst>
              <a:ext uri="{FF2B5EF4-FFF2-40B4-BE49-F238E27FC236}">
                <a16:creationId xmlns:a16="http://schemas.microsoft.com/office/drawing/2014/main" id="{088684A2-3A76-BC2A-7CF5-49143AC9DDAA}"/>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0BDF4481-EA7C-B668-DB14-A5E05EE08744}"/>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Rectangle 9">
            <a:extLst>
              <a:ext uri="{FF2B5EF4-FFF2-40B4-BE49-F238E27FC236}">
                <a16:creationId xmlns:a16="http://schemas.microsoft.com/office/drawing/2014/main" id="{2FC0001A-C08B-8E4C-0689-AF18228140FC}"/>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1" name="TextBox 10">
            <a:extLst>
              <a:ext uri="{FF2B5EF4-FFF2-40B4-BE49-F238E27FC236}">
                <a16:creationId xmlns:a16="http://schemas.microsoft.com/office/drawing/2014/main" id="{438C4190-D4D4-85EF-478E-EF255727E0C7}"/>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2" name="TextBox 11">
            <a:extLst>
              <a:ext uri="{FF2B5EF4-FFF2-40B4-BE49-F238E27FC236}">
                <a16:creationId xmlns:a16="http://schemas.microsoft.com/office/drawing/2014/main" id="{3281DE32-05B3-1E49-40B7-AB4442E592FF}"/>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3" name="TextBox 12">
            <a:extLst>
              <a:ext uri="{FF2B5EF4-FFF2-40B4-BE49-F238E27FC236}">
                <a16:creationId xmlns:a16="http://schemas.microsoft.com/office/drawing/2014/main" id="{3BD41D0E-C5F6-AFD5-E824-84FCCDB77FF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Tree>
    <p:extLst>
      <p:ext uri="{BB962C8B-B14F-4D97-AF65-F5344CB8AC3E}">
        <p14:creationId xmlns:p14="http://schemas.microsoft.com/office/powerpoint/2010/main" val="201394909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2F679-9A07-FCD5-2709-C69F6BF386E3}"/>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ECB30942-27F5-6965-D695-0D90D5DEF15B}"/>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69C40722-2106-129B-DE22-52EED731F596}"/>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60F1E1D8-3096-6234-C065-5B7876D4AD52}"/>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08225B8A-2BB5-5DB2-E497-E890A241A610}"/>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F7FD2496-C5F8-0EBC-2842-D42B8B0B0BF6}"/>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61A4616-85CF-A2AB-1299-BDC5303E8700}"/>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C701D8D-4943-3B6D-7114-F4C3E44EB5DD}"/>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1F82A94E-A265-07CB-CEA8-E66717DFA2A4}"/>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252FE87C-DA2B-A89E-E6CE-3E5DE01239DD}"/>
              </a:ext>
            </a:extLst>
          </p:cNvPr>
          <p:cNvSpPr/>
          <p:nvPr/>
        </p:nvSpPr>
        <p:spPr>
          <a:xfrm>
            <a:off x="7486827" y="5428770"/>
            <a:ext cx="2156838" cy="7947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14358118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0CB2519-7C8C-3B37-5D03-31E5528D60D6}"/>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75EF4915-6351-8858-7065-6B2CAC9EB813}"/>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E579A76E-8A32-835E-FA57-C662886ED673}"/>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BB51FDFB-755F-C24D-921C-6F535B8FB66C}"/>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4834A376-D87E-12B3-0F0C-8553E9427E05}"/>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3ADC4C22-EDB9-C5F6-799D-D3E7B3630589}"/>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CFC8CAE9-C6D0-69E3-973B-AA220895D9C1}"/>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A4B4C5F8-3203-166C-9E7C-26E9469C1B22}"/>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062E8146-7C10-6681-5A36-D71C666B4E56}"/>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12A808E6-B05C-8895-95BD-6580B0F8789D}"/>
              </a:ext>
            </a:extLst>
          </p:cNvPr>
          <p:cNvSpPr/>
          <p:nvPr/>
        </p:nvSpPr>
        <p:spPr>
          <a:xfrm>
            <a:off x="7486826" y="6186574"/>
            <a:ext cx="2156838" cy="794721"/>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82799463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D9B55C4-5025-BA11-2F9B-A96A46959174}"/>
            </a:ext>
          </a:extLst>
        </p:cNvPr>
        <p:cNvGrpSpPr/>
        <p:nvPr/>
      </p:nvGrpSpPr>
      <p:grpSpPr>
        <a:xfrm>
          <a:off x="0" y="0"/>
          <a:ext cx="0" cy="0"/>
          <a:chOff x="0" y="0"/>
          <a:chExt cx="0" cy="0"/>
        </a:xfrm>
      </p:grpSpPr>
      <p:pic>
        <p:nvPicPr>
          <p:cNvPr id="13" name="Picture 12">
            <a:extLst>
              <a:ext uri="{FF2B5EF4-FFF2-40B4-BE49-F238E27FC236}">
                <a16:creationId xmlns:a16="http://schemas.microsoft.com/office/drawing/2014/main" id="{CC553765-8654-8882-AC50-C1B0D127ADDE}"/>
              </a:ext>
            </a:extLst>
          </p:cNvPr>
          <p:cNvPicPr>
            <a:picLocks noChangeAspect="1"/>
          </p:cNvPicPr>
          <p:nvPr/>
        </p:nvPicPr>
        <p:blipFill>
          <a:blip r:embed="rId3"/>
          <a:stretch>
            <a:fillRect/>
          </a:stretch>
        </p:blipFill>
        <p:spPr>
          <a:xfrm>
            <a:off x="67491" y="3612126"/>
            <a:ext cx="9576173" cy="5222730"/>
          </a:xfrm>
          <a:prstGeom prst="rect">
            <a:avLst/>
          </a:prstGeom>
        </p:spPr>
      </p:pic>
      <p:sp>
        <p:nvSpPr>
          <p:cNvPr id="2" name="Title 1">
            <a:extLst>
              <a:ext uri="{FF2B5EF4-FFF2-40B4-BE49-F238E27FC236}">
                <a16:creationId xmlns:a16="http://schemas.microsoft.com/office/drawing/2014/main" id="{8C8E8B85-0505-F360-03C0-4331D57F73FF}"/>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Coalescent tree analysis highlights the importance of branch length by epoch</a:t>
            </a:r>
          </a:p>
        </p:txBody>
      </p:sp>
      <p:sp>
        <p:nvSpPr>
          <p:cNvPr id="7" name="Rectangle 6">
            <a:extLst>
              <a:ext uri="{FF2B5EF4-FFF2-40B4-BE49-F238E27FC236}">
                <a16:creationId xmlns:a16="http://schemas.microsoft.com/office/drawing/2014/main" id="{3C798A7E-862C-6CF0-AD65-1535BA56A59B}"/>
              </a:ext>
            </a:extLst>
          </p:cNvPr>
          <p:cNvSpPr/>
          <p:nvPr/>
        </p:nvSpPr>
        <p:spPr>
          <a:xfrm>
            <a:off x="9643664" y="4191407"/>
            <a:ext cx="1051254" cy="1222849"/>
          </a:xfrm>
          <a:prstGeom prst="rect">
            <a:avLst/>
          </a:prstGeom>
          <a:solidFill>
            <a:srgbClr val="716BB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8" name="Rectangle 7">
            <a:extLst>
              <a:ext uri="{FF2B5EF4-FFF2-40B4-BE49-F238E27FC236}">
                <a16:creationId xmlns:a16="http://schemas.microsoft.com/office/drawing/2014/main" id="{3153A8D8-90BC-FF7A-E2B8-D4DEB6975F88}"/>
              </a:ext>
            </a:extLst>
          </p:cNvPr>
          <p:cNvSpPr/>
          <p:nvPr/>
        </p:nvSpPr>
        <p:spPr>
          <a:xfrm>
            <a:off x="9439714" y="6998947"/>
            <a:ext cx="1459154" cy="435596"/>
          </a:xfrm>
          <a:prstGeom prst="rect">
            <a:avLst/>
          </a:prstGeom>
          <a:solidFill>
            <a:srgbClr val="1F9F79"/>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9" name="Rectangle 8">
            <a:extLst>
              <a:ext uri="{FF2B5EF4-FFF2-40B4-BE49-F238E27FC236}">
                <a16:creationId xmlns:a16="http://schemas.microsoft.com/office/drawing/2014/main" id="{E941B5A6-508F-D78F-F773-2E398A2FD734}"/>
              </a:ext>
            </a:extLst>
          </p:cNvPr>
          <p:cNvSpPr/>
          <p:nvPr/>
        </p:nvSpPr>
        <p:spPr>
          <a:xfrm>
            <a:off x="9881300" y="5414256"/>
            <a:ext cx="575982" cy="1584691"/>
          </a:xfrm>
          <a:prstGeom prst="rect">
            <a:avLst/>
          </a:prstGeom>
          <a:solidFill>
            <a:srgbClr val="D75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sz="1600" dirty="0">
              <a:latin typeface="Arial" panose="020B06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FECD99AA-492C-B378-7F4E-479B3CE57FC9}"/>
              </a:ext>
            </a:extLst>
          </p:cNvPr>
          <p:cNvSpPr txBox="1"/>
          <p:nvPr/>
        </p:nvSpPr>
        <p:spPr>
          <a:xfrm>
            <a:off x="10892518" y="4296320"/>
            <a:ext cx="2194832"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Ancestral</a:t>
            </a:r>
          </a:p>
        </p:txBody>
      </p:sp>
      <p:sp>
        <p:nvSpPr>
          <p:cNvPr id="11" name="TextBox 10">
            <a:extLst>
              <a:ext uri="{FF2B5EF4-FFF2-40B4-BE49-F238E27FC236}">
                <a16:creationId xmlns:a16="http://schemas.microsoft.com/office/drawing/2014/main" id="{ECAF11FC-EAE5-8643-C1D3-3574C18699EE}"/>
              </a:ext>
            </a:extLst>
          </p:cNvPr>
          <p:cNvSpPr txBox="1"/>
          <p:nvPr/>
        </p:nvSpPr>
        <p:spPr>
          <a:xfrm>
            <a:off x="10898868" y="5577160"/>
            <a:ext cx="1800493"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Ancient</a:t>
            </a:r>
          </a:p>
        </p:txBody>
      </p:sp>
      <p:sp>
        <p:nvSpPr>
          <p:cNvPr id="12" name="TextBox 11">
            <a:extLst>
              <a:ext uri="{FF2B5EF4-FFF2-40B4-BE49-F238E27FC236}">
                <a16:creationId xmlns:a16="http://schemas.microsoft.com/office/drawing/2014/main" id="{A57A5040-F570-FDC2-8A88-9905F9FCD429}"/>
              </a:ext>
            </a:extLst>
          </p:cNvPr>
          <p:cNvSpPr txBox="1"/>
          <p:nvPr/>
        </p:nvSpPr>
        <p:spPr>
          <a:xfrm>
            <a:off x="10898868" y="6788212"/>
            <a:ext cx="1678665" cy="646331"/>
          </a:xfrm>
          <a:prstGeom prst="rect">
            <a:avLst/>
          </a:prstGeom>
          <a:noFill/>
        </p:spPr>
        <p:txBody>
          <a:bodyPr wrap="none" rtlCol="0">
            <a:spAutoFit/>
          </a:bodyPr>
          <a:lstStyle/>
          <a:p>
            <a:r>
              <a:rPr lang="en-US" sz="3600" dirty="0">
                <a:latin typeface="Yu Gothic" panose="020B0400000000000000" pitchFamily="34" charset="-128"/>
                <a:ea typeface="Yu Gothic" panose="020B0400000000000000" pitchFamily="34" charset="-128"/>
              </a:rPr>
              <a:t>Recent</a:t>
            </a:r>
          </a:p>
        </p:txBody>
      </p:sp>
      <p:sp>
        <p:nvSpPr>
          <p:cNvPr id="14" name="Rectangle 13">
            <a:extLst>
              <a:ext uri="{FF2B5EF4-FFF2-40B4-BE49-F238E27FC236}">
                <a16:creationId xmlns:a16="http://schemas.microsoft.com/office/drawing/2014/main" id="{5ED55A9F-0648-D163-874C-F7223FAB5107}"/>
              </a:ext>
            </a:extLst>
          </p:cNvPr>
          <p:cNvSpPr/>
          <p:nvPr/>
        </p:nvSpPr>
        <p:spPr>
          <a:xfrm>
            <a:off x="1092200" y="3962400"/>
            <a:ext cx="914400" cy="4572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B9CD2233-92F6-8D7D-BBAB-CCF2DB0DFCC2}"/>
              </a:ext>
            </a:extLst>
          </p:cNvPr>
          <p:cNvSpPr/>
          <p:nvPr/>
        </p:nvSpPr>
        <p:spPr>
          <a:xfrm>
            <a:off x="9321801" y="5257800"/>
            <a:ext cx="3411246" cy="2286000"/>
          </a:xfrm>
          <a:prstGeom prst="rect">
            <a:avLst/>
          </a:prstGeom>
          <a:no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60462361"/>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B8E197-DDC8-BDA6-3380-EE82CBB68EFD}"/>
              </a:ext>
            </a:extLst>
          </p:cNvPr>
          <p:cNvSpPr>
            <a:spLocks noGrp="1"/>
          </p:cNvSpPr>
          <p:nvPr>
            <p:ph type="title"/>
          </p:nvPr>
        </p:nvSpPr>
        <p:spPr>
          <a:xfrm>
            <a:off x="463550" y="965200"/>
            <a:ext cx="12077700" cy="1415772"/>
          </a:xfrm>
        </p:spPr>
        <p:txBody>
          <a:bodyPr/>
          <a:lstStyle/>
          <a:p>
            <a:r>
              <a:rPr lang="en-US" dirty="0">
                <a:latin typeface="Yu Gothic" panose="020B0400000000000000" pitchFamily="34" charset="-128"/>
                <a:ea typeface="Yu Gothic" panose="020B0400000000000000" pitchFamily="34" charset="-128"/>
              </a:rPr>
              <a:t>Demographic inference of empirical data is sensitive to the number of individuals</a:t>
            </a:r>
          </a:p>
        </p:txBody>
      </p:sp>
      <p:sp>
        <p:nvSpPr>
          <p:cNvPr id="7" name="TextBox 6">
            <a:extLst>
              <a:ext uri="{FF2B5EF4-FFF2-40B4-BE49-F238E27FC236}">
                <a16:creationId xmlns:a16="http://schemas.microsoft.com/office/drawing/2014/main" id="{D5EF7D0C-BE7F-9298-0047-1A7B1E8A8D65}"/>
              </a:ext>
            </a:extLst>
          </p:cNvPr>
          <p:cNvSpPr txBox="1"/>
          <p:nvPr/>
        </p:nvSpPr>
        <p:spPr>
          <a:xfrm>
            <a:off x="7696545" y="2750030"/>
            <a:ext cx="3880189"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Empirical human data</a:t>
            </a:r>
          </a:p>
        </p:txBody>
      </p:sp>
      <p:sp>
        <p:nvSpPr>
          <p:cNvPr id="8" name="TextBox 7">
            <a:extLst>
              <a:ext uri="{FF2B5EF4-FFF2-40B4-BE49-F238E27FC236}">
                <a16:creationId xmlns:a16="http://schemas.microsoft.com/office/drawing/2014/main" id="{FF1CA0E8-652D-54C9-2F60-6535D9804687}"/>
              </a:ext>
            </a:extLst>
          </p:cNvPr>
          <p:cNvSpPr txBox="1"/>
          <p:nvPr/>
        </p:nvSpPr>
        <p:spPr>
          <a:xfrm>
            <a:off x="1014900" y="2829784"/>
            <a:ext cx="4101680" cy="523220"/>
          </a:xfrm>
          <a:prstGeom prst="rect">
            <a:avLst/>
          </a:prstGeom>
          <a:noFill/>
        </p:spPr>
        <p:txBody>
          <a:bodyPr wrap="square" rtlCol="0">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r>
              <a:rPr lang="en-US" sz="2800" b="1" dirty="0">
                <a:latin typeface="Arial" panose="020B0604020202020204" pitchFamily="34" charset="0"/>
                <a:ea typeface="Yu Gothic" panose="020B0400000000000000" pitchFamily="34" charset="-128"/>
                <a:cs typeface="Arial" panose="020B0604020202020204" pitchFamily="34" charset="0"/>
              </a:rPr>
              <a:t>Simulated human data</a:t>
            </a:r>
          </a:p>
        </p:txBody>
      </p:sp>
      <p:pic>
        <p:nvPicPr>
          <p:cNvPr id="3" name="Picture 2" descr="A graph of different sizes and numbers&#10;&#10;AI-generated content may be incorrect.">
            <a:extLst>
              <a:ext uri="{FF2B5EF4-FFF2-40B4-BE49-F238E27FC236}">
                <a16:creationId xmlns:a16="http://schemas.microsoft.com/office/drawing/2014/main" id="{B61A08DD-1268-2A4B-E65E-EE3FE77AF135}"/>
              </a:ext>
            </a:extLst>
          </p:cNvPr>
          <p:cNvPicPr>
            <a:picLocks noChangeAspect="1"/>
          </p:cNvPicPr>
          <p:nvPr/>
        </p:nvPicPr>
        <p:blipFill>
          <a:blip r:embed="rId3">
            <a:extLst>
              <a:ext uri="{28A0092B-C50C-407E-A947-70E740481C1C}">
                <a14:useLocalDpi xmlns:a14="http://schemas.microsoft.com/office/drawing/2010/main" val="0"/>
              </a:ext>
            </a:extLst>
          </a:blip>
          <a:srcRect t="31860"/>
          <a:stretch>
            <a:fillRect/>
          </a:stretch>
        </p:blipFill>
        <p:spPr>
          <a:xfrm>
            <a:off x="345522" y="3353004"/>
            <a:ext cx="5425656" cy="4929416"/>
          </a:xfrm>
          <a:prstGeom prst="rect">
            <a:avLst/>
          </a:prstGeom>
        </p:spPr>
      </p:pic>
      <p:pic>
        <p:nvPicPr>
          <p:cNvPr id="11" name="Picture 10" descr="A graph of a number of people&#10;&#10;AI-generated content may be incorrect.">
            <a:extLst>
              <a:ext uri="{FF2B5EF4-FFF2-40B4-BE49-F238E27FC236}">
                <a16:creationId xmlns:a16="http://schemas.microsoft.com/office/drawing/2014/main" id="{F667711A-01FC-1C85-F487-8C3208DCF4D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408806" y="3254200"/>
            <a:ext cx="5167928" cy="5167928"/>
          </a:xfrm>
          <a:prstGeom prst="rect">
            <a:avLst/>
          </a:prstGeom>
        </p:spPr>
      </p:pic>
    </p:spTree>
    <p:extLst>
      <p:ext uri="{BB962C8B-B14F-4D97-AF65-F5344CB8AC3E}">
        <p14:creationId xmlns:p14="http://schemas.microsoft.com/office/powerpoint/2010/main" val="48401726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 name="Title 1">
            <a:extLst>
              <a:ext uri="{FF2B5EF4-FFF2-40B4-BE49-F238E27FC236}">
                <a16:creationId xmlns:a16="http://schemas.microsoft.com/office/drawing/2014/main" id="{9D870460-E875-D483-C8B5-A292DB1A3AE1}"/>
              </a:ext>
            </a:extLst>
          </p:cNvPr>
          <p:cNvSpPr>
            <a:spLocks noGrp="1"/>
          </p:cNvSpPr>
          <p:nvPr>
            <p:ph type="title"/>
          </p:nvPr>
        </p:nvSpPr>
        <p:spPr>
          <a:xfrm>
            <a:off x="2235200" y="4706662"/>
            <a:ext cx="8991600" cy="1122523"/>
          </a:xfrm>
        </p:spPr>
        <p:txBody>
          <a:bodyPr>
            <a:noAutofit/>
          </a:bodyPr>
          <a:lstStyle/>
          <a:p>
            <a:r>
              <a:rPr lang="en-US" sz="5120" dirty="0">
                <a:latin typeface="Yu Gothic" charset="-128"/>
                <a:ea typeface="Yu Gothic" charset="-128"/>
                <a:cs typeface="Yu Gothic" charset="-128"/>
              </a:rPr>
              <a:t>Come check out my poster!</a:t>
            </a:r>
          </a:p>
        </p:txBody>
      </p:sp>
      <p:sp>
        <p:nvSpPr>
          <p:cNvPr id="15" name="TextBox 14">
            <a:extLst>
              <a:ext uri="{FF2B5EF4-FFF2-40B4-BE49-F238E27FC236}">
                <a16:creationId xmlns:a16="http://schemas.microsoft.com/office/drawing/2014/main" id="{D25DD320-F08D-4CEA-99E8-A144B310D4FC}"/>
              </a:ext>
            </a:extLst>
          </p:cNvPr>
          <p:cNvSpPr txBox="1"/>
          <p:nvPr/>
        </p:nvSpPr>
        <p:spPr>
          <a:xfrm>
            <a:off x="128165" y="6629400"/>
            <a:ext cx="7975260" cy="880241"/>
          </a:xfrm>
          <a:prstGeom prst="rect">
            <a:avLst/>
          </a:prstGeom>
          <a:noFill/>
        </p:spPr>
        <p:txBody>
          <a:bodyPr wrap="none" rtlCol="0">
            <a:spAutoFit/>
          </a:bodyPr>
          <a:lstStyle/>
          <a:p>
            <a:pPr defTabSz="975390"/>
            <a:r>
              <a:rPr lang="en-US" sz="2560" b="1" dirty="0">
                <a:solidFill>
                  <a:prstClr val="black"/>
                </a:solidFill>
                <a:latin typeface="Yu Gothic" panose="020B0400000000000000" pitchFamily="34" charset="-128"/>
                <a:ea typeface="Yu Gothic" panose="020B0400000000000000" pitchFamily="34" charset="-128"/>
              </a:rPr>
              <a:t>Contact Information</a:t>
            </a:r>
          </a:p>
          <a:p>
            <a:pPr defTabSz="975390"/>
            <a:r>
              <a:rPr lang="en-US" sz="2560" dirty="0">
                <a:solidFill>
                  <a:prstClr val="black"/>
                </a:solidFill>
                <a:latin typeface="Yu Gothic" panose="020B0400000000000000" pitchFamily="34" charset="-128"/>
                <a:ea typeface="Yu Gothic" panose="020B0400000000000000" pitchFamily="34" charset="-128"/>
              </a:rPr>
              <a:t>Jonathan Mah, University of California, Los Angeles</a:t>
            </a:r>
          </a:p>
        </p:txBody>
      </p:sp>
      <p:sp>
        <p:nvSpPr>
          <p:cNvPr id="17" name="object 7">
            <a:extLst>
              <a:ext uri="{FF2B5EF4-FFF2-40B4-BE49-F238E27FC236}">
                <a16:creationId xmlns:a16="http://schemas.microsoft.com/office/drawing/2014/main" id="{63AB51BB-0A0E-B159-850D-1583DEA5CFB2}"/>
              </a:ext>
            </a:extLst>
          </p:cNvPr>
          <p:cNvSpPr/>
          <p:nvPr/>
        </p:nvSpPr>
        <p:spPr>
          <a:xfrm>
            <a:off x="34326" y="8246342"/>
            <a:ext cx="922546" cy="642733"/>
          </a:xfrm>
          <a:prstGeom prst="rect">
            <a:avLst/>
          </a:prstGeom>
          <a:blipFill>
            <a:blip r:embed="rId3" cstate="print"/>
            <a:stretch>
              <a:fillRect/>
            </a:stretch>
          </a:blipFill>
        </p:spPr>
        <p:txBody>
          <a:bodyPr wrap="square" lIns="0" tIns="0" rIns="0" bIns="0" rtlCol="0"/>
          <a:lstStyle/>
          <a:p>
            <a:pPr defTabSz="975390"/>
            <a:endParaRPr sz="1920">
              <a:solidFill>
                <a:prstClr val="black"/>
              </a:solidFill>
              <a:latin typeface="Calibri" panose="020F0502020204030204"/>
            </a:endParaRPr>
          </a:p>
        </p:txBody>
      </p:sp>
      <p:sp>
        <p:nvSpPr>
          <p:cNvPr id="18" name="object 8">
            <a:extLst>
              <a:ext uri="{FF2B5EF4-FFF2-40B4-BE49-F238E27FC236}">
                <a16:creationId xmlns:a16="http://schemas.microsoft.com/office/drawing/2014/main" id="{1B9D2770-EE52-EFE6-9BA6-167C882AA436}"/>
              </a:ext>
            </a:extLst>
          </p:cNvPr>
          <p:cNvSpPr txBox="1"/>
          <p:nvPr/>
        </p:nvSpPr>
        <p:spPr>
          <a:xfrm>
            <a:off x="933170" y="7717308"/>
            <a:ext cx="7975260" cy="1058068"/>
          </a:xfrm>
          <a:prstGeom prst="rect">
            <a:avLst/>
          </a:prstGeom>
        </p:spPr>
        <p:txBody>
          <a:bodyPr vert="horz" wrap="square" lIns="0" tIns="13547" rIns="0" bIns="0" rtlCol="0">
            <a:spAutoFit/>
          </a:bodyPr>
          <a:lstStyle/>
          <a:p>
            <a:pPr marL="13547" defTabSz="975390">
              <a:spcBef>
                <a:spcPts val="1984"/>
              </a:spcBef>
            </a:pPr>
            <a:r>
              <a:rPr lang="en-US" sz="2560" spc="-37" dirty="0">
                <a:solidFill>
                  <a:prstClr val="black"/>
                </a:solidFill>
                <a:latin typeface="Yu Gothic" panose="020B0400000000000000" pitchFamily="34" charset="-128"/>
                <a:ea typeface="Yu Gothic" panose="020B0400000000000000" pitchFamily="34" charset="-128"/>
                <a:cs typeface="Arial"/>
              </a:rPr>
              <a:t>@jonmah_compbio</a:t>
            </a:r>
          </a:p>
          <a:p>
            <a:pPr marL="13547" defTabSz="975390">
              <a:spcBef>
                <a:spcPts val="1984"/>
              </a:spcBef>
            </a:pPr>
            <a:r>
              <a:rPr lang="en-US" sz="2560" spc="-16" dirty="0">
                <a:solidFill>
                  <a:prstClr val="black"/>
                </a:solidFill>
                <a:latin typeface="Yu Gothic" panose="020B0400000000000000" pitchFamily="34" charset="-128"/>
                <a:ea typeface="Yu Gothic" panose="020B0400000000000000" pitchFamily="34" charset="-128"/>
                <a:cs typeface="Arial"/>
              </a:rPr>
              <a:t>jonmah@g.ucla.edu</a:t>
            </a:r>
            <a:endParaRPr sz="2560" dirty="0">
              <a:solidFill>
                <a:prstClr val="black"/>
              </a:solidFill>
              <a:latin typeface="Yu Gothic" panose="020B0400000000000000" pitchFamily="34" charset="-128"/>
              <a:ea typeface="Yu Gothic" panose="020B0400000000000000" pitchFamily="34" charset="-128"/>
              <a:cs typeface="Arial"/>
            </a:endParaRPr>
          </a:p>
        </p:txBody>
      </p:sp>
      <p:pic>
        <p:nvPicPr>
          <p:cNvPr id="19" name="Picture 18" descr="A black and white symbol&#10;&#10;Description automatically generated">
            <a:extLst>
              <a:ext uri="{FF2B5EF4-FFF2-40B4-BE49-F238E27FC236}">
                <a16:creationId xmlns:a16="http://schemas.microsoft.com/office/drawing/2014/main" id="{C89D3F19-D5E9-BAB6-7974-392D07AED9DF}"/>
              </a:ext>
            </a:extLst>
          </p:cNvPr>
          <p:cNvPicPr>
            <a:picLocks noChangeAspect="1"/>
          </p:cNvPicPr>
          <p:nvPr/>
        </p:nvPicPr>
        <p:blipFill>
          <a:blip r:embed="rId4" cstate="print">
            <a:duotone>
              <a:schemeClr val="accent3">
                <a:shade val="45000"/>
                <a:satMod val="135000"/>
              </a:schemeClr>
              <a:prstClr val="white"/>
            </a:duotone>
            <a:extLst>
              <a:ext uri="{28A0092B-C50C-407E-A947-70E740481C1C}">
                <a14:useLocalDpi xmlns:a14="http://schemas.microsoft.com/office/drawing/2010/main" val="0"/>
              </a:ext>
            </a:extLst>
          </a:blip>
          <a:stretch>
            <a:fillRect/>
          </a:stretch>
        </p:blipFill>
        <p:spPr>
          <a:xfrm>
            <a:off x="213358" y="7659713"/>
            <a:ext cx="511262" cy="594834"/>
          </a:xfrm>
          <a:prstGeom prst="rect">
            <a:avLst/>
          </a:prstGeom>
        </p:spPr>
      </p:pic>
      <p:sp>
        <p:nvSpPr>
          <p:cNvPr id="20" name="Content Placeholder 2">
            <a:extLst>
              <a:ext uri="{FF2B5EF4-FFF2-40B4-BE49-F238E27FC236}">
                <a16:creationId xmlns:a16="http://schemas.microsoft.com/office/drawing/2014/main" id="{1D7E532B-C587-79E9-2BB4-2E08A2C7C890}"/>
              </a:ext>
            </a:extLst>
          </p:cNvPr>
          <p:cNvSpPr txBox="1">
            <a:spLocks/>
          </p:cNvSpPr>
          <p:nvPr/>
        </p:nvSpPr>
        <p:spPr>
          <a:xfrm>
            <a:off x="724620" y="2098696"/>
            <a:ext cx="11416580" cy="2347798"/>
          </a:xfrm>
          <a:prstGeom prst="rect">
            <a:avLst/>
          </a:prstGeom>
        </p:spPr>
        <p:txBody>
          <a:bodyPr>
            <a:normAutofit/>
          </a:bodyPr>
          <a:lstStyle>
            <a:lvl1pPr marL="243848" indent="-243848" algn="l" defTabSz="975390" rtl="0" eaLnBrk="1" latinLnBrk="0" hangingPunct="1">
              <a:lnSpc>
                <a:spcPct val="90000"/>
              </a:lnSpc>
              <a:spcBef>
                <a:spcPts val="1067"/>
              </a:spcBef>
              <a:buFont typeface="Arial" panose="020B0604020202020204" pitchFamily="34" charset="0"/>
              <a:buChar char="•"/>
              <a:defRPr sz="2987" kern="1200">
                <a:solidFill>
                  <a:schemeClr val="tx1"/>
                </a:solidFill>
                <a:latin typeface="+mn-lt"/>
                <a:ea typeface="+mn-ea"/>
                <a:cs typeface="+mn-cs"/>
              </a:defRPr>
            </a:lvl1pPr>
            <a:lvl2pPr marL="731543" indent="-243848" algn="l" defTabSz="975390" rtl="0" eaLnBrk="1" latinLnBrk="0" hangingPunct="1">
              <a:lnSpc>
                <a:spcPct val="90000"/>
              </a:lnSpc>
              <a:spcBef>
                <a:spcPts val="533"/>
              </a:spcBef>
              <a:buFont typeface="Arial" panose="020B0604020202020204" pitchFamily="34" charset="0"/>
              <a:buChar char="•"/>
              <a:defRPr sz="2560" kern="1200">
                <a:solidFill>
                  <a:schemeClr val="tx1"/>
                </a:solidFill>
                <a:latin typeface="+mn-lt"/>
                <a:ea typeface="+mn-ea"/>
                <a:cs typeface="+mn-cs"/>
              </a:defRPr>
            </a:lvl2pPr>
            <a:lvl3pPr marL="1219238" indent="-243848" algn="l" defTabSz="975390" rtl="0" eaLnBrk="1" latinLnBrk="0" hangingPunct="1">
              <a:lnSpc>
                <a:spcPct val="90000"/>
              </a:lnSpc>
              <a:spcBef>
                <a:spcPts val="533"/>
              </a:spcBef>
              <a:buFont typeface="Arial" panose="020B0604020202020204" pitchFamily="34" charset="0"/>
              <a:buChar char="•"/>
              <a:defRPr sz="2133" kern="1200">
                <a:solidFill>
                  <a:schemeClr val="tx1"/>
                </a:solidFill>
                <a:latin typeface="+mn-lt"/>
                <a:ea typeface="+mn-ea"/>
                <a:cs typeface="+mn-cs"/>
              </a:defRPr>
            </a:lvl3pPr>
            <a:lvl4pPr marL="1706933"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4pPr>
            <a:lvl5pPr marL="219462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5pPr>
            <a:lvl6pPr marL="268232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6pPr>
            <a:lvl7pPr marL="3170019"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7pPr>
            <a:lvl8pPr marL="3657714"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8pPr>
            <a:lvl9pPr marL="4145410" indent="-243848" algn="l" defTabSz="975390" rtl="0" eaLnBrk="1" latinLnBrk="0" hangingPunct="1">
              <a:lnSpc>
                <a:spcPct val="90000"/>
              </a:lnSpc>
              <a:spcBef>
                <a:spcPts val="533"/>
              </a:spcBef>
              <a:buFont typeface="Arial" panose="020B0604020202020204" pitchFamily="34" charset="0"/>
              <a:buChar char="•"/>
              <a:defRPr sz="1920" kern="1200">
                <a:solidFill>
                  <a:schemeClr val="tx1"/>
                </a:solidFill>
                <a:latin typeface="+mn-lt"/>
                <a:ea typeface="+mn-ea"/>
                <a:cs typeface="+mn-cs"/>
              </a:defRPr>
            </a:lvl9pPr>
          </a:lstStyle>
          <a:p>
            <a:r>
              <a:rPr lang="en-US" sz="2400" dirty="0">
                <a:latin typeface="Yu Gothic" panose="020B0400000000000000" pitchFamily="34" charset="-128"/>
                <a:ea typeface="Yu Gothic" panose="020B0400000000000000" pitchFamily="34" charset="-128"/>
              </a:rPr>
              <a:t>Population demographic inference is sensitive to the number of individuals.</a:t>
            </a:r>
          </a:p>
          <a:p>
            <a:r>
              <a:rPr lang="en-US" sz="2400" dirty="0">
                <a:latin typeface="Yu Gothic" panose="020B0400000000000000" pitchFamily="34" charset="-128"/>
                <a:ea typeface="Yu Gothic" panose="020B0400000000000000" pitchFamily="34" charset="-128"/>
              </a:rPr>
              <a:t>Dominant evolutionary signals may reflect the distribution of coalescent branch lengths across time</a:t>
            </a:r>
          </a:p>
          <a:p>
            <a:r>
              <a:rPr lang="en-US" sz="2400" dirty="0">
                <a:latin typeface="Yu Gothic" panose="020B0400000000000000" pitchFamily="34" charset="-128"/>
                <a:ea typeface="Yu Gothic" panose="020B0400000000000000" pitchFamily="34" charset="-128"/>
              </a:rPr>
              <a:t>Analyzing data sets consisting of differing numbers of individuals may reveal complementary facets of evolutionary history.</a:t>
            </a:r>
          </a:p>
        </p:txBody>
      </p:sp>
      <p:sp>
        <p:nvSpPr>
          <p:cNvPr id="21" name="Title 1">
            <a:extLst>
              <a:ext uri="{FF2B5EF4-FFF2-40B4-BE49-F238E27FC236}">
                <a16:creationId xmlns:a16="http://schemas.microsoft.com/office/drawing/2014/main" id="{0FC6429E-CE99-196A-3487-0389812D521F}"/>
              </a:ext>
            </a:extLst>
          </p:cNvPr>
          <p:cNvSpPr txBox="1">
            <a:spLocks/>
          </p:cNvSpPr>
          <p:nvPr/>
        </p:nvSpPr>
        <p:spPr>
          <a:xfrm>
            <a:off x="463550" y="965200"/>
            <a:ext cx="12077700" cy="1415772"/>
          </a:xfrm>
          <a:prstGeom prst="rect">
            <a:avLst/>
          </a:prstGeom>
        </p:spPr>
        <p:txBody>
          <a:bodyPr vert="horz" lIns="91440" tIns="45720" rIns="91440" bIns="45720" rtlCol="0" anchor="ctr">
            <a:normAutofit/>
          </a:bodyPr>
          <a:lstStyle>
            <a:lvl1pPr algn="l" defTabSz="975390" rtl="0" eaLnBrk="1" latinLnBrk="0" hangingPunct="1">
              <a:lnSpc>
                <a:spcPct val="90000"/>
              </a:lnSpc>
              <a:spcBef>
                <a:spcPct val="0"/>
              </a:spcBef>
              <a:buNone/>
              <a:defRPr sz="4693" kern="1200">
                <a:solidFill>
                  <a:schemeClr val="tx1"/>
                </a:solidFill>
                <a:latin typeface="+mj-lt"/>
                <a:ea typeface="+mj-ea"/>
                <a:cs typeface="+mj-cs"/>
              </a:defRPr>
            </a:lvl1pPr>
          </a:lstStyle>
          <a:p>
            <a:r>
              <a:rPr lang="en-US" dirty="0">
                <a:latin typeface="Yu Gothic" panose="020B0400000000000000" pitchFamily="34" charset="-128"/>
                <a:ea typeface="Yu Gothic" panose="020B0400000000000000" pitchFamily="34" charset="-128"/>
              </a:rPr>
              <a:t>Takeaways</a:t>
            </a:r>
          </a:p>
        </p:txBody>
      </p:sp>
      <p:grpSp>
        <p:nvGrpSpPr>
          <p:cNvPr id="22" name="Group 21">
            <a:extLst>
              <a:ext uri="{FF2B5EF4-FFF2-40B4-BE49-F238E27FC236}">
                <a16:creationId xmlns:a16="http://schemas.microsoft.com/office/drawing/2014/main" id="{26C6D7EA-0C1A-61E2-B831-84A712D3AB1B}"/>
              </a:ext>
            </a:extLst>
          </p:cNvPr>
          <p:cNvGrpSpPr/>
          <p:nvPr/>
        </p:nvGrpSpPr>
        <p:grpSpPr>
          <a:xfrm>
            <a:off x="4062110" y="7417299"/>
            <a:ext cx="4846320" cy="1899356"/>
            <a:chOff x="977917" y="246723"/>
            <a:chExt cx="9791683" cy="3703320"/>
          </a:xfrm>
        </p:grpSpPr>
        <p:pic>
          <p:nvPicPr>
            <p:cNvPr id="23" name="Picture 22">
              <a:extLst>
                <a:ext uri="{FF2B5EF4-FFF2-40B4-BE49-F238E27FC236}">
                  <a16:creationId xmlns:a16="http://schemas.microsoft.com/office/drawing/2014/main" id="{2992ADAA-CCB9-BF1D-37E5-C531A0A252E1}"/>
                </a:ext>
              </a:extLst>
            </p:cNvPr>
            <p:cNvPicPr>
              <a:picLocks noChangeAspect="1"/>
            </p:cNvPicPr>
            <p:nvPr/>
          </p:nvPicPr>
          <p:blipFill rotWithShape="1">
            <a:blip r:embed="rId5" cstate="print">
              <a:extLst>
                <a:ext uri="{28A0092B-C50C-407E-A947-70E740481C1C}">
                  <a14:useLocalDpi xmlns:a14="http://schemas.microsoft.com/office/drawing/2010/main" val="0"/>
                </a:ext>
              </a:extLst>
            </a:blip>
            <a:srcRect l="12543" t="2183" r="14988" b="11079"/>
            <a:stretch/>
          </p:blipFill>
          <p:spPr>
            <a:xfrm>
              <a:off x="977917" y="500347"/>
              <a:ext cx="3962400" cy="3352800"/>
            </a:xfrm>
            <a:prstGeom prst="rect">
              <a:avLst/>
            </a:prstGeom>
          </p:spPr>
        </p:pic>
        <p:pic>
          <p:nvPicPr>
            <p:cNvPr id="24" name="Picture 2" descr="UCLA Script logo">
              <a:extLst>
                <a:ext uri="{FF2B5EF4-FFF2-40B4-BE49-F238E27FC236}">
                  <a16:creationId xmlns:a16="http://schemas.microsoft.com/office/drawing/2014/main" id="{6DFFD341-1825-27BC-F633-147872148B8F}"/>
                </a:ext>
              </a:extLst>
            </p:cNvPr>
            <p:cNvPicPr>
              <a:picLocks noChangeAspect="1" noChangeArrowheads="1"/>
            </p:cNvPicPr>
            <p:nvPr/>
          </p:nvPicPr>
          <p:blipFill rotWithShape="1">
            <a:blip r:embed="rId6" cstate="print">
              <a:extLst>
                <a:ext uri="{28A0092B-C50C-407E-A947-70E740481C1C}">
                  <a14:useLocalDpi xmlns:a14="http://schemas.microsoft.com/office/drawing/2010/main" val="0"/>
                </a:ext>
              </a:extLst>
            </a:blip>
            <a:srcRect l="23633" t="23014" r="22461" b="21865"/>
            <a:stretch/>
          </p:blipFill>
          <p:spPr bwMode="auto">
            <a:xfrm>
              <a:off x="4978400" y="1987009"/>
              <a:ext cx="3048000" cy="1623391"/>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24">
              <a:extLst>
                <a:ext uri="{FF2B5EF4-FFF2-40B4-BE49-F238E27FC236}">
                  <a16:creationId xmlns:a16="http://schemas.microsoft.com/office/drawing/2014/main" id="{90883846-C6C6-DC94-8BCE-162FBB658B46}"/>
                </a:ext>
              </a:extLst>
            </p:cNvPr>
            <p:cNvPicPr>
              <a:picLocks noChangeAspect="1"/>
            </p:cNvPicPr>
            <p:nvPr/>
          </p:nvPicPr>
          <p:blipFill>
            <a:blip r:embed="rId7"/>
            <a:stretch>
              <a:fillRect/>
            </a:stretch>
          </p:blipFill>
          <p:spPr>
            <a:xfrm>
              <a:off x="8483600" y="246723"/>
              <a:ext cx="2286000" cy="3703320"/>
            </a:xfrm>
            <a:prstGeom prst="rect">
              <a:avLst/>
            </a:prstGeom>
          </p:spPr>
        </p:pic>
      </p:grpSp>
    </p:spTree>
    <p:extLst>
      <p:ext uri="{BB962C8B-B14F-4D97-AF65-F5344CB8AC3E}">
        <p14:creationId xmlns:p14="http://schemas.microsoft.com/office/powerpoint/2010/main" val="152199365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00"/>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13829</TotalTime>
  <Words>1417</Words>
  <Application>Microsoft Office PowerPoint</Application>
  <PresentationFormat>Custom</PresentationFormat>
  <Paragraphs>131</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Yu Gothic</vt:lpstr>
      <vt:lpstr>Arial</vt:lpstr>
      <vt:lpstr>Calibri</vt:lpstr>
      <vt:lpstr>Office Theme</vt:lpstr>
      <vt:lpstr>How does the number of individuals studied influence the evolutionary stories we infer from population genetic data?</vt:lpstr>
      <vt:lpstr>Inferred demographic models may depend on the number of individuals analyzed</vt:lpstr>
      <vt:lpstr>Inferred demographic models may depend on the number of individuals analyzed</vt:lpstr>
      <vt:lpstr>Inferred demographic models may depend on the number of individuals analyzed</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Demographic inference of simulated data is sensitive to the number of individuals</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Coalescent tree analysis highlights the importance of branch length by epoch</vt:lpstr>
      <vt:lpstr>Demographic inference of empirical data is sensitive to the number of individuals</vt:lpstr>
      <vt:lpstr>Come check out my poster!</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Impact of Domestication on the DFE  and Mutation Spectrum of Canids</dc:title>
  <dc:creator>Jonathan Mah</dc:creator>
  <cp:lastModifiedBy>Jonathan Mah</cp:lastModifiedBy>
  <cp:revision>311</cp:revision>
  <dcterms:created xsi:type="dcterms:W3CDTF">2019-09-10T15:46:25Z</dcterms:created>
  <dcterms:modified xsi:type="dcterms:W3CDTF">2025-10-31T18:48:41Z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LastSaved">
    <vt:filetime>2019-09-10T00:00:00Z</vt:filetime>
  </property>
</Properties>
</file>