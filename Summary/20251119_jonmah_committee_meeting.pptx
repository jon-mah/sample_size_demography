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82" r:id="rId3"/>
    <p:sldId id="279" r:id="rId4"/>
    <p:sldId id="283" r:id="rId5"/>
    <p:sldId id="281" r:id="rId6"/>
    <p:sldId id="280" r:id="rId7"/>
    <p:sldId id="284" r:id="rId8"/>
    <p:sldId id="257" r:id="rId9"/>
    <p:sldId id="263" r:id="rId10"/>
    <p:sldId id="262" r:id="rId11"/>
    <p:sldId id="268" r:id="rId12"/>
    <p:sldId id="273" r:id="rId13"/>
    <p:sldId id="269" r:id="rId14"/>
    <p:sldId id="270" r:id="rId15"/>
    <p:sldId id="271" r:id="rId16"/>
    <p:sldId id="272" r:id="rId17"/>
    <p:sldId id="286" r:id="rId18"/>
    <p:sldId id="287" r:id="rId19"/>
    <p:sldId id="288" r:id="rId20"/>
    <p:sldId id="289" r:id="rId21"/>
    <p:sldId id="259" r:id="rId22"/>
    <p:sldId id="274" r:id="rId23"/>
    <p:sldId id="275" r:id="rId24"/>
    <p:sldId id="276" r:id="rId25"/>
    <p:sldId id="277" r:id="rId26"/>
    <p:sldId id="260" r:id="rId27"/>
    <p:sldId id="261" r:id="rId28"/>
    <p:sldId id="285" r:id="rId29"/>
    <p:sldId id="291" r:id="rId30"/>
    <p:sldId id="290" r:id="rId31"/>
    <p:sldId id="293" r:id="rId32"/>
    <p:sldId id="296" r:id="rId33"/>
    <p:sldId id="299" r:id="rId34"/>
    <p:sldId id="300" r:id="rId35"/>
    <p:sldId id="301" r:id="rId36"/>
    <p:sldId id="302" r:id="rId37"/>
    <p:sldId id="303" r:id="rId38"/>
    <p:sldId id="304" r:id="rId39"/>
    <p:sldId id="305" r:id="rId40"/>
    <p:sldId id="306" r:id="rId41"/>
    <p:sldId id="315" r:id="rId42"/>
    <p:sldId id="307" r:id="rId43"/>
    <p:sldId id="311" r:id="rId44"/>
    <p:sldId id="312" r:id="rId45"/>
    <p:sldId id="313" r:id="rId46"/>
    <p:sldId id="314" r:id="rId47"/>
  </p:sldIdLst>
  <p:sldSz cx="13004800" cy="9753600"/>
  <p:notesSz cx="13004800" cy="975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40B54D-B184-4DE5-8FD1-3770111CBB7D}">
          <p14:sldIdLst>
            <p14:sldId id="256"/>
            <p14:sldId id="282"/>
            <p14:sldId id="279"/>
            <p14:sldId id="283"/>
            <p14:sldId id="281"/>
            <p14:sldId id="280"/>
            <p14:sldId id="284"/>
            <p14:sldId id="257"/>
            <p14:sldId id="263"/>
            <p14:sldId id="262"/>
            <p14:sldId id="268"/>
            <p14:sldId id="273"/>
            <p14:sldId id="269"/>
            <p14:sldId id="270"/>
            <p14:sldId id="271"/>
            <p14:sldId id="272"/>
            <p14:sldId id="286"/>
            <p14:sldId id="287"/>
            <p14:sldId id="288"/>
            <p14:sldId id="289"/>
            <p14:sldId id="259"/>
            <p14:sldId id="274"/>
            <p14:sldId id="275"/>
            <p14:sldId id="276"/>
            <p14:sldId id="277"/>
            <p14:sldId id="260"/>
            <p14:sldId id="261"/>
            <p14:sldId id="285"/>
            <p14:sldId id="291"/>
            <p14:sldId id="290"/>
            <p14:sldId id="293"/>
            <p14:sldId id="296"/>
            <p14:sldId id="299"/>
            <p14:sldId id="300"/>
            <p14:sldId id="301"/>
            <p14:sldId id="302"/>
            <p14:sldId id="303"/>
            <p14:sldId id="304"/>
            <p14:sldId id="305"/>
            <p14:sldId id="306"/>
            <p14:sldId id="315"/>
            <p14:sldId id="307"/>
            <p14:sldId id="311"/>
            <p14:sldId id="312"/>
            <p14:sldId id="313"/>
            <p14:sldId id="314"/>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9F79"/>
    <a:srgbClr val="D75600"/>
    <a:srgbClr val="716BB0"/>
    <a:srgbClr val="BC232C"/>
    <a:srgbClr val="E9D4BF"/>
    <a:srgbClr val="5ABAB9"/>
    <a:srgbClr val="D2232E"/>
    <a:srgbClr val="CA985C"/>
    <a:srgbClr val="393F7C"/>
    <a:srgbClr val="0D0D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C8391-EA1B-4ADC-9FC6-16DBF2DAD0FF}" v="126" dt="2025-11-20T02:18:12.51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35" autoAdjust="0"/>
    <p:restoredTop sz="86275" autoAdjust="0"/>
  </p:normalViewPr>
  <p:slideViewPr>
    <p:cSldViewPr>
      <p:cViewPr>
        <p:scale>
          <a:sx n="50" d="100"/>
          <a:sy n="50" d="100"/>
        </p:scale>
        <p:origin x="1542" y="-204"/>
      </p:cViewPr>
      <p:guideLst>
        <p:guide orient="horz" pos="2880"/>
        <p:guide pos="216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Mah" userId="5261b2f2f3e51194" providerId="LiveId" clId="{DB9BCF8B-E91B-491C-8171-92D39BBC1534}"/>
    <pc:docChg chg="undo custSel addSld delSld modSld sldOrd modSection">
      <pc:chgData name="Jonathan Mah" userId="5261b2f2f3e51194" providerId="LiveId" clId="{DB9BCF8B-E91B-491C-8171-92D39BBC1534}" dt="2025-11-20T02:22:37.725" v="6402" actId="20577"/>
      <pc:docMkLst>
        <pc:docMk/>
      </pc:docMkLst>
      <pc:sldChg chg="modSp mod">
        <pc:chgData name="Jonathan Mah" userId="5261b2f2f3e51194" providerId="LiveId" clId="{DB9BCF8B-E91B-491C-8171-92D39BBC1534}" dt="2025-11-19T21:08:07.919" v="750" actId="20577"/>
        <pc:sldMkLst>
          <pc:docMk/>
          <pc:sldMk cId="0" sldId="256"/>
        </pc:sldMkLst>
        <pc:spChg chg="mod">
          <ac:chgData name="Jonathan Mah" userId="5261b2f2f3e51194" providerId="LiveId" clId="{DB9BCF8B-E91B-491C-8171-92D39BBC1534}" dt="2025-11-19T21:08:07.919" v="750" actId="20577"/>
          <ac:spMkLst>
            <pc:docMk/>
            <pc:sldMk cId="0" sldId="256"/>
            <ac:spMk id="4" creationId="{00000000-0000-0000-0000-000000000000}"/>
          </ac:spMkLst>
        </pc:spChg>
        <pc:spChg chg="mod">
          <ac:chgData name="Jonathan Mah" userId="5261b2f2f3e51194" providerId="LiveId" clId="{DB9BCF8B-E91B-491C-8171-92D39BBC1534}" dt="2025-11-19T21:08:00.752" v="748" actId="20577"/>
          <ac:spMkLst>
            <pc:docMk/>
            <pc:sldMk cId="0" sldId="256"/>
            <ac:spMk id="10" creationId="{AD6DB52D-17F9-4306-A1FC-B865C5238BD0}"/>
          </ac:spMkLst>
        </pc:spChg>
      </pc:sldChg>
      <pc:sldChg chg="modNotesTx">
        <pc:chgData name="Jonathan Mah" userId="5261b2f2f3e51194" providerId="LiveId" clId="{DB9BCF8B-E91B-491C-8171-92D39BBC1534}" dt="2025-11-19T21:21:25.626" v="1516" actId="20577"/>
        <pc:sldMkLst>
          <pc:docMk/>
          <pc:sldMk cId="3801234958" sldId="257"/>
        </pc:sldMkLst>
      </pc:sldChg>
      <pc:sldChg chg="addSp delSp modSp mod modNotesTx">
        <pc:chgData name="Jonathan Mah" userId="5261b2f2f3e51194" providerId="LiveId" clId="{DB9BCF8B-E91B-491C-8171-92D39BBC1534}" dt="2025-11-19T22:12:38.583" v="2680" actId="20577"/>
        <pc:sldMkLst>
          <pc:docMk/>
          <pc:sldMk cId="1521993652" sldId="261"/>
        </pc:sldMkLst>
        <pc:spChg chg="add del mod">
          <ac:chgData name="Jonathan Mah" userId="5261b2f2f3e51194" providerId="LiveId" clId="{DB9BCF8B-E91B-491C-8171-92D39BBC1534}" dt="2025-11-19T22:01:01.992" v="2390" actId="478"/>
          <ac:spMkLst>
            <pc:docMk/>
            <pc:sldMk cId="1521993652" sldId="261"/>
            <ac:spMk id="2" creationId="{8C1774C9-7113-2F1D-4814-989B96F508F7}"/>
          </ac:spMkLst>
        </pc:spChg>
        <pc:spChg chg="add mod">
          <ac:chgData name="Jonathan Mah" userId="5261b2f2f3e51194" providerId="LiveId" clId="{DB9BCF8B-E91B-491C-8171-92D39BBC1534}" dt="2025-11-19T22:01:16.920" v="2411" actId="1076"/>
          <ac:spMkLst>
            <pc:docMk/>
            <pc:sldMk cId="1521993652" sldId="261"/>
            <ac:spMk id="3" creationId="{CE124C3B-11DA-6CD2-7BC4-EDE686697EAF}"/>
          </ac:spMkLst>
        </pc:spChg>
        <pc:spChg chg="add mod">
          <ac:chgData name="Jonathan Mah" userId="5261b2f2f3e51194" providerId="LiveId" clId="{DB9BCF8B-E91B-491C-8171-92D39BBC1534}" dt="2025-11-19T22:12:38.583" v="2680" actId="20577"/>
          <ac:spMkLst>
            <pc:docMk/>
            <pc:sldMk cId="1521993652" sldId="261"/>
            <ac:spMk id="4" creationId="{CA08201A-4F35-DC80-76CD-33C074353AE4}"/>
          </ac:spMkLst>
        </pc:spChg>
        <pc:spChg chg="del">
          <ac:chgData name="Jonathan Mah" userId="5261b2f2f3e51194" providerId="LiveId" clId="{DB9BCF8B-E91B-491C-8171-92D39BBC1534}" dt="2025-11-19T22:00:58.320" v="2389" actId="478"/>
          <ac:spMkLst>
            <pc:docMk/>
            <pc:sldMk cId="1521993652" sldId="261"/>
            <ac:spMk id="14" creationId="{9D870460-E875-D483-C8B5-A292DB1A3AE1}"/>
          </ac:spMkLst>
        </pc:spChg>
        <pc:spChg chg="del">
          <ac:chgData name="Jonathan Mah" userId="5261b2f2f3e51194" providerId="LiveId" clId="{DB9BCF8B-E91B-491C-8171-92D39BBC1534}" dt="2025-11-19T22:00:58.320" v="2389" actId="478"/>
          <ac:spMkLst>
            <pc:docMk/>
            <pc:sldMk cId="1521993652" sldId="261"/>
            <ac:spMk id="15" creationId="{D25DD320-F08D-4CEA-99E8-A144B310D4FC}"/>
          </ac:spMkLst>
        </pc:spChg>
        <pc:spChg chg="del">
          <ac:chgData name="Jonathan Mah" userId="5261b2f2f3e51194" providerId="LiveId" clId="{DB9BCF8B-E91B-491C-8171-92D39BBC1534}" dt="2025-11-19T22:00:58.320" v="2389" actId="478"/>
          <ac:spMkLst>
            <pc:docMk/>
            <pc:sldMk cId="1521993652" sldId="261"/>
            <ac:spMk id="17" creationId="{63AB51BB-0A0E-B159-850D-1583DEA5CFB2}"/>
          </ac:spMkLst>
        </pc:spChg>
        <pc:spChg chg="del">
          <ac:chgData name="Jonathan Mah" userId="5261b2f2f3e51194" providerId="LiveId" clId="{DB9BCF8B-E91B-491C-8171-92D39BBC1534}" dt="2025-11-19T22:00:58.320" v="2389" actId="478"/>
          <ac:spMkLst>
            <pc:docMk/>
            <pc:sldMk cId="1521993652" sldId="261"/>
            <ac:spMk id="18" creationId="{1B9D2770-EE52-EFE6-9BA6-167C882AA436}"/>
          </ac:spMkLst>
        </pc:spChg>
        <pc:spChg chg="mod">
          <ac:chgData name="Jonathan Mah" userId="5261b2f2f3e51194" providerId="LiveId" clId="{DB9BCF8B-E91B-491C-8171-92D39BBC1534}" dt="2025-11-19T22:00:52.009" v="2388" actId="20577"/>
          <ac:spMkLst>
            <pc:docMk/>
            <pc:sldMk cId="1521993652" sldId="261"/>
            <ac:spMk id="21" creationId="{0FC6429E-CE99-196A-3487-0389812D521F}"/>
          </ac:spMkLst>
        </pc:spChg>
        <pc:grpChg chg="del">
          <ac:chgData name="Jonathan Mah" userId="5261b2f2f3e51194" providerId="LiveId" clId="{DB9BCF8B-E91B-491C-8171-92D39BBC1534}" dt="2025-11-19T22:00:58.320" v="2389" actId="478"/>
          <ac:grpSpMkLst>
            <pc:docMk/>
            <pc:sldMk cId="1521993652" sldId="261"/>
            <ac:grpSpMk id="22" creationId="{26C6D7EA-0C1A-61E2-B831-84A712D3AB1B}"/>
          </ac:grpSpMkLst>
        </pc:grpChg>
        <pc:picChg chg="del">
          <ac:chgData name="Jonathan Mah" userId="5261b2f2f3e51194" providerId="LiveId" clId="{DB9BCF8B-E91B-491C-8171-92D39BBC1534}" dt="2025-11-19T22:00:58.320" v="2389" actId="478"/>
          <ac:picMkLst>
            <pc:docMk/>
            <pc:sldMk cId="1521993652" sldId="261"/>
            <ac:picMk id="19" creationId="{C89D3F19-D5E9-BAB6-7974-392D07AED9DF}"/>
          </ac:picMkLst>
        </pc:picChg>
      </pc:sldChg>
      <pc:sldChg chg="modNotesTx">
        <pc:chgData name="Jonathan Mah" userId="5261b2f2f3e51194" providerId="LiveId" clId="{DB9BCF8B-E91B-491C-8171-92D39BBC1534}" dt="2025-11-19T21:27:09.755" v="1950" actId="20577"/>
        <pc:sldMkLst>
          <pc:docMk/>
          <pc:sldMk cId="1209988767" sldId="262"/>
        </pc:sldMkLst>
      </pc:sldChg>
      <pc:sldChg chg="modNotesTx">
        <pc:chgData name="Jonathan Mah" userId="5261b2f2f3e51194" providerId="LiveId" clId="{DB9BCF8B-E91B-491C-8171-92D39BBC1534}" dt="2025-11-19T21:30:58.749" v="2230" actId="20577"/>
        <pc:sldMkLst>
          <pc:docMk/>
          <pc:sldMk cId="1263723894" sldId="269"/>
        </pc:sldMkLst>
      </pc:sldChg>
      <pc:sldChg chg="modNotesTx">
        <pc:chgData name="Jonathan Mah" userId="5261b2f2f3e51194" providerId="LiveId" clId="{DB9BCF8B-E91B-491C-8171-92D39BBC1534}" dt="2025-11-19T21:31:44.640" v="2330" actId="20577"/>
        <pc:sldMkLst>
          <pc:docMk/>
          <pc:sldMk cId="1283752724" sldId="270"/>
        </pc:sldMkLst>
      </pc:sldChg>
      <pc:sldChg chg="addSp delSp modSp mod">
        <pc:chgData name="Jonathan Mah" userId="5261b2f2f3e51194" providerId="LiveId" clId="{DB9BCF8B-E91B-491C-8171-92D39BBC1534}" dt="2025-11-19T21:59:31.903" v="2366" actId="1076"/>
        <pc:sldMkLst>
          <pc:docMk/>
          <pc:sldMk cId="2013949097" sldId="274"/>
        </pc:sldMkLst>
        <pc:spChg chg="add">
          <ac:chgData name="Jonathan Mah" userId="5261b2f2f3e51194" providerId="LiveId" clId="{DB9BCF8B-E91B-491C-8171-92D39BBC1534}" dt="2025-11-19T21:52:43.297" v="2332"/>
          <ac:spMkLst>
            <pc:docMk/>
            <pc:sldMk cId="2013949097" sldId="274"/>
            <ac:spMk id="3" creationId="{823F5508-A523-BDFF-E56B-6A927323E5D9}"/>
          </ac:spMkLst>
        </pc:spChg>
        <pc:picChg chg="add del mod">
          <ac:chgData name="Jonathan Mah" userId="5261b2f2f3e51194" providerId="LiveId" clId="{DB9BCF8B-E91B-491C-8171-92D39BBC1534}" dt="2025-11-19T21:59:22.041" v="2361" actId="478"/>
          <ac:picMkLst>
            <pc:docMk/>
            <pc:sldMk cId="2013949097" sldId="274"/>
            <ac:picMk id="4" creationId="{6A369930-F0CB-8F0D-F3F4-45AF5AAEB513}"/>
          </ac:picMkLst>
        </pc:picChg>
        <pc:picChg chg="add mod">
          <ac:chgData name="Jonathan Mah" userId="5261b2f2f3e51194" providerId="LiveId" clId="{DB9BCF8B-E91B-491C-8171-92D39BBC1534}" dt="2025-11-19T21:59:31.903" v="2366" actId="1076"/>
          <ac:picMkLst>
            <pc:docMk/>
            <pc:sldMk cId="2013949097" sldId="274"/>
            <ac:picMk id="5" creationId="{58C94974-A01F-09F8-7DDC-6688BC03A310}"/>
          </ac:picMkLst>
        </pc:picChg>
        <pc:picChg chg="del">
          <ac:chgData name="Jonathan Mah" userId="5261b2f2f3e51194" providerId="LiveId" clId="{DB9BCF8B-E91B-491C-8171-92D39BBC1534}" dt="2025-11-19T21:52:35.195" v="2331" actId="478"/>
          <ac:picMkLst>
            <pc:docMk/>
            <pc:sldMk cId="2013949097" sldId="274"/>
            <ac:picMk id="15" creationId="{13CB5B3F-CCC1-E60A-67D6-830BE6976506}"/>
          </ac:picMkLst>
        </pc:picChg>
      </pc:sldChg>
      <pc:sldChg chg="addSp delSp modSp mod">
        <pc:chgData name="Jonathan Mah" userId="5261b2f2f3e51194" providerId="LiveId" clId="{DB9BCF8B-E91B-491C-8171-92D39BBC1534}" dt="2025-11-19T22:00:23.623" v="2380" actId="14100"/>
        <pc:sldMkLst>
          <pc:docMk/>
          <pc:sldMk cId="3143581182" sldId="275"/>
        </pc:sldMkLst>
        <pc:spChg chg="mod">
          <ac:chgData name="Jonathan Mah" userId="5261b2f2f3e51194" providerId="LiveId" clId="{DB9BCF8B-E91B-491C-8171-92D39BBC1534}" dt="2025-11-19T22:00:23.623" v="2380" actId="14100"/>
          <ac:spMkLst>
            <pc:docMk/>
            <pc:sldMk cId="3143581182" sldId="275"/>
            <ac:spMk id="14" creationId="{252FE87C-DA2B-A89E-E6CE-3E5DE01239DD}"/>
          </ac:spMkLst>
        </pc:spChg>
        <pc:picChg chg="add del mod ord">
          <ac:chgData name="Jonathan Mah" userId="5261b2f2f3e51194" providerId="LiveId" clId="{DB9BCF8B-E91B-491C-8171-92D39BBC1534}" dt="2025-11-19T21:59:19.733" v="2360" actId="478"/>
          <ac:picMkLst>
            <pc:docMk/>
            <pc:sldMk cId="3143581182" sldId="275"/>
            <ac:picMk id="3" creationId="{E1669985-6F05-BDB6-EB6B-9509D5585CEB}"/>
          </ac:picMkLst>
        </pc:picChg>
        <pc:picChg chg="add mod ord">
          <ac:chgData name="Jonathan Mah" userId="5261b2f2f3e51194" providerId="LiveId" clId="{DB9BCF8B-E91B-491C-8171-92D39BBC1534}" dt="2025-11-19T22:00:18.819" v="2378" actId="167"/>
          <ac:picMkLst>
            <pc:docMk/>
            <pc:sldMk cId="3143581182" sldId="275"/>
            <ac:picMk id="4" creationId="{1EC46661-F4E7-9546-C964-B97F652AE811}"/>
          </ac:picMkLst>
        </pc:picChg>
        <pc:picChg chg="del">
          <ac:chgData name="Jonathan Mah" userId="5261b2f2f3e51194" providerId="LiveId" clId="{DB9BCF8B-E91B-491C-8171-92D39BBC1534}" dt="2025-11-19T21:53:20.038" v="2339" actId="478"/>
          <ac:picMkLst>
            <pc:docMk/>
            <pc:sldMk cId="3143581182" sldId="275"/>
            <ac:picMk id="13" creationId="{ECB30942-27F5-6965-D695-0D90D5DEF15B}"/>
          </ac:picMkLst>
        </pc:picChg>
      </pc:sldChg>
      <pc:sldChg chg="addSp delSp modSp mod">
        <pc:chgData name="Jonathan Mah" userId="5261b2f2f3e51194" providerId="LiveId" clId="{DB9BCF8B-E91B-491C-8171-92D39BBC1534}" dt="2025-11-19T22:00:14.258" v="2377" actId="14100"/>
        <pc:sldMkLst>
          <pc:docMk/>
          <pc:sldMk cId="827994631" sldId="276"/>
        </pc:sldMkLst>
        <pc:spChg chg="mod">
          <ac:chgData name="Jonathan Mah" userId="5261b2f2f3e51194" providerId="LiveId" clId="{DB9BCF8B-E91B-491C-8171-92D39BBC1534}" dt="2025-11-19T22:00:14.258" v="2377" actId="14100"/>
          <ac:spMkLst>
            <pc:docMk/>
            <pc:sldMk cId="827994631" sldId="276"/>
            <ac:spMk id="14" creationId="{12A808E6-B05C-8895-95BD-6580B0F8789D}"/>
          </ac:spMkLst>
        </pc:spChg>
        <pc:picChg chg="add del mod ord">
          <ac:chgData name="Jonathan Mah" userId="5261b2f2f3e51194" providerId="LiveId" clId="{DB9BCF8B-E91B-491C-8171-92D39BBC1534}" dt="2025-11-19T21:59:23.943" v="2362" actId="478"/>
          <ac:picMkLst>
            <pc:docMk/>
            <pc:sldMk cId="827994631" sldId="276"/>
            <ac:picMk id="3" creationId="{5599CF0D-0F14-399D-F654-75A0A8C88EC5}"/>
          </ac:picMkLst>
        </pc:picChg>
        <pc:picChg chg="add mod ord">
          <ac:chgData name="Jonathan Mah" userId="5261b2f2f3e51194" providerId="LiveId" clId="{DB9BCF8B-E91B-491C-8171-92D39BBC1534}" dt="2025-11-19T22:00:04.774" v="2374" actId="167"/>
          <ac:picMkLst>
            <pc:docMk/>
            <pc:sldMk cId="827994631" sldId="276"/>
            <ac:picMk id="4" creationId="{241B6DC2-3F91-8433-EC48-52C2380D51E4}"/>
          </ac:picMkLst>
        </pc:picChg>
        <pc:picChg chg="del">
          <ac:chgData name="Jonathan Mah" userId="5261b2f2f3e51194" providerId="LiveId" clId="{DB9BCF8B-E91B-491C-8171-92D39BBC1534}" dt="2025-11-19T21:53:34.888" v="2345" actId="478"/>
          <ac:picMkLst>
            <pc:docMk/>
            <pc:sldMk cId="827994631" sldId="276"/>
            <ac:picMk id="13" creationId="{75EF4915-6351-8858-7065-6B2CAC9EB813}"/>
          </ac:picMkLst>
        </pc:picChg>
      </pc:sldChg>
      <pc:sldChg chg="addSp delSp modSp mod">
        <pc:chgData name="Jonathan Mah" userId="5261b2f2f3e51194" providerId="LiveId" clId="{DB9BCF8B-E91B-491C-8171-92D39BBC1534}" dt="2025-11-19T21:59:59.063" v="2373" actId="14100"/>
        <pc:sldMkLst>
          <pc:docMk/>
          <pc:sldMk cId="3060462361" sldId="277"/>
        </pc:sldMkLst>
        <pc:spChg chg="mod">
          <ac:chgData name="Jonathan Mah" userId="5261b2f2f3e51194" providerId="LiveId" clId="{DB9BCF8B-E91B-491C-8171-92D39BBC1534}" dt="2025-11-19T21:59:59.063" v="2373" actId="14100"/>
          <ac:spMkLst>
            <pc:docMk/>
            <pc:sldMk cId="3060462361" sldId="277"/>
            <ac:spMk id="14" creationId="{5ED55A9F-0648-D163-874C-F7223FAB5107}"/>
          </ac:spMkLst>
        </pc:spChg>
        <pc:picChg chg="add del mod ord">
          <ac:chgData name="Jonathan Mah" userId="5261b2f2f3e51194" providerId="LiveId" clId="{DB9BCF8B-E91B-491C-8171-92D39BBC1534}" dt="2025-11-19T21:59:42.399" v="2369" actId="478"/>
          <ac:picMkLst>
            <pc:docMk/>
            <pc:sldMk cId="3060462361" sldId="277"/>
            <ac:picMk id="3" creationId="{D754A3C8-911F-EBAB-F594-BDC24793CBE8}"/>
          </ac:picMkLst>
        </pc:picChg>
        <pc:picChg chg="add mod ord">
          <ac:chgData name="Jonathan Mah" userId="5261b2f2f3e51194" providerId="LiveId" clId="{DB9BCF8B-E91B-491C-8171-92D39BBC1534}" dt="2025-11-19T21:59:46.615" v="2371" actId="167"/>
          <ac:picMkLst>
            <pc:docMk/>
            <pc:sldMk cId="3060462361" sldId="277"/>
            <ac:picMk id="4" creationId="{F5EAD526-DAEF-2BCB-11DC-D2EF154F8CA5}"/>
          </ac:picMkLst>
        </pc:picChg>
        <pc:picChg chg="del">
          <ac:chgData name="Jonathan Mah" userId="5261b2f2f3e51194" providerId="LiveId" clId="{DB9BCF8B-E91B-491C-8171-92D39BBC1534}" dt="2025-11-19T21:54:22.424" v="2353" actId="478"/>
          <ac:picMkLst>
            <pc:docMk/>
            <pc:sldMk cId="3060462361" sldId="277"/>
            <ac:picMk id="13" creationId="{CC553765-8654-8882-AC50-C1B0D127ADDE}"/>
          </ac:picMkLst>
        </pc:picChg>
      </pc:sldChg>
      <pc:sldChg chg="delSp modSp new del mod">
        <pc:chgData name="Jonathan Mah" userId="5261b2f2f3e51194" providerId="LiveId" clId="{DB9BCF8B-E91B-491C-8171-92D39BBC1534}" dt="2025-11-19T20:58:04.610" v="115" actId="47"/>
        <pc:sldMkLst>
          <pc:docMk/>
          <pc:sldMk cId="1457919019" sldId="278"/>
        </pc:sldMkLst>
        <pc:spChg chg="mod">
          <ac:chgData name="Jonathan Mah" userId="5261b2f2f3e51194" providerId="LiveId" clId="{DB9BCF8B-E91B-491C-8171-92D39BBC1534}" dt="2025-11-19T20:57:04.589" v="58" actId="20577"/>
          <ac:spMkLst>
            <pc:docMk/>
            <pc:sldMk cId="1457919019" sldId="278"/>
            <ac:spMk id="2" creationId="{919D08CB-9D9C-EDCA-469C-ABA539ED92B8}"/>
          </ac:spMkLst>
        </pc:spChg>
        <pc:spChg chg="del mod">
          <ac:chgData name="Jonathan Mah" userId="5261b2f2f3e51194" providerId="LiveId" clId="{DB9BCF8B-E91B-491C-8171-92D39BBC1534}" dt="2025-11-19T20:57:41.174" v="83" actId="478"/>
          <ac:spMkLst>
            <pc:docMk/>
            <pc:sldMk cId="1457919019" sldId="278"/>
            <ac:spMk id="3" creationId="{6F083096-C33F-546F-EEC4-2BC38538334C}"/>
          </ac:spMkLst>
        </pc:spChg>
      </pc:sldChg>
      <pc:sldChg chg="addSp delSp modSp add mod modNotesTx">
        <pc:chgData name="Jonathan Mah" userId="5261b2f2f3e51194" providerId="LiveId" clId="{DB9BCF8B-E91B-491C-8171-92D39BBC1534}" dt="2025-11-19T21:05:47.501" v="546" actId="20577"/>
        <pc:sldMkLst>
          <pc:docMk/>
          <pc:sldMk cId="2121090483" sldId="279"/>
        </pc:sldMkLst>
        <pc:spChg chg="mod">
          <ac:chgData name="Jonathan Mah" userId="5261b2f2f3e51194" providerId="LiveId" clId="{DB9BCF8B-E91B-491C-8171-92D39BBC1534}" dt="2025-11-19T20:58:40.988" v="208" actId="20577"/>
          <ac:spMkLst>
            <pc:docMk/>
            <pc:sldMk cId="2121090483" sldId="279"/>
            <ac:spMk id="2" creationId="{47452423-A638-F099-0452-61A94E55C1B1}"/>
          </ac:spMkLst>
        </pc:spChg>
        <pc:spChg chg="del">
          <ac:chgData name="Jonathan Mah" userId="5261b2f2f3e51194" providerId="LiveId" clId="{DB9BCF8B-E91B-491C-8171-92D39BBC1534}" dt="2025-11-19T20:58:43.165" v="209" actId="478"/>
          <ac:spMkLst>
            <pc:docMk/>
            <pc:sldMk cId="2121090483" sldId="279"/>
            <ac:spMk id="3" creationId="{C20974BA-A044-B241-5550-EF4F34080340}"/>
          </ac:spMkLst>
        </pc:spChg>
        <pc:spChg chg="add mod">
          <ac:chgData name="Jonathan Mah" userId="5261b2f2f3e51194" providerId="LiveId" clId="{DB9BCF8B-E91B-491C-8171-92D39BBC1534}" dt="2025-11-19T21:03:56.653" v="270" actId="1582"/>
          <ac:spMkLst>
            <pc:docMk/>
            <pc:sldMk cId="2121090483" sldId="279"/>
            <ac:spMk id="6" creationId="{9587FB5B-9CCA-C2F6-5321-D87B8BAD8409}"/>
          </ac:spMkLst>
        </pc:spChg>
        <pc:picChg chg="add mod">
          <ac:chgData name="Jonathan Mah" userId="5261b2f2f3e51194" providerId="LiveId" clId="{DB9BCF8B-E91B-491C-8171-92D39BBC1534}" dt="2025-11-19T21:03:30.098" v="266" actId="1076"/>
          <ac:picMkLst>
            <pc:docMk/>
            <pc:sldMk cId="2121090483" sldId="279"/>
            <ac:picMk id="5" creationId="{C55A5F19-DE63-EB2E-984D-49184B760E0E}"/>
          </ac:picMkLst>
        </pc:picChg>
      </pc:sldChg>
      <pc:sldChg chg="addSp delSp modSp add mod">
        <pc:chgData name="Jonathan Mah" userId="5261b2f2f3e51194" providerId="LiveId" clId="{DB9BCF8B-E91B-491C-8171-92D39BBC1534}" dt="2025-11-19T21:13:02.619" v="783" actId="20577"/>
        <pc:sldMkLst>
          <pc:docMk/>
          <pc:sldMk cId="3987497924" sldId="280"/>
        </pc:sldMkLst>
        <pc:spChg chg="mod">
          <ac:chgData name="Jonathan Mah" userId="5261b2f2f3e51194" providerId="LiveId" clId="{DB9BCF8B-E91B-491C-8171-92D39BBC1534}" dt="2025-11-19T21:13:02.619" v="783" actId="20577"/>
          <ac:spMkLst>
            <pc:docMk/>
            <pc:sldMk cId="3987497924" sldId="280"/>
            <ac:spMk id="2" creationId="{3BD211CE-FB5E-1069-5E40-0CAD909F5A89}"/>
          </ac:spMkLst>
        </pc:spChg>
        <pc:spChg chg="del">
          <ac:chgData name="Jonathan Mah" userId="5261b2f2f3e51194" providerId="LiveId" clId="{DB9BCF8B-E91B-491C-8171-92D39BBC1534}" dt="2025-11-19T20:59:22.143" v="223" actId="478"/>
          <ac:spMkLst>
            <pc:docMk/>
            <pc:sldMk cId="3987497924" sldId="280"/>
            <ac:spMk id="3" creationId="{4B64FE14-5413-7434-8B4B-28EEF834CA40}"/>
          </ac:spMkLst>
        </pc:spChg>
        <pc:picChg chg="add mod">
          <ac:chgData name="Jonathan Mah" userId="5261b2f2f3e51194" providerId="LiveId" clId="{DB9BCF8B-E91B-491C-8171-92D39BBC1534}" dt="2025-11-19T21:12:17.714" v="755" actId="1076"/>
          <ac:picMkLst>
            <pc:docMk/>
            <pc:sldMk cId="3987497924" sldId="280"/>
            <ac:picMk id="5" creationId="{0226EB26-88B1-B0EF-AA57-AECDBF45CA94}"/>
          </ac:picMkLst>
        </pc:picChg>
      </pc:sldChg>
      <pc:sldChg chg="modSp add mod ord">
        <pc:chgData name="Jonathan Mah" userId="5261b2f2f3e51194" providerId="LiveId" clId="{DB9BCF8B-E91B-491C-8171-92D39BBC1534}" dt="2025-11-19T21:18:15.581" v="1240"/>
        <pc:sldMkLst>
          <pc:docMk/>
          <pc:sldMk cId="951066982" sldId="281"/>
        </pc:sldMkLst>
        <pc:spChg chg="mod">
          <ac:chgData name="Jonathan Mah" userId="5261b2f2f3e51194" providerId="LiveId" clId="{DB9BCF8B-E91B-491C-8171-92D39BBC1534}" dt="2025-11-19T21:12:53.124" v="782" actId="20577"/>
          <ac:spMkLst>
            <pc:docMk/>
            <pc:sldMk cId="951066982" sldId="281"/>
            <ac:spMk id="2" creationId="{0F57B37C-52ED-873F-AFA5-5364C6DF8BD8}"/>
          </ac:spMkLst>
        </pc:spChg>
        <pc:spChg chg="mod">
          <ac:chgData name="Jonathan Mah" userId="5261b2f2f3e51194" providerId="LiveId" clId="{DB9BCF8B-E91B-491C-8171-92D39BBC1534}" dt="2025-11-19T21:18:08.929" v="1238" actId="113"/>
          <ac:spMkLst>
            <pc:docMk/>
            <pc:sldMk cId="951066982" sldId="281"/>
            <ac:spMk id="3" creationId="{D3CF7DDC-0562-D736-4A2E-225A746C8434}"/>
          </ac:spMkLst>
        </pc:spChg>
      </pc:sldChg>
      <pc:sldChg chg="addSp delSp modSp new mod">
        <pc:chgData name="Jonathan Mah" userId="5261b2f2f3e51194" providerId="LiveId" clId="{DB9BCF8B-E91B-491C-8171-92D39BBC1534}" dt="2025-11-19T20:58:27.197" v="150" actId="20577"/>
        <pc:sldMkLst>
          <pc:docMk/>
          <pc:sldMk cId="4159860108" sldId="282"/>
        </pc:sldMkLst>
        <pc:spChg chg="del mod">
          <ac:chgData name="Jonathan Mah" userId="5261b2f2f3e51194" providerId="LiveId" clId="{DB9BCF8B-E91B-491C-8171-92D39BBC1534}" dt="2025-11-19T20:58:06.429" v="116" actId="478"/>
          <ac:spMkLst>
            <pc:docMk/>
            <pc:sldMk cId="4159860108" sldId="282"/>
            <ac:spMk id="2" creationId="{CD9C3ED1-6FE2-BFC0-A19F-2F32C75A9D4F}"/>
          </ac:spMkLst>
        </pc:spChg>
        <pc:spChg chg="del">
          <ac:chgData name="Jonathan Mah" userId="5261b2f2f3e51194" providerId="LiveId" clId="{DB9BCF8B-E91B-491C-8171-92D39BBC1534}" dt="2025-11-19T20:58:06.429" v="116" actId="478"/>
          <ac:spMkLst>
            <pc:docMk/>
            <pc:sldMk cId="4159860108" sldId="282"/>
            <ac:spMk id="3" creationId="{F862C4F3-92B6-D9B2-900B-189AF0AC1AB9}"/>
          </ac:spMkLst>
        </pc:spChg>
        <pc:spChg chg="add del mod">
          <ac:chgData name="Jonathan Mah" userId="5261b2f2f3e51194" providerId="LiveId" clId="{DB9BCF8B-E91B-491C-8171-92D39BBC1534}" dt="2025-11-19T20:58:09.038" v="118" actId="478"/>
          <ac:spMkLst>
            <pc:docMk/>
            <pc:sldMk cId="4159860108" sldId="282"/>
            <ac:spMk id="5" creationId="{31EE02CE-14A9-5DB4-16A2-682187173DA6}"/>
          </ac:spMkLst>
        </pc:spChg>
        <pc:spChg chg="add del mod">
          <ac:chgData name="Jonathan Mah" userId="5261b2f2f3e51194" providerId="LiveId" clId="{DB9BCF8B-E91B-491C-8171-92D39BBC1534}" dt="2025-11-19T20:58:15.644" v="119" actId="478"/>
          <ac:spMkLst>
            <pc:docMk/>
            <pc:sldMk cId="4159860108" sldId="282"/>
            <ac:spMk id="6" creationId="{4676A5A2-ED18-C365-2E03-21CFE200DDEF}"/>
          </ac:spMkLst>
        </pc:spChg>
        <pc:spChg chg="add mod">
          <ac:chgData name="Jonathan Mah" userId="5261b2f2f3e51194" providerId="LiveId" clId="{DB9BCF8B-E91B-491C-8171-92D39BBC1534}" dt="2025-11-19T20:58:27.197" v="150" actId="20577"/>
          <ac:spMkLst>
            <pc:docMk/>
            <pc:sldMk cId="4159860108" sldId="282"/>
            <ac:spMk id="7" creationId="{2FD9DDC5-F19D-6D12-F708-19EAC3F85254}"/>
          </ac:spMkLst>
        </pc:spChg>
      </pc:sldChg>
      <pc:sldChg chg="addSp delSp modSp add mod modNotesTx">
        <pc:chgData name="Jonathan Mah" userId="5261b2f2f3e51194" providerId="LiveId" clId="{DB9BCF8B-E91B-491C-8171-92D39BBC1534}" dt="2025-11-19T21:07:51.929" v="734" actId="20577"/>
        <pc:sldMkLst>
          <pc:docMk/>
          <pc:sldMk cId="4062623509" sldId="283"/>
        </pc:sldMkLst>
        <pc:spChg chg="del">
          <ac:chgData name="Jonathan Mah" userId="5261b2f2f3e51194" providerId="LiveId" clId="{DB9BCF8B-E91B-491C-8171-92D39BBC1534}" dt="2025-11-19T21:05:58.139" v="549" actId="478"/>
          <ac:spMkLst>
            <pc:docMk/>
            <pc:sldMk cId="4062623509" sldId="283"/>
            <ac:spMk id="6" creationId="{20C99033-B367-5162-BBB3-FA3FEE76155F}"/>
          </ac:spMkLst>
        </pc:spChg>
        <pc:picChg chg="add mod">
          <ac:chgData name="Jonathan Mah" userId="5261b2f2f3e51194" providerId="LiveId" clId="{DB9BCF8B-E91B-491C-8171-92D39BBC1534}" dt="2025-11-19T21:07:06.812" v="553" actId="1076"/>
          <ac:picMkLst>
            <pc:docMk/>
            <pc:sldMk cId="4062623509" sldId="283"/>
            <ac:picMk id="4" creationId="{C9774E57-81A2-3967-D4B2-9C5982579CF1}"/>
          </ac:picMkLst>
        </pc:picChg>
        <pc:picChg chg="del">
          <ac:chgData name="Jonathan Mah" userId="5261b2f2f3e51194" providerId="LiveId" clId="{DB9BCF8B-E91B-491C-8171-92D39BBC1534}" dt="2025-11-19T21:05:57.623" v="548" actId="478"/>
          <ac:picMkLst>
            <pc:docMk/>
            <pc:sldMk cId="4062623509" sldId="283"/>
            <ac:picMk id="5" creationId="{49179C07-5890-980E-3699-A6382D8D42FE}"/>
          </ac:picMkLst>
        </pc:picChg>
      </pc:sldChg>
      <pc:sldChg chg="modSp add mod modNotesTx">
        <pc:chgData name="Jonathan Mah" userId="5261b2f2f3e51194" providerId="LiveId" clId="{DB9BCF8B-E91B-491C-8171-92D39BBC1534}" dt="2025-11-19T21:21:08.961" v="1498" actId="20577"/>
        <pc:sldMkLst>
          <pc:docMk/>
          <pc:sldMk cId="1428314087" sldId="284"/>
        </pc:sldMkLst>
        <pc:spChg chg="mod">
          <ac:chgData name="Jonathan Mah" userId="5261b2f2f3e51194" providerId="LiveId" clId="{DB9BCF8B-E91B-491C-8171-92D39BBC1534}" dt="2025-11-19T21:18:33.441" v="1243" actId="113"/>
          <ac:spMkLst>
            <pc:docMk/>
            <pc:sldMk cId="1428314087" sldId="284"/>
            <ac:spMk id="3" creationId="{A2339E6B-4AA7-8AE9-865C-DC799A4FF8F4}"/>
          </ac:spMkLst>
        </pc:spChg>
      </pc:sldChg>
      <pc:sldChg chg="add del">
        <pc:chgData name="Jonathan Mah" userId="5261b2f2f3e51194" providerId="LiveId" clId="{DB9BCF8B-E91B-491C-8171-92D39BBC1534}" dt="2025-11-19T21:53:27.832" v="2343"/>
        <pc:sldMkLst>
          <pc:docMk/>
          <pc:sldMk cId="1362393309" sldId="285"/>
        </pc:sldMkLst>
      </pc:sldChg>
      <pc:sldChg chg="addSp delSp modSp add mod modNotesTx">
        <pc:chgData name="Jonathan Mah" userId="5261b2f2f3e51194" providerId="LiveId" clId="{DB9BCF8B-E91B-491C-8171-92D39BBC1534}" dt="2025-11-20T01:27:44.520" v="4568" actId="14100"/>
        <pc:sldMkLst>
          <pc:docMk/>
          <pc:sldMk cId="3588542550" sldId="285"/>
        </pc:sldMkLst>
        <pc:spChg chg="mod">
          <ac:chgData name="Jonathan Mah" userId="5261b2f2f3e51194" providerId="LiveId" clId="{DB9BCF8B-E91B-491C-8171-92D39BBC1534}" dt="2025-11-19T22:36:41.477" v="2780" actId="20577"/>
          <ac:spMkLst>
            <pc:docMk/>
            <pc:sldMk cId="3588542550" sldId="285"/>
            <ac:spMk id="2" creationId="{93EA7D47-60AB-ACF4-B53B-77E7CF9ED508}"/>
          </ac:spMkLst>
        </pc:spChg>
        <pc:spChg chg="add">
          <ac:chgData name="Jonathan Mah" userId="5261b2f2f3e51194" providerId="LiveId" clId="{DB9BCF8B-E91B-491C-8171-92D39BBC1534}" dt="2025-11-20T01:20:17.295" v="4531"/>
          <ac:spMkLst>
            <pc:docMk/>
            <pc:sldMk cId="3588542550" sldId="285"/>
            <ac:spMk id="3" creationId="{B29BFFC9-B986-BD66-117F-E41699F0A9FB}"/>
          </ac:spMkLst>
        </pc:spChg>
        <pc:spChg chg="add">
          <ac:chgData name="Jonathan Mah" userId="5261b2f2f3e51194" providerId="LiveId" clId="{DB9BCF8B-E91B-491C-8171-92D39BBC1534}" dt="2025-11-20T01:24:20.093" v="4549"/>
          <ac:spMkLst>
            <pc:docMk/>
            <pc:sldMk cId="3588542550" sldId="285"/>
            <ac:spMk id="5" creationId="{003B91CE-63E8-39E6-C298-59D1452FC2AC}"/>
          </ac:spMkLst>
        </pc:spChg>
        <pc:spChg chg="add mod">
          <ac:chgData name="Jonathan Mah" userId="5261b2f2f3e51194" providerId="LiveId" clId="{DB9BCF8B-E91B-491C-8171-92D39BBC1534}" dt="2025-11-20T01:27:44.520" v="4568" actId="14100"/>
          <ac:spMkLst>
            <pc:docMk/>
            <pc:sldMk cId="3588542550" sldId="285"/>
            <ac:spMk id="7" creationId="{014DFEF0-B518-7BC0-FEB6-EFAAA14C9CE9}"/>
          </ac:spMkLst>
        </pc:spChg>
        <pc:picChg chg="add del mod">
          <ac:chgData name="Jonathan Mah" userId="5261b2f2f3e51194" providerId="LiveId" clId="{DB9BCF8B-E91B-491C-8171-92D39BBC1534}" dt="2025-11-20T01:24:18.604" v="4548" actId="478"/>
          <ac:picMkLst>
            <pc:docMk/>
            <pc:sldMk cId="3588542550" sldId="285"/>
            <ac:picMk id="4" creationId="{FC64CF1A-8B89-7CF5-668B-AA6D38448D58}"/>
          </ac:picMkLst>
        </pc:picChg>
        <pc:picChg chg="add mod">
          <ac:chgData name="Jonathan Mah" userId="5261b2f2f3e51194" providerId="LiveId" clId="{DB9BCF8B-E91B-491C-8171-92D39BBC1534}" dt="2025-11-20T01:24:24.935" v="4551" actId="1076"/>
          <ac:picMkLst>
            <pc:docMk/>
            <pc:sldMk cId="3588542550" sldId="285"/>
            <ac:picMk id="6" creationId="{25994D67-68F2-04D5-8EF5-951FEB1DB04B}"/>
          </ac:picMkLst>
        </pc:picChg>
      </pc:sldChg>
      <pc:sldChg chg="add del">
        <pc:chgData name="Jonathan Mah" userId="5261b2f2f3e51194" providerId="LiveId" clId="{DB9BCF8B-E91B-491C-8171-92D39BBC1534}" dt="2025-11-19T21:53:27.410" v="2342"/>
        <pc:sldMkLst>
          <pc:docMk/>
          <pc:sldMk cId="1654294765" sldId="286"/>
        </pc:sldMkLst>
      </pc:sldChg>
      <pc:sldChg chg="addSp delSp modSp new mod ord modNotesTx">
        <pc:chgData name="Jonathan Mah" userId="5261b2f2f3e51194" providerId="LiveId" clId="{DB9BCF8B-E91B-491C-8171-92D39BBC1534}" dt="2025-11-20T01:10:25.498" v="3576" actId="6549"/>
        <pc:sldMkLst>
          <pc:docMk/>
          <pc:sldMk cId="2526190862" sldId="286"/>
        </pc:sldMkLst>
        <pc:spChg chg="mod">
          <ac:chgData name="Jonathan Mah" userId="5261b2f2f3e51194" providerId="LiveId" clId="{DB9BCF8B-E91B-491C-8171-92D39BBC1534}" dt="2025-11-20T01:00:27.568" v="2951" actId="20577"/>
          <ac:spMkLst>
            <pc:docMk/>
            <pc:sldMk cId="2526190862" sldId="286"/>
            <ac:spMk id="2" creationId="{F16F1B24-4EA4-4C1E-B865-4D1838A0881E}"/>
          </ac:spMkLst>
        </pc:spChg>
        <pc:spChg chg="del">
          <ac:chgData name="Jonathan Mah" userId="5261b2f2f3e51194" providerId="LiveId" clId="{DB9BCF8B-E91B-491C-8171-92D39BBC1534}" dt="2025-11-20T01:00:30.243" v="2952" actId="478"/>
          <ac:spMkLst>
            <pc:docMk/>
            <pc:sldMk cId="2526190862" sldId="286"/>
            <ac:spMk id="3" creationId="{8E4A7093-EADA-F992-5BFF-C9CA7A3BDE46}"/>
          </ac:spMkLst>
        </pc:spChg>
        <pc:spChg chg="add">
          <ac:chgData name="Jonathan Mah" userId="5261b2f2f3e51194" providerId="LiveId" clId="{DB9BCF8B-E91B-491C-8171-92D39BBC1534}" dt="2025-11-20T01:00:31.902" v="2953"/>
          <ac:spMkLst>
            <pc:docMk/>
            <pc:sldMk cId="2526190862" sldId="286"/>
            <ac:spMk id="4" creationId="{0957A203-D451-B033-4D1D-68B95476B650}"/>
          </ac:spMkLst>
        </pc:spChg>
        <pc:spChg chg="add">
          <ac:chgData name="Jonathan Mah" userId="5261b2f2f3e51194" providerId="LiveId" clId="{DB9BCF8B-E91B-491C-8171-92D39BBC1534}" dt="2025-11-20T01:01:31.731" v="2957"/>
          <ac:spMkLst>
            <pc:docMk/>
            <pc:sldMk cId="2526190862" sldId="286"/>
            <ac:spMk id="6" creationId="{542B1FE4-D382-0ADD-6C20-93909E7AFEAE}"/>
          </ac:spMkLst>
        </pc:spChg>
        <pc:spChg chg="add">
          <ac:chgData name="Jonathan Mah" userId="5261b2f2f3e51194" providerId="LiveId" clId="{DB9BCF8B-E91B-491C-8171-92D39BBC1534}" dt="2025-11-20T01:06:56.589" v="3545"/>
          <ac:spMkLst>
            <pc:docMk/>
            <pc:sldMk cId="2526190862" sldId="286"/>
            <ac:spMk id="8" creationId="{A9DAF119-975D-63D5-0D12-644698D09D65}"/>
          </ac:spMkLst>
        </pc:spChg>
        <pc:picChg chg="add del mod">
          <ac:chgData name="Jonathan Mah" userId="5261b2f2f3e51194" providerId="LiveId" clId="{DB9BCF8B-E91B-491C-8171-92D39BBC1534}" dt="2025-11-20T01:01:30.691" v="2956" actId="478"/>
          <ac:picMkLst>
            <pc:docMk/>
            <pc:sldMk cId="2526190862" sldId="286"/>
            <ac:picMk id="5" creationId="{46DAD174-234F-19BA-27DB-EFC1AFA457BF}"/>
          </ac:picMkLst>
        </pc:picChg>
        <pc:picChg chg="add del mod">
          <ac:chgData name="Jonathan Mah" userId="5261b2f2f3e51194" providerId="LiveId" clId="{DB9BCF8B-E91B-491C-8171-92D39BBC1534}" dt="2025-11-20T01:06:55.752" v="3544" actId="478"/>
          <ac:picMkLst>
            <pc:docMk/>
            <pc:sldMk cId="2526190862" sldId="286"/>
            <ac:picMk id="7" creationId="{D7580C52-D8D9-4F61-4388-72AF30DDFDE2}"/>
          </ac:picMkLst>
        </pc:picChg>
        <pc:picChg chg="add mod">
          <ac:chgData name="Jonathan Mah" userId="5261b2f2f3e51194" providerId="LiveId" clId="{DB9BCF8B-E91B-491C-8171-92D39BBC1534}" dt="2025-11-20T01:10:13.424" v="3573" actId="29295"/>
          <ac:picMkLst>
            <pc:docMk/>
            <pc:sldMk cId="2526190862" sldId="286"/>
            <ac:picMk id="9" creationId="{52B3925F-8ED8-759E-5CA3-AA31E108D1ED}"/>
          </ac:picMkLst>
        </pc:picChg>
        <pc:picChg chg="add mod modCrop">
          <ac:chgData name="Jonathan Mah" userId="5261b2f2f3e51194" providerId="LiveId" clId="{DB9BCF8B-E91B-491C-8171-92D39BBC1534}" dt="2025-11-20T01:07:58.469" v="3563" actId="732"/>
          <ac:picMkLst>
            <pc:docMk/>
            <pc:sldMk cId="2526190862" sldId="286"/>
            <ac:picMk id="10" creationId="{2223C934-0884-4E69-45CD-066871300DC5}"/>
          </ac:picMkLst>
        </pc:picChg>
      </pc:sldChg>
      <pc:sldChg chg="addSp modSp add mod modNotesTx">
        <pc:chgData name="Jonathan Mah" userId="5261b2f2f3e51194" providerId="LiveId" clId="{DB9BCF8B-E91B-491C-8171-92D39BBC1534}" dt="2025-11-20T01:14:15.949" v="3938" actId="20577"/>
        <pc:sldMkLst>
          <pc:docMk/>
          <pc:sldMk cId="699070622" sldId="287"/>
        </pc:sldMkLst>
        <pc:picChg chg="add mod modCrop">
          <ac:chgData name="Jonathan Mah" userId="5261b2f2f3e51194" providerId="LiveId" clId="{DB9BCF8B-E91B-491C-8171-92D39BBC1534}" dt="2025-11-20T01:09:42.659" v="3569" actId="732"/>
          <ac:picMkLst>
            <pc:docMk/>
            <pc:sldMk cId="699070622" sldId="287"/>
            <ac:picMk id="3" creationId="{7DE5EF4A-1C0E-DA33-B907-E34B3A885FB1}"/>
          </ac:picMkLst>
        </pc:picChg>
        <pc:picChg chg="mod">
          <ac:chgData name="Jonathan Mah" userId="5261b2f2f3e51194" providerId="LiveId" clId="{DB9BCF8B-E91B-491C-8171-92D39BBC1534}" dt="2025-11-20T01:10:07.600" v="3572" actId="29295"/>
          <ac:picMkLst>
            <pc:docMk/>
            <pc:sldMk cId="699070622" sldId="287"/>
            <ac:picMk id="9" creationId="{49C3E2BE-13EB-1F49-6858-3DF6C51E886B}"/>
          </ac:picMkLst>
        </pc:picChg>
      </pc:sldChg>
      <pc:sldChg chg="addSp modSp add mod modNotesTx">
        <pc:chgData name="Jonathan Mah" userId="5261b2f2f3e51194" providerId="LiveId" clId="{DB9BCF8B-E91B-491C-8171-92D39BBC1534}" dt="2025-11-20T01:14:56.019" v="3958" actId="207"/>
        <pc:sldMkLst>
          <pc:docMk/>
          <pc:sldMk cId="3161931992" sldId="288"/>
        </pc:sldMkLst>
        <pc:spChg chg="add mod">
          <ac:chgData name="Jonathan Mah" userId="5261b2f2f3e51194" providerId="LiveId" clId="{DB9BCF8B-E91B-491C-8171-92D39BBC1534}" dt="2025-11-20T01:14:56.019" v="3958" actId="207"/>
          <ac:spMkLst>
            <pc:docMk/>
            <pc:sldMk cId="3161931992" sldId="288"/>
            <ac:spMk id="3" creationId="{5FDDD5AB-6AFB-02F2-F6E5-ED28797BCF66}"/>
          </ac:spMkLst>
        </pc:spChg>
      </pc:sldChg>
      <pc:sldChg chg="addSp modSp add mod modNotesTx">
        <pc:chgData name="Jonathan Mah" userId="5261b2f2f3e51194" providerId="LiveId" clId="{DB9BCF8B-E91B-491C-8171-92D39BBC1534}" dt="2025-11-20T01:17:26.136" v="4530" actId="313"/>
        <pc:sldMkLst>
          <pc:docMk/>
          <pc:sldMk cId="2532190129" sldId="289"/>
        </pc:sldMkLst>
        <pc:spChg chg="add mod">
          <ac:chgData name="Jonathan Mah" userId="5261b2f2f3e51194" providerId="LiveId" clId="{DB9BCF8B-E91B-491C-8171-92D39BBC1534}" dt="2025-11-20T01:16:10.174" v="4194" actId="14100"/>
          <ac:spMkLst>
            <pc:docMk/>
            <pc:sldMk cId="2532190129" sldId="289"/>
            <ac:spMk id="3" creationId="{D629003F-CB14-1E81-3DC8-EB00BEA447F3}"/>
          </ac:spMkLst>
        </pc:spChg>
      </pc:sldChg>
      <pc:sldChg chg="addSp delSp modSp add mod">
        <pc:chgData name="Jonathan Mah" userId="5261b2f2f3e51194" providerId="LiveId" clId="{DB9BCF8B-E91B-491C-8171-92D39BBC1534}" dt="2025-11-20T01:28:45.842" v="4580" actId="1076"/>
        <pc:sldMkLst>
          <pc:docMk/>
          <pc:sldMk cId="2186476797" sldId="290"/>
        </pc:sldMkLst>
        <pc:spChg chg="add del mod">
          <ac:chgData name="Jonathan Mah" userId="5261b2f2f3e51194" providerId="LiveId" clId="{DB9BCF8B-E91B-491C-8171-92D39BBC1534}" dt="2025-11-20T01:28:33.334" v="4578" actId="478"/>
          <ac:spMkLst>
            <pc:docMk/>
            <pc:sldMk cId="2186476797" sldId="290"/>
            <ac:spMk id="3" creationId="{D0DBA3A3-7A73-ECEC-57F6-52BE623240E7}"/>
          </ac:spMkLst>
        </pc:spChg>
        <pc:spChg chg="add mod">
          <ac:chgData name="Jonathan Mah" userId="5261b2f2f3e51194" providerId="LiveId" clId="{DB9BCF8B-E91B-491C-8171-92D39BBC1534}" dt="2025-11-20T01:28:45.842" v="4580" actId="1076"/>
          <ac:spMkLst>
            <pc:docMk/>
            <pc:sldMk cId="2186476797" sldId="290"/>
            <ac:spMk id="5" creationId="{EB0F0ACE-19D3-386C-3502-D4F98AE03CC9}"/>
          </ac:spMkLst>
        </pc:spChg>
        <pc:picChg chg="del">
          <ac:chgData name="Jonathan Mah" userId="5261b2f2f3e51194" providerId="LiveId" clId="{DB9BCF8B-E91B-491C-8171-92D39BBC1534}" dt="2025-11-20T01:20:31.816" v="4541" actId="478"/>
          <ac:picMkLst>
            <pc:docMk/>
            <pc:sldMk cId="2186476797" sldId="290"/>
            <ac:picMk id="4" creationId="{0ABB2F28-9250-C7A5-E12D-906D3BF6650A}"/>
          </ac:picMkLst>
        </pc:picChg>
        <pc:picChg chg="add mod">
          <ac:chgData name="Jonathan Mah" userId="5261b2f2f3e51194" providerId="LiveId" clId="{DB9BCF8B-E91B-491C-8171-92D39BBC1534}" dt="2025-11-20T01:28:15.848" v="4575" actId="1076"/>
          <ac:picMkLst>
            <pc:docMk/>
            <pc:sldMk cId="2186476797" sldId="290"/>
            <ac:picMk id="15362" creationId="{85141CC9-85BF-2491-E36A-789C4BB85D29}"/>
          </ac:picMkLst>
        </pc:picChg>
      </pc:sldChg>
      <pc:sldChg chg="addSp delSp modSp add mod ord">
        <pc:chgData name="Jonathan Mah" userId="5261b2f2f3e51194" providerId="LiveId" clId="{DB9BCF8B-E91B-491C-8171-92D39BBC1534}" dt="2025-11-20T01:28:04.444" v="4572" actId="14100"/>
        <pc:sldMkLst>
          <pc:docMk/>
          <pc:sldMk cId="2041192298" sldId="291"/>
        </pc:sldMkLst>
        <pc:spChg chg="add mod">
          <ac:chgData name="Jonathan Mah" userId="5261b2f2f3e51194" providerId="LiveId" clId="{DB9BCF8B-E91B-491C-8171-92D39BBC1534}" dt="2025-11-20T01:28:04.444" v="4572" actId="14100"/>
          <ac:spMkLst>
            <pc:docMk/>
            <pc:sldMk cId="2041192298" sldId="291"/>
            <ac:spMk id="3" creationId="{7A1A1D45-BE7F-2F28-76BE-5F17CC77DD27}"/>
          </ac:spMkLst>
        </pc:spChg>
        <pc:picChg chg="del mod">
          <ac:chgData name="Jonathan Mah" userId="5261b2f2f3e51194" providerId="LiveId" clId="{DB9BCF8B-E91B-491C-8171-92D39BBC1534}" dt="2025-11-20T01:20:35.738" v="4544" actId="478"/>
          <ac:picMkLst>
            <pc:docMk/>
            <pc:sldMk cId="2041192298" sldId="291"/>
            <ac:picMk id="4" creationId="{E5287EE6-AE75-E57C-E841-27717068E7D5}"/>
          </ac:picMkLst>
        </pc:picChg>
        <pc:picChg chg="add mod">
          <ac:chgData name="Jonathan Mah" userId="5261b2f2f3e51194" providerId="LiveId" clId="{DB9BCF8B-E91B-491C-8171-92D39BBC1534}" dt="2025-11-20T01:25:00.016" v="4557" actId="1076"/>
          <ac:picMkLst>
            <pc:docMk/>
            <pc:sldMk cId="2041192298" sldId="291"/>
            <ac:picMk id="14338" creationId="{2ACDC222-F645-19FA-A32B-D3508CCCADD7}"/>
          </ac:picMkLst>
        </pc:picChg>
      </pc:sldChg>
      <pc:sldChg chg="delSp add del mod ord">
        <pc:chgData name="Jonathan Mah" userId="5261b2f2f3e51194" providerId="LiveId" clId="{DB9BCF8B-E91B-491C-8171-92D39BBC1534}" dt="2025-11-20T01:27:49.931" v="4569" actId="47"/>
        <pc:sldMkLst>
          <pc:docMk/>
          <pc:sldMk cId="620951721" sldId="292"/>
        </pc:sldMkLst>
        <pc:picChg chg="del">
          <ac:chgData name="Jonathan Mah" userId="5261b2f2f3e51194" providerId="LiveId" clId="{DB9BCF8B-E91B-491C-8171-92D39BBC1534}" dt="2025-11-20T01:20:36.650" v="4545" actId="478"/>
          <ac:picMkLst>
            <pc:docMk/>
            <pc:sldMk cId="620951721" sldId="292"/>
            <ac:picMk id="4" creationId="{369C0BF2-6FBE-D229-11AD-3B045E8C8AB9}"/>
          </ac:picMkLst>
        </pc:picChg>
      </pc:sldChg>
      <pc:sldChg chg="addSp delSp modSp add mod">
        <pc:chgData name="Jonathan Mah" userId="5261b2f2f3e51194" providerId="LiveId" clId="{DB9BCF8B-E91B-491C-8171-92D39BBC1534}" dt="2025-11-20T01:28:53.278" v="4583" actId="14100"/>
        <pc:sldMkLst>
          <pc:docMk/>
          <pc:sldMk cId="4030106359" sldId="293"/>
        </pc:sldMkLst>
        <pc:spChg chg="add mod">
          <ac:chgData name="Jonathan Mah" userId="5261b2f2f3e51194" providerId="LiveId" clId="{DB9BCF8B-E91B-491C-8171-92D39BBC1534}" dt="2025-11-20T01:28:53.278" v="4583" actId="14100"/>
          <ac:spMkLst>
            <pc:docMk/>
            <pc:sldMk cId="4030106359" sldId="293"/>
            <ac:spMk id="3" creationId="{CCAEE833-8C6D-365B-05E8-E2225F232927}"/>
          </ac:spMkLst>
        </pc:spChg>
        <pc:picChg chg="del">
          <ac:chgData name="Jonathan Mah" userId="5261b2f2f3e51194" providerId="LiveId" clId="{DB9BCF8B-E91B-491C-8171-92D39BBC1534}" dt="2025-11-20T01:20:37.494" v="4546" actId="478"/>
          <ac:picMkLst>
            <pc:docMk/>
            <pc:sldMk cId="4030106359" sldId="293"/>
            <ac:picMk id="4" creationId="{B0AD9B7F-91EB-8799-457A-D523348A6EE0}"/>
          </ac:picMkLst>
        </pc:picChg>
        <pc:picChg chg="add mod">
          <ac:chgData name="Jonathan Mah" userId="5261b2f2f3e51194" providerId="LiveId" clId="{DB9BCF8B-E91B-491C-8171-92D39BBC1534}" dt="2025-11-20T01:27:16.774" v="4563" actId="1076"/>
          <ac:picMkLst>
            <pc:docMk/>
            <pc:sldMk cId="4030106359" sldId="293"/>
            <ac:picMk id="12290" creationId="{F92AA19A-E87C-F410-8158-06693B69881E}"/>
          </ac:picMkLst>
        </pc:picChg>
      </pc:sldChg>
      <pc:sldChg chg="delSp add del mod">
        <pc:chgData name="Jonathan Mah" userId="5261b2f2f3e51194" providerId="LiveId" clId="{DB9BCF8B-E91B-491C-8171-92D39BBC1534}" dt="2025-11-20T01:29:11.640" v="4584" actId="47"/>
        <pc:sldMkLst>
          <pc:docMk/>
          <pc:sldMk cId="3649308838" sldId="294"/>
        </pc:sldMkLst>
        <pc:picChg chg="del">
          <ac:chgData name="Jonathan Mah" userId="5261b2f2f3e51194" providerId="LiveId" clId="{DB9BCF8B-E91B-491C-8171-92D39BBC1534}" dt="2025-11-20T01:20:38.329" v="4547" actId="478"/>
          <ac:picMkLst>
            <pc:docMk/>
            <pc:sldMk cId="3649308838" sldId="294"/>
            <ac:picMk id="4" creationId="{C056FCDF-7513-C064-FC8A-ECAC8DDE8E1E}"/>
          </ac:picMkLst>
        </pc:picChg>
      </pc:sldChg>
      <pc:sldChg chg="add del">
        <pc:chgData name="Jonathan Mah" userId="5261b2f2f3e51194" providerId="LiveId" clId="{DB9BCF8B-E91B-491C-8171-92D39BBC1534}" dt="2025-11-20T01:30:14.852" v="4586" actId="47"/>
        <pc:sldMkLst>
          <pc:docMk/>
          <pc:sldMk cId="1200439930" sldId="295"/>
        </pc:sldMkLst>
      </pc:sldChg>
      <pc:sldChg chg="modSp add mod">
        <pc:chgData name="Jonathan Mah" userId="5261b2f2f3e51194" providerId="LiveId" clId="{DB9BCF8B-E91B-491C-8171-92D39BBC1534}" dt="2025-11-20T01:30:19.244" v="4588" actId="113"/>
        <pc:sldMkLst>
          <pc:docMk/>
          <pc:sldMk cId="1269459395" sldId="296"/>
        </pc:sldMkLst>
        <pc:spChg chg="mod">
          <ac:chgData name="Jonathan Mah" userId="5261b2f2f3e51194" providerId="LiveId" clId="{DB9BCF8B-E91B-491C-8171-92D39BBC1534}" dt="2025-11-20T01:30:19.244" v="4588" actId="113"/>
          <ac:spMkLst>
            <pc:docMk/>
            <pc:sldMk cId="1269459395" sldId="296"/>
            <ac:spMk id="3" creationId="{AE5F2952-4796-0651-5A8B-61C44A57B993}"/>
          </ac:spMkLst>
        </pc:spChg>
      </pc:sldChg>
      <pc:sldChg chg="addSp delSp modSp new add del mod">
        <pc:chgData name="Jonathan Mah" userId="5261b2f2f3e51194" providerId="LiveId" clId="{DB9BCF8B-E91B-491C-8171-92D39BBC1534}" dt="2025-11-20T01:58:22.757" v="5121" actId="47"/>
        <pc:sldMkLst>
          <pc:docMk/>
          <pc:sldMk cId="3815408297" sldId="297"/>
        </pc:sldMkLst>
        <pc:spChg chg="del">
          <ac:chgData name="Jonathan Mah" userId="5261b2f2f3e51194" providerId="LiveId" clId="{DB9BCF8B-E91B-491C-8171-92D39BBC1534}" dt="2025-11-20T01:44:07.999" v="4597" actId="478"/>
          <ac:spMkLst>
            <pc:docMk/>
            <pc:sldMk cId="3815408297" sldId="297"/>
            <ac:spMk id="2" creationId="{27BF449E-4483-B903-42E6-00F19004B7F9}"/>
          </ac:spMkLst>
        </pc:spChg>
        <pc:spChg chg="del">
          <ac:chgData name="Jonathan Mah" userId="5261b2f2f3e51194" providerId="LiveId" clId="{DB9BCF8B-E91B-491C-8171-92D39BBC1534}" dt="2025-11-20T01:43:52.516" v="4590" actId="478"/>
          <ac:spMkLst>
            <pc:docMk/>
            <pc:sldMk cId="3815408297" sldId="297"/>
            <ac:spMk id="3" creationId="{5F79B369-6094-D19C-6CB9-D20BD2416AFF}"/>
          </ac:spMkLst>
        </pc:spChg>
        <pc:spChg chg="add del">
          <ac:chgData name="Jonathan Mah" userId="5261b2f2f3e51194" providerId="LiveId" clId="{DB9BCF8B-E91B-491C-8171-92D39BBC1534}" dt="2025-11-20T01:43:54.971" v="4592" actId="22"/>
          <ac:spMkLst>
            <pc:docMk/>
            <pc:sldMk cId="3815408297" sldId="297"/>
            <ac:spMk id="5" creationId="{41ED9DD8-1712-2FAD-960C-2B1075F3EC70}"/>
          </ac:spMkLst>
        </pc:spChg>
        <pc:spChg chg="add">
          <ac:chgData name="Jonathan Mah" userId="5261b2f2f3e51194" providerId="LiveId" clId="{DB9BCF8B-E91B-491C-8171-92D39BBC1534}" dt="2025-11-20T01:43:59.753" v="4593"/>
          <ac:spMkLst>
            <pc:docMk/>
            <pc:sldMk cId="3815408297" sldId="297"/>
            <ac:spMk id="6" creationId="{BF992CD7-77A5-65E7-792C-182549DDBCDF}"/>
          </ac:spMkLst>
        </pc:spChg>
        <pc:picChg chg="add del mod">
          <ac:chgData name="Jonathan Mah" userId="5261b2f2f3e51194" providerId="LiveId" clId="{DB9BCF8B-E91B-491C-8171-92D39BBC1534}" dt="2025-11-20T01:57:41.646" v="5100" actId="21"/>
          <ac:picMkLst>
            <pc:docMk/>
            <pc:sldMk cId="3815408297" sldId="297"/>
            <ac:picMk id="7" creationId="{FACB672C-62E9-C35D-AE0E-36573BB4CDE5}"/>
          </ac:picMkLst>
        </pc:picChg>
      </pc:sldChg>
      <pc:sldChg chg="addSp delSp modSp new del mod">
        <pc:chgData name="Jonathan Mah" userId="5261b2f2f3e51194" providerId="LiveId" clId="{DB9BCF8B-E91B-491C-8171-92D39BBC1534}" dt="2025-11-20T02:00:24.042" v="5139" actId="47"/>
        <pc:sldMkLst>
          <pc:docMk/>
          <pc:sldMk cId="623650379" sldId="298"/>
        </pc:sldMkLst>
        <pc:spChg chg="del">
          <ac:chgData name="Jonathan Mah" userId="5261b2f2f3e51194" providerId="LiveId" clId="{DB9BCF8B-E91B-491C-8171-92D39BBC1534}" dt="2025-11-20T01:44:15.322" v="4600" actId="478"/>
          <ac:spMkLst>
            <pc:docMk/>
            <pc:sldMk cId="623650379" sldId="298"/>
            <ac:spMk id="2" creationId="{7DE551F5-53F7-2D4B-0549-CEB5D497967E}"/>
          </ac:spMkLst>
        </pc:spChg>
        <pc:spChg chg="del">
          <ac:chgData name="Jonathan Mah" userId="5261b2f2f3e51194" providerId="LiveId" clId="{DB9BCF8B-E91B-491C-8171-92D39BBC1534}" dt="2025-11-20T01:44:15.322" v="4600" actId="478"/>
          <ac:spMkLst>
            <pc:docMk/>
            <pc:sldMk cId="623650379" sldId="298"/>
            <ac:spMk id="3" creationId="{45C37CB5-43D3-8CFB-89DA-A5454E48DD04}"/>
          </ac:spMkLst>
        </pc:spChg>
        <pc:spChg chg="add">
          <ac:chgData name="Jonathan Mah" userId="5261b2f2f3e51194" providerId="LiveId" clId="{DB9BCF8B-E91B-491C-8171-92D39BBC1534}" dt="2025-11-20T01:44:46.020" v="4601"/>
          <ac:spMkLst>
            <pc:docMk/>
            <pc:sldMk cId="623650379" sldId="298"/>
            <ac:spMk id="4" creationId="{79AD43BF-6CF0-C77F-DCF9-C26962842E38}"/>
          </ac:spMkLst>
        </pc:spChg>
        <pc:picChg chg="add del mod">
          <ac:chgData name="Jonathan Mah" userId="5261b2f2f3e51194" providerId="LiveId" clId="{DB9BCF8B-E91B-491C-8171-92D39BBC1534}" dt="2025-11-20T01:58:38.437" v="5129" actId="21"/>
          <ac:picMkLst>
            <pc:docMk/>
            <pc:sldMk cId="623650379" sldId="298"/>
            <ac:picMk id="5" creationId="{93AA324A-A67C-3721-04F4-15A0FEFCDFCC}"/>
          </ac:picMkLst>
        </pc:picChg>
      </pc:sldChg>
      <pc:sldChg chg="addSp delSp modSp new mod">
        <pc:chgData name="Jonathan Mah" userId="5261b2f2f3e51194" providerId="LiveId" clId="{DB9BCF8B-E91B-491C-8171-92D39BBC1534}" dt="2025-11-20T01:53:29.464" v="4731" actId="1076"/>
        <pc:sldMkLst>
          <pc:docMk/>
          <pc:sldMk cId="1046608152" sldId="299"/>
        </pc:sldMkLst>
        <pc:spChg chg="mod">
          <ac:chgData name="Jonathan Mah" userId="5261b2f2f3e51194" providerId="LiveId" clId="{DB9BCF8B-E91B-491C-8171-92D39BBC1534}" dt="2025-11-20T01:45:55.213" v="4716" actId="20577"/>
          <ac:spMkLst>
            <pc:docMk/>
            <pc:sldMk cId="1046608152" sldId="299"/>
            <ac:spMk id="2" creationId="{639C2BE5-B639-E6E8-0016-87DCB6DB52A1}"/>
          </ac:spMkLst>
        </pc:spChg>
        <pc:spChg chg="del">
          <ac:chgData name="Jonathan Mah" userId="5261b2f2f3e51194" providerId="LiveId" clId="{DB9BCF8B-E91B-491C-8171-92D39BBC1534}" dt="2025-11-20T01:45:24.954" v="4605" actId="478"/>
          <ac:spMkLst>
            <pc:docMk/>
            <pc:sldMk cId="1046608152" sldId="299"/>
            <ac:spMk id="3" creationId="{F51D45E1-A686-A14D-D73F-B01C5460F6EF}"/>
          </ac:spMkLst>
        </pc:spChg>
        <pc:picChg chg="add mod">
          <ac:chgData name="Jonathan Mah" userId="5261b2f2f3e51194" providerId="LiveId" clId="{DB9BCF8B-E91B-491C-8171-92D39BBC1534}" dt="2025-11-20T01:53:29.464" v="4731" actId="1076"/>
          <ac:picMkLst>
            <pc:docMk/>
            <pc:sldMk cId="1046608152" sldId="299"/>
            <ac:picMk id="5" creationId="{CF169580-787F-7A5C-2CB2-9FCEC3C289E5}"/>
          </ac:picMkLst>
        </pc:picChg>
        <pc:picChg chg="add mod modCrop">
          <ac:chgData name="Jonathan Mah" userId="5261b2f2f3e51194" providerId="LiveId" clId="{DB9BCF8B-E91B-491C-8171-92D39BBC1534}" dt="2025-11-20T01:53:24.958" v="4730" actId="1076"/>
          <ac:picMkLst>
            <pc:docMk/>
            <pc:sldMk cId="1046608152" sldId="299"/>
            <ac:picMk id="7" creationId="{92F7421B-4C1F-0CD4-DA67-247220091ED2}"/>
          </ac:picMkLst>
        </pc:picChg>
        <pc:picChg chg="add mod">
          <ac:chgData name="Jonathan Mah" userId="5261b2f2f3e51194" providerId="LiveId" clId="{DB9BCF8B-E91B-491C-8171-92D39BBC1534}" dt="2025-11-20T01:53:10.714" v="4725" actId="1076"/>
          <ac:picMkLst>
            <pc:docMk/>
            <pc:sldMk cId="1046608152" sldId="299"/>
            <ac:picMk id="9" creationId="{F64CCF08-1BFC-2F92-36E1-A38CD56D56F5}"/>
          </ac:picMkLst>
        </pc:picChg>
      </pc:sldChg>
      <pc:sldChg chg="modSp add mod">
        <pc:chgData name="Jonathan Mah" userId="5261b2f2f3e51194" providerId="LiveId" clId="{DB9BCF8B-E91B-491C-8171-92D39BBC1534}" dt="2025-11-20T01:54:28.579" v="4943" actId="1582"/>
        <pc:sldMkLst>
          <pc:docMk/>
          <pc:sldMk cId="3614546544" sldId="300"/>
        </pc:sldMkLst>
        <pc:spChg chg="mod">
          <ac:chgData name="Jonathan Mah" userId="5261b2f2f3e51194" providerId="LiveId" clId="{DB9BCF8B-E91B-491C-8171-92D39BBC1534}" dt="2025-11-20T01:54:17.691" v="4941" actId="20577"/>
          <ac:spMkLst>
            <pc:docMk/>
            <pc:sldMk cId="3614546544" sldId="300"/>
            <ac:spMk id="2" creationId="{623F7B7B-1161-9DEE-2D47-E5447F94EC0A}"/>
          </ac:spMkLst>
        </pc:spChg>
        <pc:picChg chg="mod">
          <ac:chgData name="Jonathan Mah" userId="5261b2f2f3e51194" providerId="LiveId" clId="{DB9BCF8B-E91B-491C-8171-92D39BBC1534}" dt="2025-11-20T01:54:28.579" v="4943" actId="1582"/>
          <ac:picMkLst>
            <pc:docMk/>
            <pc:sldMk cId="3614546544" sldId="300"/>
            <ac:picMk id="5" creationId="{5FAA9731-E343-FB01-F0EF-764800DA1F76}"/>
          </ac:picMkLst>
        </pc:picChg>
        <pc:picChg chg="mod">
          <ac:chgData name="Jonathan Mah" userId="5261b2f2f3e51194" providerId="LiveId" clId="{DB9BCF8B-E91B-491C-8171-92D39BBC1534}" dt="2025-11-20T01:54:28.579" v="4943" actId="1582"/>
          <ac:picMkLst>
            <pc:docMk/>
            <pc:sldMk cId="3614546544" sldId="300"/>
            <ac:picMk id="7" creationId="{BCB916BB-4092-9E49-B29C-503AF69E63DB}"/>
          </ac:picMkLst>
        </pc:picChg>
      </pc:sldChg>
      <pc:sldChg chg="addSp delSp modSp new mod">
        <pc:chgData name="Jonathan Mah" userId="5261b2f2f3e51194" providerId="LiveId" clId="{DB9BCF8B-E91B-491C-8171-92D39BBC1534}" dt="2025-11-20T02:00:22.521" v="5138" actId="1076"/>
        <pc:sldMkLst>
          <pc:docMk/>
          <pc:sldMk cId="1552516700" sldId="301"/>
        </pc:sldMkLst>
        <pc:spChg chg="mod">
          <ac:chgData name="Jonathan Mah" userId="5261b2f2f3e51194" providerId="LiveId" clId="{DB9BCF8B-E91B-491C-8171-92D39BBC1534}" dt="2025-11-20T01:58:17.933" v="5119" actId="1076"/>
          <ac:spMkLst>
            <pc:docMk/>
            <pc:sldMk cId="1552516700" sldId="301"/>
            <ac:spMk id="2" creationId="{A133D7A5-AFF5-B013-9D89-FC2DA938538E}"/>
          </ac:spMkLst>
        </pc:spChg>
        <pc:spChg chg="del">
          <ac:chgData name="Jonathan Mah" userId="5261b2f2f3e51194" providerId="LiveId" clId="{DB9BCF8B-E91B-491C-8171-92D39BBC1534}" dt="2025-11-20T01:57:36.896" v="5099" actId="478"/>
          <ac:spMkLst>
            <pc:docMk/>
            <pc:sldMk cId="1552516700" sldId="301"/>
            <ac:spMk id="3" creationId="{A245E7D4-8517-D9C0-290B-874887FF15B2}"/>
          </ac:spMkLst>
        </pc:spChg>
        <pc:spChg chg="add">
          <ac:chgData name="Jonathan Mah" userId="5261b2f2f3e51194" providerId="LiveId" clId="{DB9BCF8B-E91B-491C-8171-92D39BBC1534}" dt="2025-11-20T02:00:13.139" v="5135"/>
          <ac:spMkLst>
            <pc:docMk/>
            <pc:sldMk cId="1552516700" sldId="301"/>
            <ac:spMk id="4" creationId="{54801010-ABF9-7F82-D14D-E1D14B14FC71}"/>
          </ac:spMkLst>
        </pc:spChg>
        <pc:picChg chg="add mod">
          <ac:chgData name="Jonathan Mah" userId="5261b2f2f3e51194" providerId="LiveId" clId="{DB9BCF8B-E91B-491C-8171-92D39BBC1534}" dt="2025-11-20T01:58:35.090" v="5127" actId="1076"/>
          <ac:picMkLst>
            <pc:docMk/>
            <pc:sldMk cId="1552516700" sldId="301"/>
            <ac:picMk id="5" creationId="{93AA324A-A67C-3721-04F4-15A0FEFCDFCC}"/>
          </ac:picMkLst>
        </pc:picChg>
        <pc:picChg chg="add mod">
          <ac:chgData name="Jonathan Mah" userId="5261b2f2f3e51194" providerId="LiveId" clId="{DB9BCF8B-E91B-491C-8171-92D39BBC1534}" dt="2025-11-20T02:00:22.521" v="5138" actId="1076"/>
          <ac:picMkLst>
            <pc:docMk/>
            <pc:sldMk cId="1552516700" sldId="301"/>
            <ac:picMk id="6" creationId="{FF8797F8-CF56-0D05-73F4-2026B041FAC7}"/>
          </ac:picMkLst>
        </pc:picChg>
        <pc:picChg chg="add del mod">
          <ac:chgData name="Jonathan Mah" userId="5261b2f2f3e51194" providerId="LiveId" clId="{DB9BCF8B-E91B-491C-8171-92D39BBC1534}" dt="2025-11-20T02:00:12.932" v="5134" actId="478"/>
          <ac:picMkLst>
            <pc:docMk/>
            <pc:sldMk cId="1552516700" sldId="301"/>
            <ac:picMk id="7" creationId="{FACB672C-62E9-C35D-AE0E-36573BB4CDE5}"/>
          </ac:picMkLst>
        </pc:picChg>
      </pc:sldChg>
      <pc:sldChg chg="addSp delSp modSp add del mod">
        <pc:chgData name="Jonathan Mah" userId="5261b2f2f3e51194" providerId="LiveId" clId="{DB9BCF8B-E91B-491C-8171-92D39BBC1534}" dt="2025-11-20T02:00:42.752" v="5143" actId="1076"/>
        <pc:sldMkLst>
          <pc:docMk/>
          <pc:sldMk cId="2434992781" sldId="302"/>
        </pc:sldMkLst>
        <pc:spChg chg="add">
          <ac:chgData name="Jonathan Mah" userId="5261b2f2f3e51194" providerId="LiveId" clId="{DB9BCF8B-E91B-491C-8171-92D39BBC1534}" dt="2025-11-20T02:00:39.392" v="5141"/>
          <ac:spMkLst>
            <pc:docMk/>
            <pc:sldMk cId="2434992781" sldId="302"/>
            <ac:spMk id="4" creationId="{D40DD4A8-DA48-2F6A-9892-8CEF276F4BC8}"/>
          </ac:spMkLst>
        </pc:spChg>
        <pc:picChg chg="add del mod">
          <ac:chgData name="Jonathan Mah" userId="5261b2f2f3e51194" providerId="LiveId" clId="{DB9BCF8B-E91B-491C-8171-92D39BBC1534}" dt="2025-11-20T02:00:27.359" v="5140" actId="478"/>
          <ac:picMkLst>
            <pc:docMk/>
            <pc:sldMk cId="2434992781" sldId="302"/>
            <ac:picMk id="3" creationId="{82718B67-5162-4EF0-6D87-04FA99626292}"/>
          </ac:picMkLst>
        </pc:picChg>
        <pc:picChg chg="add mod">
          <ac:chgData name="Jonathan Mah" userId="5261b2f2f3e51194" providerId="LiveId" clId="{DB9BCF8B-E91B-491C-8171-92D39BBC1534}" dt="2025-11-20T02:00:42.752" v="5143" actId="1076"/>
          <ac:picMkLst>
            <pc:docMk/>
            <pc:sldMk cId="2434992781" sldId="302"/>
            <ac:picMk id="5" creationId="{C69689AB-7261-C2DD-15DC-F2A986560838}"/>
          </ac:picMkLst>
        </pc:picChg>
        <pc:picChg chg="del">
          <ac:chgData name="Jonathan Mah" userId="5261b2f2f3e51194" providerId="LiveId" clId="{DB9BCF8B-E91B-491C-8171-92D39BBC1534}" dt="2025-11-20T01:58:44.529" v="5131" actId="478"/>
          <ac:picMkLst>
            <pc:docMk/>
            <pc:sldMk cId="2434992781" sldId="302"/>
            <ac:picMk id="7" creationId="{63568F73-D9DD-92B4-420A-4C7CE04C8496}"/>
          </ac:picMkLst>
        </pc:picChg>
      </pc:sldChg>
      <pc:sldChg chg="addSp delSp modSp new mod">
        <pc:chgData name="Jonathan Mah" userId="5261b2f2f3e51194" providerId="LiveId" clId="{DB9BCF8B-E91B-491C-8171-92D39BBC1534}" dt="2025-11-20T02:03:14.967" v="5268" actId="20577"/>
        <pc:sldMkLst>
          <pc:docMk/>
          <pc:sldMk cId="1597662645" sldId="303"/>
        </pc:sldMkLst>
        <pc:spChg chg="mod">
          <ac:chgData name="Jonathan Mah" userId="5261b2f2f3e51194" providerId="LiveId" clId="{DB9BCF8B-E91B-491C-8171-92D39BBC1534}" dt="2025-11-20T02:03:14.967" v="5268" actId="20577"/>
          <ac:spMkLst>
            <pc:docMk/>
            <pc:sldMk cId="1597662645" sldId="303"/>
            <ac:spMk id="2" creationId="{1D8C79F3-5C53-D37D-C359-1DA420BA4C43}"/>
          </ac:spMkLst>
        </pc:spChg>
        <pc:spChg chg="del">
          <ac:chgData name="Jonathan Mah" userId="5261b2f2f3e51194" providerId="LiveId" clId="{DB9BCF8B-E91B-491C-8171-92D39BBC1534}" dt="2025-11-20T02:02:47.172" v="5145" actId="478"/>
          <ac:spMkLst>
            <pc:docMk/>
            <pc:sldMk cId="1597662645" sldId="303"/>
            <ac:spMk id="3" creationId="{51D31824-445B-50B3-AE9F-AF0C98BFA9E1}"/>
          </ac:spMkLst>
        </pc:spChg>
        <pc:spChg chg="add">
          <ac:chgData name="Jonathan Mah" userId="5261b2f2f3e51194" providerId="LiveId" clId="{DB9BCF8B-E91B-491C-8171-92D39BBC1534}" dt="2025-11-20T02:02:47.426" v="5146"/>
          <ac:spMkLst>
            <pc:docMk/>
            <pc:sldMk cId="1597662645" sldId="303"/>
            <ac:spMk id="4" creationId="{4B0D2363-A20F-93D1-A1C9-E9A0A29E3594}"/>
          </ac:spMkLst>
        </pc:spChg>
        <pc:picChg chg="add mod">
          <ac:chgData name="Jonathan Mah" userId="5261b2f2f3e51194" providerId="LiveId" clId="{DB9BCF8B-E91B-491C-8171-92D39BBC1534}" dt="2025-11-20T02:02:51.084" v="5148" actId="1076"/>
          <ac:picMkLst>
            <pc:docMk/>
            <pc:sldMk cId="1597662645" sldId="303"/>
            <ac:picMk id="5" creationId="{F257A29F-0A31-6FFC-3BDA-A64C7717267A}"/>
          </ac:picMkLst>
        </pc:picChg>
      </pc:sldChg>
      <pc:sldChg chg="addSp delSp modSp new mod">
        <pc:chgData name="Jonathan Mah" userId="5261b2f2f3e51194" providerId="LiveId" clId="{DB9BCF8B-E91B-491C-8171-92D39BBC1534}" dt="2025-11-20T02:14:40.247" v="5339" actId="1076"/>
        <pc:sldMkLst>
          <pc:docMk/>
          <pc:sldMk cId="2482136060" sldId="304"/>
        </pc:sldMkLst>
        <pc:spChg chg="mod">
          <ac:chgData name="Jonathan Mah" userId="5261b2f2f3e51194" providerId="LiveId" clId="{DB9BCF8B-E91B-491C-8171-92D39BBC1534}" dt="2025-11-20T02:14:30.382" v="5334" actId="20577"/>
          <ac:spMkLst>
            <pc:docMk/>
            <pc:sldMk cId="2482136060" sldId="304"/>
            <ac:spMk id="2" creationId="{13479E08-3C86-08A9-8F71-AB7285CED211}"/>
          </ac:spMkLst>
        </pc:spChg>
        <pc:spChg chg="add del">
          <ac:chgData name="Jonathan Mah" userId="5261b2f2f3e51194" providerId="LiveId" clId="{DB9BCF8B-E91B-491C-8171-92D39BBC1534}" dt="2025-11-20T02:14:37.843" v="5338" actId="478"/>
          <ac:spMkLst>
            <pc:docMk/>
            <pc:sldMk cId="2482136060" sldId="304"/>
            <ac:spMk id="3" creationId="{45480F11-A85E-DD0F-D73D-BE53069C6D41}"/>
          </ac:spMkLst>
        </pc:spChg>
        <pc:spChg chg="add mod">
          <ac:chgData name="Jonathan Mah" userId="5261b2f2f3e51194" providerId="LiveId" clId="{DB9BCF8B-E91B-491C-8171-92D39BBC1534}" dt="2025-11-20T02:14:34.584" v="5336"/>
          <ac:spMkLst>
            <pc:docMk/>
            <pc:sldMk cId="2482136060" sldId="304"/>
            <ac:spMk id="4" creationId="{0341ED67-5CD0-3915-86F7-DCBB85B62B03}"/>
          </ac:spMkLst>
        </pc:spChg>
        <pc:picChg chg="add mod">
          <ac:chgData name="Jonathan Mah" userId="5261b2f2f3e51194" providerId="LiveId" clId="{DB9BCF8B-E91B-491C-8171-92D39BBC1534}" dt="2025-11-20T02:14:40.247" v="5339" actId="1076"/>
          <ac:picMkLst>
            <pc:docMk/>
            <pc:sldMk cId="2482136060" sldId="304"/>
            <ac:picMk id="5" creationId="{2838643D-6337-2CAD-4A95-C70E536CDF4E}"/>
          </ac:picMkLst>
        </pc:picChg>
      </pc:sldChg>
      <pc:sldChg chg="addSp delSp modSp add mod">
        <pc:chgData name="Jonathan Mah" userId="5261b2f2f3e51194" providerId="LiveId" clId="{DB9BCF8B-E91B-491C-8171-92D39BBC1534}" dt="2025-11-20T02:15:13.557" v="5354" actId="1076"/>
        <pc:sldMkLst>
          <pc:docMk/>
          <pc:sldMk cId="3485836077" sldId="305"/>
        </pc:sldMkLst>
        <pc:spChg chg="mod">
          <ac:chgData name="Jonathan Mah" userId="5261b2f2f3e51194" providerId="LiveId" clId="{DB9BCF8B-E91B-491C-8171-92D39BBC1534}" dt="2025-11-20T02:14:48.446" v="5351" actId="20577"/>
          <ac:spMkLst>
            <pc:docMk/>
            <pc:sldMk cId="3485836077" sldId="305"/>
            <ac:spMk id="2" creationId="{5C271D94-8648-0AA6-6813-21E3CB2D7EF0}"/>
          </ac:spMkLst>
        </pc:spChg>
        <pc:spChg chg="add">
          <ac:chgData name="Jonathan Mah" userId="5261b2f2f3e51194" providerId="LiveId" clId="{DB9BCF8B-E91B-491C-8171-92D39BBC1534}" dt="2025-11-20T02:15:10.621" v="5352"/>
          <ac:spMkLst>
            <pc:docMk/>
            <pc:sldMk cId="3485836077" sldId="305"/>
            <ac:spMk id="3" creationId="{A5C7D846-A17A-6D38-D72B-C3057D9F4417}"/>
          </ac:spMkLst>
        </pc:spChg>
        <pc:picChg chg="add mod">
          <ac:chgData name="Jonathan Mah" userId="5261b2f2f3e51194" providerId="LiveId" clId="{DB9BCF8B-E91B-491C-8171-92D39BBC1534}" dt="2025-11-20T02:15:13.557" v="5354" actId="1076"/>
          <ac:picMkLst>
            <pc:docMk/>
            <pc:sldMk cId="3485836077" sldId="305"/>
            <ac:picMk id="4" creationId="{CB668BEE-5B75-D9FB-BC22-3A5674599774}"/>
          </ac:picMkLst>
        </pc:picChg>
        <pc:picChg chg="del">
          <ac:chgData name="Jonathan Mah" userId="5261b2f2f3e51194" providerId="LiveId" clId="{DB9BCF8B-E91B-491C-8171-92D39BBC1534}" dt="2025-11-20T02:14:44.639" v="5341" actId="478"/>
          <ac:picMkLst>
            <pc:docMk/>
            <pc:sldMk cId="3485836077" sldId="305"/>
            <ac:picMk id="5" creationId="{AB3E573E-7E39-62E2-C4CE-ED23AF10E28A}"/>
          </ac:picMkLst>
        </pc:picChg>
      </pc:sldChg>
      <pc:sldChg chg="modSp add mod">
        <pc:chgData name="Jonathan Mah" userId="5261b2f2f3e51194" providerId="LiveId" clId="{DB9BCF8B-E91B-491C-8171-92D39BBC1534}" dt="2025-11-20T02:15:49.056" v="5385" actId="20577"/>
        <pc:sldMkLst>
          <pc:docMk/>
          <pc:sldMk cId="2740824876" sldId="306"/>
        </pc:sldMkLst>
        <pc:spChg chg="mod">
          <ac:chgData name="Jonathan Mah" userId="5261b2f2f3e51194" providerId="LiveId" clId="{DB9BCF8B-E91B-491C-8171-92D39BBC1534}" dt="2025-11-20T02:15:49.056" v="5385" actId="20577"/>
          <ac:spMkLst>
            <pc:docMk/>
            <pc:sldMk cId="2740824876" sldId="306"/>
            <ac:spMk id="7" creationId="{F2029FEA-A245-046E-3C33-3360DE0AF2EB}"/>
          </ac:spMkLst>
        </pc:spChg>
      </pc:sldChg>
      <pc:sldChg chg="new del">
        <pc:chgData name="Jonathan Mah" userId="5261b2f2f3e51194" providerId="LiveId" clId="{DB9BCF8B-E91B-491C-8171-92D39BBC1534}" dt="2025-11-20T02:15:38.826" v="5356" actId="47"/>
        <pc:sldMkLst>
          <pc:docMk/>
          <pc:sldMk cId="3478722537" sldId="306"/>
        </pc:sldMkLst>
      </pc:sldChg>
      <pc:sldChg chg="addSp delSp modSp new mod">
        <pc:chgData name="Jonathan Mah" userId="5261b2f2f3e51194" providerId="LiveId" clId="{DB9BCF8B-E91B-491C-8171-92D39BBC1534}" dt="2025-11-20T02:16:52.598" v="5427" actId="1076"/>
        <pc:sldMkLst>
          <pc:docMk/>
          <pc:sldMk cId="3316121601" sldId="307"/>
        </pc:sldMkLst>
        <pc:spChg chg="mod">
          <ac:chgData name="Jonathan Mah" userId="5261b2f2f3e51194" providerId="LiveId" clId="{DB9BCF8B-E91B-491C-8171-92D39BBC1534}" dt="2025-11-20T02:16:27.630" v="5415" actId="2711"/>
          <ac:spMkLst>
            <pc:docMk/>
            <pc:sldMk cId="3316121601" sldId="307"/>
            <ac:spMk id="2" creationId="{6681E1A4-5636-FD65-FE17-9D5AB411739D}"/>
          </ac:spMkLst>
        </pc:spChg>
        <pc:spChg chg="del">
          <ac:chgData name="Jonathan Mah" userId="5261b2f2f3e51194" providerId="LiveId" clId="{DB9BCF8B-E91B-491C-8171-92D39BBC1534}" dt="2025-11-20T02:16:29.421" v="5416" actId="478"/>
          <ac:spMkLst>
            <pc:docMk/>
            <pc:sldMk cId="3316121601" sldId="307"/>
            <ac:spMk id="3" creationId="{5F35FEC5-F8C9-4C4C-6FDC-5B35C10F2912}"/>
          </ac:spMkLst>
        </pc:spChg>
        <pc:picChg chg="add mod">
          <ac:chgData name="Jonathan Mah" userId="5261b2f2f3e51194" providerId="LiveId" clId="{DB9BCF8B-E91B-491C-8171-92D39BBC1534}" dt="2025-11-20T02:16:52.598" v="5427" actId="1076"/>
          <ac:picMkLst>
            <pc:docMk/>
            <pc:sldMk cId="3316121601" sldId="307"/>
            <ac:picMk id="5" creationId="{A8B5420C-A326-E0DC-E00E-3A1622F8B43B}"/>
          </ac:picMkLst>
        </pc:picChg>
      </pc:sldChg>
      <pc:sldChg chg="add del">
        <pc:chgData name="Jonathan Mah" userId="5261b2f2f3e51194" providerId="LiveId" clId="{DB9BCF8B-E91B-491C-8171-92D39BBC1534}" dt="2025-11-20T02:16:32.912" v="5421" actId="47"/>
        <pc:sldMkLst>
          <pc:docMk/>
          <pc:sldMk cId="2090645401" sldId="308"/>
        </pc:sldMkLst>
      </pc:sldChg>
      <pc:sldChg chg="add del">
        <pc:chgData name="Jonathan Mah" userId="5261b2f2f3e51194" providerId="LiveId" clId="{DB9BCF8B-E91B-491C-8171-92D39BBC1534}" dt="2025-11-20T02:16:33.276" v="5422" actId="47"/>
        <pc:sldMkLst>
          <pc:docMk/>
          <pc:sldMk cId="1311010553" sldId="309"/>
        </pc:sldMkLst>
      </pc:sldChg>
      <pc:sldChg chg="add del">
        <pc:chgData name="Jonathan Mah" userId="5261b2f2f3e51194" providerId="LiveId" clId="{DB9BCF8B-E91B-491C-8171-92D39BBC1534}" dt="2025-11-20T02:16:33.546" v="5423" actId="47"/>
        <pc:sldMkLst>
          <pc:docMk/>
          <pc:sldMk cId="2932571303" sldId="310"/>
        </pc:sldMkLst>
      </pc:sldChg>
      <pc:sldChg chg="addSp delSp modSp add mod">
        <pc:chgData name="Jonathan Mah" userId="5261b2f2f3e51194" providerId="LiveId" clId="{DB9BCF8B-E91B-491C-8171-92D39BBC1534}" dt="2025-11-20T02:17:23.782" v="5441" actId="1076"/>
        <pc:sldMkLst>
          <pc:docMk/>
          <pc:sldMk cId="3604136779" sldId="311"/>
        </pc:sldMkLst>
        <pc:picChg chg="add del mod">
          <ac:chgData name="Jonathan Mah" userId="5261b2f2f3e51194" providerId="LiveId" clId="{DB9BCF8B-E91B-491C-8171-92D39BBC1534}" dt="2025-11-20T02:17:23.782" v="5441" actId="1076"/>
          <ac:picMkLst>
            <pc:docMk/>
            <pc:sldMk cId="3604136779" sldId="311"/>
            <ac:picMk id="4" creationId="{0DD61615-662A-2B91-B76A-7696DE0CA7D5}"/>
          </ac:picMkLst>
        </pc:picChg>
        <pc:picChg chg="add del mod">
          <ac:chgData name="Jonathan Mah" userId="5261b2f2f3e51194" providerId="LiveId" clId="{DB9BCF8B-E91B-491C-8171-92D39BBC1534}" dt="2025-11-20T02:17:21.393" v="5439" actId="931"/>
          <ac:picMkLst>
            <pc:docMk/>
            <pc:sldMk cId="3604136779" sldId="311"/>
            <ac:picMk id="6" creationId="{D38D2F38-F7D9-5FE3-AC47-84EBEEDC36C0}"/>
          </ac:picMkLst>
        </pc:picChg>
      </pc:sldChg>
      <pc:sldChg chg="addSp delSp modSp add mod">
        <pc:chgData name="Jonathan Mah" userId="5261b2f2f3e51194" providerId="LiveId" clId="{DB9BCF8B-E91B-491C-8171-92D39BBC1534}" dt="2025-11-20T02:17:48.445" v="5451" actId="1076"/>
        <pc:sldMkLst>
          <pc:docMk/>
          <pc:sldMk cId="1144493572" sldId="312"/>
        </pc:sldMkLst>
        <pc:picChg chg="add del mod">
          <ac:chgData name="Jonathan Mah" userId="5261b2f2f3e51194" providerId="LiveId" clId="{DB9BCF8B-E91B-491C-8171-92D39BBC1534}" dt="2025-11-20T02:17:36.891" v="5445" actId="478"/>
          <ac:picMkLst>
            <pc:docMk/>
            <pc:sldMk cId="1144493572" sldId="312"/>
            <ac:picMk id="4" creationId="{E2C3DCFC-4534-74FF-F19F-ED09676410DB}"/>
          </ac:picMkLst>
        </pc:picChg>
        <pc:picChg chg="add mod">
          <ac:chgData name="Jonathan Mah" userId="5261b2f2f3e51194" providerId="LiveId" clId="{DB9BCF8B-E91B-491C-8171-92D39BBC1534}" dt="2025-11-20T02:17:48.445" v="5451" actId="1076"/>
          <ac:picMkLst>
            <pc:docMk/>
            <pc:sldMk cId="1144493572" sldId="312"/>
            <ac:picMk id="6" creationId="{D02EBE56-547A-9D1E-FFC5-42FE1E7D4E4A}"/>
          </ac:picMkLst>
        </pc:picChg>
      </pc:sldChg>
      <pc:sldChg chg="addSp modSp add mod">
        <pc:chgData name="Jonathan Mah" userId="5261b2f2f3e51194" providerId="LiveId" clId="{DB9BCF8B-E91B-491C-8171-92D39BBC1534}" dt="2025-11-20T02:18:02.237" v="5456" actId="1076"/>
        <pc:sldMkLst>
          <pc:docMk/>
          <pc:sldMk cId="1953560662" sldId="313"/>
        </pc:sldMkLst>
        <pc:picChg chg="add mod">
          <ac:chgData name="Jonathan Mah" userId="5261b2f2f3e51194" providerId="LiveId" clId="{DB9BCF8B-E91B-491C-8171-92D39BBC1534}" dt="2025-11-20T02:18:02.237" v="5456" actId="1076"/>
          <ac:picMkLst>
            <pc:docMk/>
            <pc:sldMk cId="1953560662" sldId="313"/>
            <ac:picMk id="4" creationId="{50BDCA3F-7C6C-24DC-EA85-56F36AEE8629}"/>
          </ac:picMkLst>
        </pc:picChg>
      </pc:sldChg>
      <pc:sldChg chg="addSp modSp add mod">
        <pc:chgData name="Jonathan Mah" userId="5261b2f2f3e51194" providerId="LiveId" clId="{DB9BCF8B-E91B-491C-8171-92D39BBC1534}" dt="2025-11-20T02:18:14.558" v="5460" actId="1076"/>
        <pc:sldMkLst>
          <pc:docMk/>
          <pc:sldMk cId="2125608336" sldId="314"/>
        </pc:sldMkLst>
        <pc:picChg chg="add mod">
          <ac:chgData name="Jonathan Mah" userId="5261b2f2f3e51194" providerId="LiveId" clId="{DB9BCF8B-E91B-491C-8171-92D39BBC1534}" dt="2025-11-20T02:18:14.558" v="5460" actId="1076"/>
          <ac:picMkLst>
            <pc:docMk/>
            <pc:sldMk cId="2125608336" sldId="314"/>
            <ac:picMk id="4" creationId="{6615D7E7-901A-429E-B526-F6729EACE8B2}"/>
          </ac:picMkLst>
        </pc:picChg>
      </pc:sldChg>
      <pc:sldChg chg="modSp new mod">
        <pc:chgData name="Jonathan Mah" userId="5261b2f2f3e51194" providerId="LiveId" clId="{DB9BCF8B-E91B-491C-8171-92D39BBC1534}" dt="2025-11-20T02:22:37.725" v="6402" actId="20577"/>
        <pc:sldMkLst>
          <pc:docMk/>
          <pc:sldMk cId="2576943687" sldId="315"/>
        </pc:sldMkLst>
        <pc:spChg chg="mod">
          <ac:chgData name="Jonathan Mah" userId="5261b2f2f3e51194" providerId="LiveId" clId="{DB9BCF8B-E91B-491C-8171-92D39BBC1534}" dt="2025-11-20T02:18:39.804" v="5492" actId="20577"/>
          <ac:spMkLst>
            <pc:docMk/>
            <pc:sldMk cId="2576943687" sldId="315"/>
            <ac:spMk id="2" creationId="{F637AAAC-3C8A-388F-3943-A7BA3C009DE9}"/>
          </ac:spMkLst>
        </pc:spChg>
        <pc:spChg chg="mod">
          <ac:chgData name="Jonathan Mah" userId="5261b2f2f3e51194" providerId="LiveId" clId="{DB9BCF8B-E91B-491C-8171-92D39BBC1534}" dt="2025-11-20T02:22:37.725" v="6402" actId="20577"/>
          <ac:spMkLst>
            <pc:docMk/>
            <pc:sldMk cId="2576943687" sldId="315"/>
            <ac:spMk id="3" creationId="{54B0DEA1-C0F9-F5C0-C574-8C46D50FA8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63562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366000" y="0"/>
            <a:ext cx="5635625" cy="488950"/>
          </a:xfrm>
          <a:prstGeom prst="rect">
            <a:avLst/>
          </a:prstGeom>
        </p:spPr>
        <p:txBody>
          <a:bodyPr vert="horz" lIns="91440" tIns="45720" rIns="91440" bIns="45720" rtlCol="0"/>
          <a:lstStyle>
            <a:lvl1pPr algn="r">
              <a:defRPr sz="1200"/>
            </a:lvl1pPr>
          </a:lstStyle>
          <a:p>
            <a:fld id="{ECB849DA-4571-48AE-B108-B012171980BD}" type="datetimeFigureOut">
              <a:rPr lang="en-US" smtClean="0"/>
              <a:t>11/19/2025</a:t>
            </a:fld>
            <a:endParaRPr lang="en-US"/>
          </a:p>
        </p:txBody>
      </p:sp>
      <p:sp>
        <p:nvSpPr>
          <p:cNvPr id="4" name="Slide Image Placeholder 3"/>
          <p:cNvSpPr>
            <a:spLocks noGrp="1" noRot="1" noChangeAspect="1"/>
          </p:cNvSpPr>
          <p:nvPr>
            <p:ph type="sldImg" idx="2"/>
          </p:nvPr>
        </p:nvSpPr>
        <p:spPr>
          <a:xfrm>
            <a:off x="4306888" y="1219200"/>
            <a:ext cx="4391025"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300163" y="4694238"/>
            <a:ext cx="1040447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64650"/>
            <a:ext cx="563562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366000" y="9264650"/>
            <a:ext cx="5635625" cy="488950"/>
          </a:xfrm>
          <a:prstGeom prst="rect">
            <a:avLst/>
          </a:prstGeom>
        </p:spPr>
        <p:txBody>
          <a:bodyPr vert="horz" lIns="91440" tIns="45720" rIns="91440" bIns="45720" rtlCol="0" anchor="b"/>
          <a:lstStyle>
            <a:lvl1pPr algn="r">
              <a:defRPr sz="1200"/>
            </a:lvl1pPr>
          </a:lstStyle>
          <a:p>
            <a:fld id="{599CC9A3-A707-4B34-82D4-E64BA4C5A8D1}" type="slidenum">
              <a:rPr lang="en-US" smtClean="0"/>
              <a:t>‹#›</a:t>
            </a:fld>
            <a:endParaRPr lang="en-US"/>
          </a:p>
        </p:txBody>
      </p:sp>
    </p:spTree>
    <p:extLst>
      <p:ext uri="{BB962C8B-B14F-4D97-AF65-F5344CB8AC3E}">
        <p14:creationId xmlns:p14="http://schemas.microsoft.com/office/powerpoint/2010/main" val="376042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How’s it going guys, gals, and non-binary pals, my name is Jonathan Mah, I’m a Bioinformatics Doctoral candidate here at UCLA co-advised by Professor Kirk Lohmueller and Professor Nandita Garud, and time permitted, today I’ll be talking about my #soon to be submitted work investigating how the number of individuals in a data set can influence the evolutionary stories that we infer from population genetic data.</a:t>
            </a:r>
          </a:p>
        </p:txBody>
      </p:sp>
      <p:sp>
        <p:nvSpPr>
          <p:cNvPr id="4" name="Slide Number Placeholder 3"/>
          <p:cNvSpPr>
            <a:spLocks noGrp="1"/>
          </p:cNvSpPr>
          <p:nvPr>
            <p:ph type="sldNum" sz="quarter" idx="5"/>
          </p:nvPr>
        </p:nvSpPr>
        <p:spPr/>
        <p:txBody>
          <a:bodyPr/>
          <a:lstStyle/>
          <a:p>
            <a:fld id="{599CC9A3-A707-4B34-82D4-E64BA4C5A8D1}" type="slidenum">
              <a:rPr lang="en-US" smtClean="0"/>
              <a:t>1</a:t>
            </a:fld>
            <a:endParaRPr lang="en-US" dirty="0"/>
          </a:p>
        </p:txBody>
      </p:sp>
    </p:spTree>
    <p:extLst>
      <p:ext uri="{BB962C8B-B14F-4D97-AF65-F5344CB8AC3E}">
        <p14:creationId xmlns:p14="http://schemas.microsoft.com/office/powerpoint/2010/main" val="1965928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funded by the DYA.</a:t>
            </a:r>
          </a:p>
          <a:p>
            <a:r>
              <a:rPr lang="en-US" dirty="0"/>
              <a:t>	My merit award, which covers the living stipend, is valid from July 1</a:t>
            </a:r>
            <a:r>
              <a:rPr lang="en-US" baseline="30000" dirty="0"/>
              <a:t>st</a:t>
            </a:r>
            <a:r>
              <a:rPr lang="en-US" dirty="0"/>
              <a:t> 2024 to March 31</a:t>
            </a:r>
            <a:r>
              <a:rPr lang="en-US" baseline="30000" dirty="0"/>
              <a:t>st</a:t>
            </a:r>
            <a:r>
              <a:rPr lang="en-US" dirty="0"/>
              <a:t> 2025</a:t>
            </a:r>
          </a:p>
          <a:p>
            <a:r>
              <a:rPr lang="en-US" dirty="0"/>
              <a:t>	My tuition and fee coverage is for the entirety of the academic school year</a:t>
            </a:r>
          </a:p>
          <a:p>
            <a:endParaRPr lang="en-US" dirty="0"/>
          </a:p>
        </p:txBody>
      </p:sp>
      <p:sp>
        <p:nvSpPr>
          <p:cNvPr id="4" name="Slide Number Placeholder 3"/>
          <p:cNvSpPr>
            <a:spLocks noGrp="1"/>
          </p:cNvSpPr>
          <p:nvPr>
            <p:ph type="sldNum" sz="quarter" idx="5"/>
          </p:nvPr>
        </p:nvSpPr>
        <p:spPr/>
        <p:txBody>
          <a:bodyPr/>
          <a:lstStyle/>
          <a:p>
            <a:fld id="{599CC9A3-A707-4B34-82D4-E64BA4C5A8D1}" type="slidenum">
              <a:rPr lang="en-US" smtClean="0"/>
              <a:t>3</a:t>
            </a:fld>
            <a:endParaRPr lang="en-US"/>
          </a:p>
        </p:txBody>
      </p:sp>
    </p:spTree>
    <p:extLst>
      <p:ext uri="{BB962C8B-B14F-4D97-AF65-F5344CB8AC3E}">
        <p14:creationId xmlns:p14="http://schemas.microsoft.com/office/powerpoint/2010/main" val="2950350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BD5FB-A5DE-6988-A5C5-6B2A4A25A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DD3BD-F693-85AC-2B8B-2F8246D00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21FBF-66A1-4523-0D9F-BD05C6E22ED7}"/>
              </a:ext>
            </a:extLst>
          </p:cNvPr>
          <p:cNvSpPr>
            <a:spLocks noGrp="1"/>
          </p:cNvSpPr>
          <p:nvPr>
            <p:ph type="body" idx="1"/>
          </p:nvPr>
        </p:nvSpPr>
        <p:spPr/>
        <p:txBody>
          <a:bodyPr/>
          <a:lstStyle/>
          <a:p>
            <a:r>
              <a:rPr lang="en-US" dirty="0"/>
              <a:t>Per the DYA timeline, I am required to file for my dissertation by the end of academic year, so I’ll be out of your hair sooner rather than soon</a:t>
            </a:r>
          </a:p>
        </p:txBody>
      </p:sp>
      <p:sp>
        <p:nvSpPr>
          <p:cNvPr id="4" name="Slide Number Placeholder 3">
            <a:extLst>
              <a:ext uri="{FF2B5EF4-FFF2-40B4-BE49-F238E27FC236}">
                <a16:creationId xmlns:a16="http://schemas.microsoft.com/office/drawing/2014/main" id="{4391B071-E730-ABEC-2395-E7115B4AD574}"/>
              </a:ext>
            </a:extLst>
          </p:cNvPr>
          <p:cNvSpPr>
            <a:spLocks noGrp="1"/>
          </p:cNvSpPr>
          <p:nvPr>
            <p:ph type="sldNum" sz="quarter" idx="5"/>
          </p:nvPr>
        </p:nvSpPr>
        <p:spPr/>
        <p:txBody>
          <a:bodyPr/>
          <a:lstStyle/>
          <a:p>
            <a:fld id="{599CC9A3-A707-4B34-82D4-E64BA4C5A8D1}" type="slidenum">
              <a:rPr lang="en-US" smtClean="0"/>
              <a:t>4</a:t>
            </a:fld>
            <a:endParaRPr lang="en-US"/>
          </a:p>
        </p:txBody>
      </p:sp>
    </p:spTree>
    <p:extLst>
      <p:ext uri="{BB962C8B-B14F-4D97-AF65-F5344CB8AC3E}">
        <p14:creationId xmlns:p14="http://schemas.microsoft.com/office/powerpoint/2010/main" val="653600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second chapter I’ll be investigating how the number of individuals in a data set can influence the evolutionary stories that we infer from population genetic data.</a:t>
            </a:r>
          </a:p>
          <a:p>
            <a:endParaRPr lang="en-US" dirty="0"/>
          </a:p>
          <a:p>
            <a:r>
              <a:rPr lang="en-US" dirty="0"/>
              <a:t>As a quick note, we do have a first draft of the manuscript, I’ve gotten comments from Kirk that I’m working on addressing, and we’re wrapping up some final </a:t>
            </a:r>
            <a:r>
              <a:rPr lang="en-US" dirty="0" err="1"/>
              <a:t>final</a:t>
            </a:r>
            <a:r>
              <a:rPr lang="en-US" dirty="0"/>
              <a:t> analysis which I’ll get into greater detail later.</a:t>
            </a:r>
          </a:p>
        </p:txBody>
      </p:sp>
      <p:sp>
        <p:nvSpPr>
          <p:cNvPr id="4" name="Slide Number Placeholder 3"/>
          <p:cNvSpPr>
            <a:spLocks noGrp="1"/>
          </p:cNvSpPr>
          <p:nvPr>
            <p:ph type="sldNum" sz="quarter" idx="5"/>
          </p:nvPr>
        </p:nvSpPr>
        <p:spPr/>
        <p:txBody>
          <a:bodyPr/>
          <a:lstStyle/>
          <a:p>
            <a:fld id="{599CC9A3-A707-4B34-82D4-E64BA4C5A8D1}" type="slidenum">
              <a:rPr lang="en-US" smtClean="0"/>
              <a:t>7</a:t>
            </a:fld>
            <a:endParaRPr lang="en-US"/>
          </a:p>
        </p:txBody>
      </p:sp>
    </p:spTree>
    <p:extLst>
      <p:ext uri="{BB962C8B-B14F-4D97-AF65-F5344CB8AC3E}">
        <p14:creationId xmlns:p14="http://schemas.microsoft.com/office/powerpoint/2010/main" val="742791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question is of particular interest in the case of complex demographic histories, such as the story of modern human populations. Here on the top left I show the classic Tennessen demographic model for human population history, which consists of two bottleneck events and then a population demographic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8</a:t>
            </a:fld>
            <a:endParaRPr lang="en-US"/>
          </a:p>
        </p:txBody>
      </p:sp>
    </p:spTree>
    <p:extLst>
      <p:ext uri="{BB962C8B-B14F-4D97-AF65-F5344CB8AC3E}">
        <p14:creationId xmlns:p14="http://schemas.microsoft.com/office/powerpoint/2010/main" val="3311405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B680-8081-8E3A-9178-534380385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87311-F82B-29D3-DAC0-6201BAD65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7E25E-86A4-653D-6C15-2AB7D54F3C54}"/>
              </a:ext>
            </a:extLst>
          </p:cNvPr>
          <p:cNvSpPr>
            <a:spLocks noGrp="1"/>
          </p:cNvSpPr>
          <p:nvPr>
            <p:ph type="body" idx="1"/>
          </p:nvPr>
        </p:nvSpPr>
        <p:spPr/>
        <p:txBody>
          <a:bodyPr/>
          <a:lstStyle/>
          <a:p>
            <a:r>
              <a:rPr lang="en-US" dirty="0"/>
              <a:t>However, in part due to a need for computational feasibility, the standard approach in population genetics is to fit simpler demographic models which prioritize capture of the most important evolutionary signals. As an example, here on the top right I show a three-epoch model, which consists of two instantaneous size changes, and a two-epoch demographic model which consists of a single instantaneous size change. Neither of these models will ever fully capture the intricacies of true history; however as we like to say in statistics: all models are wrong, but some are useful.</a:t>
            </a:r>
          </a:p>
        </p:txBody>
      </p:sp>
      <p:sp>
        <p:nvSpPr>
          <p:cNvPr id="4" name="Slide Number Placeholder 3">
            <a:extLst>
              <a:ext uri="{FF2B5EF4-FFF2-40B4-BE49-F238E27FC236}">
                <a16:creationId xmlns:a16="http://schemas.microsoft.com/office/drawing/2014/main" id="{3251FD9A-3515-A69C-2F1C-970B12EF1B6B}"/>
              </a:ext>
            </a:extLst>
          </p:cNvPr>
          <p:cNvSpPr>
            <a:spLocks noGrp="1"/>
          </p:cNvSpPr>
          <p:nvPr>
            <p:ph type="sldNum" sz="quarter" idx="5"/>
          </p:nvPr>
        </p:nvSpPr>
        <p:spPr/>
        <p:txBody>
          <a:bodyPr/>
          <a:lstStyle/>
          <a:p>
            <a:fld id="{599CC9A3-A707-4B34-82D4-E64BA4C5A8D1}" type="slidenum">
              <a:rPr lang="en-US" smtClean="0"/>
              <a:t>9</a:t>
            </a:fld>
            <a:endParaRPr lang="en-US"/>
          </a:p>
        </p:txBody>
      </p:sp>
    </p:spTree>
    <p:extLst>
      <p:ext uri="{BB962C8B-B14F-4D97-AF65-F5344CB8AC3E}">
        <p14:creationId xmlns:p14="http://schemas.microsoft.com/office/powerpoint/2010/main" val="1808917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9CF0-7F69-E145-869B-8F53CAC71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68D23-1E71-4B88-B00F-BC79F9F55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38D32-5665-4727-9A65-BC918FA58D63}"/>
              </a:ext>
            </a:extLst>
          </p:cNvPr>
          <p:cNvSpPr>
            <a:spLocks noGrp="1"/>
          </p:cNvSpPr>
          <p:nvPr>
            <p:ph type="body" idx="1"/>
          </p:nvPr>
        </p:nvSpPr>
        <p:spPr/>
        <p:txBody>
          <a:bodyPr/>
          <a:lstStyle/>
          <a:p>
            <a:r>
              <a:rPr lang="en-US" dirty="0"/>
              <a:t>The motivation for our study comes from work by Kryukov et al. 2008 and </a:t>
            </a:r>
            <a:r>
              <a:rPr lang="en-US" dirty="0" err="1"/>
              <a:t>Gazave</a:t>
            </a:r>
            <a:r>
              <a:rPr lang="en-US" dirty="0"/>
              <a:t> et al. 2014 in which these studies essentially found that when analyzing either empirical or simulated human data sets, different evolutionary signals are inferred from a two-epoch model depending on the number of individuals. We sought to investigate this further by more closely evaluating the outcomes of two-epoch demographic model inference while varying the number of individuals analyzed.</a:t>
            </a:r>
          </a:p>
          <a:p>
            <a:endParaRPr lang="en-US" dirty="0"/>
          </a:p>
          <a:p>
            <a:r>
              <a:rPr lang="en-US" dirty="0"/>
              <a:t>The underlying rationale to this approach is that most studies which infer demographic history do rely on these simplistic models. However, issues might arise in cases where scientists don’t necessarily have the luxury or the freedom to widely vary their sample size, e.g., working with rare mutation data, ancient data, or endangered species.</a:t>
            </a:r>
          </a:p>
        </p:txBody>
      </p:sp>
      <p:sp>
        <p:nvSpPr>
          <p:cNvPr id="4" name="Slide Number Placeholder 3">
            <a:extLst>
              <a:ext uri="{FF2B5EF4-FFF2-40B4-BE49-F238E27FC236}">
                <a16:creationId xmlns:a16="http://schemas.microsoft.com/office/drawing/2014/main" id="{46E09B6A-B9F8-C01A-BE8E-010E060AD915}"/>
              </a:ext>
            </a:extLst>
          </p:cNvPr>
          <p:cNvSpPr>
            <a:spLocks noGrp="1"/>
          </p:cNvSpPr>
          <p:nvPr>
            <p:ph type="sldNum" sz="quarter" idx="5"/>
          </p:nvPr>
        </p:nvSpPr>
        <p:spPr/>
        <p:txBody>
          <a:bodyPr/>
          <a:lstStyle/>
          <a:p>
            <a:fld id="{599CC9A3-A707-4B34-82D4-E64BA4C5A8D1}" type="slidenum">
              <a:rPr lang="en-US" smtClean="0"/>
              <a:t>10</a:t>
            </a:fld>
            <a:endParaRPr lang="en-US"/>
          </a:p>
        </p:txBody>
      </p:sp>
    </p:spTree>
    <p:extLst>
      <p:ext uri="{BB962C8B-B14F-4D97-AF65-F5344CB8AC3E}">
        <p14:creationId xmlns:p14="http://schemas.microsoft.com/office/powerpoint/2010/main" val="2848393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D760-764A-91D8-CCFC-4CE14B4C2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28C04-B15F-0B4B-B1B4-7A79A5168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50263-0115-4749-9F7F-CCF23A8446B0}"/>
              </a:ext>
            </a:extLst>
          </p:cNvPr>
          <p:cNvSpPr>
            <a:spLocks noGrp="1"/>
          </p:cNvSpPr>
          <p:nvPr>
            <p:ph type="body" idx="1"/>
          </p:nvPr>
        </p:nvSpPr>
        <p:spPr/>
        <p:txBody>
          <a:bodyPr/>
          <a:lstStyle/>
          <a:p>
            <a:r>
              <a:rPr lang="en-US" dirty="0"/>
              <a:t>We started by simulating a three-epoch bottleneck scenario consisting of an ancient contraction and a recent expansion, generally matching the pattern of human demographic history. We simulated this scenario using </a:t>
            </a:r>
            <a:r>
              <a:rPr lang="en-US" dirty="0" err="1"/>
              <a:t>MSPrime</a:t>
            </a:r>
            <a:r>
              <a:rPr lang="en-US" dirty="0"/>
              <a:t>, which is a coalescent based simulation framework. As is standard in population genetics, we then fit a simple two-epoch model to determine whether the ancient contraction or the recent expansion was the dominant evolutionary signal.</a:t>
            </a:r>
          </a:p>
        </p:txBody>
      </p:sp>
      <p:sp>
        <p:nvSpPr>
          <p:cNvPr id="4" name="Slide Number Placeholder 3">
            <a:extLst>
              <a:ext uri="{FF2B5EF4-FFF2-40B4-BE49-F238E27FC236}">
                <a16:creationId xmlns:a16="http://schemas.microsoft.com/office/drawing/2014/main" id="{67A69D2D-EC3B-6A6A-738A-655E1D91CD6F}"/>
              </a:ext>
            </a:extLst>
          </p:cNvPr>
          <p:cNvSpPr>
            <a:spLocks noGrp="1"/>
          </p:cNvSpPr>
          <p:nvPr>
            <p:ph type="sldNum" sz="quarter" idx="5"/>
          </p:nvPr>
        </p:nvSpPr>
        <p:spPr/>
        <p:txBody>
          <a:bodyPr/>
          <a:lstStyle/>
          <a:p>
            <a:fld id="{599CC9A3-A707-4B34-82D4-E64BA4C5A8D1}" type="slidenum">
              <a:rPr lang="en-US" smtClean="0"/>
              <a:t>11</a:t>
            </a:fld>
            <a:endParaRPr lang="en-US"/>
          </a:p>
        </p:txBody>
      </p:sp>
    </p:spTree>
    <p:extLst>
      <p:ext uri="{BB962C8B-B14F-4D97-AF65-F5344CB8AC3E}">
        <p14:creationId xmlns:p14="http://schemas.microsoft.com/office/powerpoint/2010/main" val="4145390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98F4-DAD5-867F-5FCC-E61358EF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C04F8-3920-05A1-69D9-C2E1BAB76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E6328-D487-0785-DBAA-5B03A94C4A0D}"/>
              </a:ext>
            </a:extLst>
          </p:cNvPr>
          <p:cNvSpPr>
            <a:spLocks noGrp="1"/>
          </p:cNvSpPr>
          <p:nvPr>
            <p:ph type="body" idx="1"/>
          </p:nvPr>
        </p:nvSpPr>
        <p:spPr/>
        <p:txBody>
          <a:bodyPr/>
          <a:lstStyle/>
          <a:p>
            <a:r>
              <a:rPr lang="en-US" dirty="0"/>
              <a:t>Here I show on the x-axis the number of individuals analyzed in the dataset, while on the y-axis I respectively show Tajima’s D, the inferred ratio of current to ancestral effective population size, and the inferred time since the instantaneous size change.</a:t>
            </a:r>
          </a:p>
        </p:txBody>
      </p:sp>
      <p:sp>
        <p:nvSpPr>
          <p:cNvPr id="4" name="Slide Number Placeholder 3">
            <a:extLst>
              <a:ext uri="{FF2B5EF4-FFF2-40B4-BE49-F238E27FC236}">
                <a16:creationId xmlns:a16="http://schemas.microsoft.com/office/drawing/2014/main" id="{6A42A2B1-AA09-7405-71D3-D0EF98B16D23}"/>
              </a:ext>
            </a:extLst>
          </p:cNvPr>
          <p:cNvSpPr>
            <a:spLocks noGrp="1"/>
          </p:cNvSpPr>
          <p:nvPr>
            <p:ph type="sldNum" sz="quarter" idx="5"/>
          </p:nvPr>
        </p:nvSpPr>
        <p:spPr/>
        <p:txBody>
          <a:bodyPr/>
          <a:lstStyle/>
          <a:p>
            <a:fld id="{599CC9A3-A707-4B34-82D4-E64BA4C5A8D1}" type="slidenum">
              <a:rPr lang="en-US" smtClean="0"/>
              <a:t>12</a:t>
            </a:fld>
            <a:endParaRPr lang="en-US"/>
          </a:p>
        </p:txBody>
      </p:sp>
    </p:spTree>
    <p:extLst>
      <p:ext uri="{BB962C8B-B14F-4D97-AF65-F5344CB8AC3E}">
        <p14:creationId xmlns:p14="http://schemas.microsoft.com/office/powerpoint/2010/main" val="3397917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8FB2-ACB8-AC80-7658-0D179966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A8D82-F26F-9C18-AAED-A1028D215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D8A16-D789-E413-AA94-F4575C0AC41F}"/>
              </a:ext>
            </a:extLst>
          </p:cNvPr>
          <p:cNvSpPr>
            <a:spLocks noGrp="1"/>
          </p:cNvSpPr>
          <p:nvPr>
            <p:ph type="body" idx="1"/>
          </p:nvPr>
        </p:nvSpPr>
        <p:spPr/>
        <p:txBody>
          <a:bodyPr/>
          <a:lstStyle/>
          <a:p>
            <a:r>
              <a:rPr lang="en-US" dirty="0"/>
              <a:t>First I want to draw your attention to this top left panel, which depicts Tajima’s D vs. sample size. </a:t>
            </a:r>
          </a:p>
          <a:p>
            <a:endParaRPr lang="en-US" dirty="0"/>
          </a:p>
          <a:p>
            <a:r>
              <a:rPr lang="en-US" dirty="0"/>
              <a:t>These simulations were performed under neutrality, as in no selection.</a:t>
            </a:r>
          </a:p>
          <a:p>
            <a:endParaRPr lang="en-US" dirty="0"/>
          </a:p>
          <a:p>
            <a:r>
              <a:rPr lang="en-US" dirty="0"/>
              <a:t>A positive Tajima’s D typically indicates an excess of intermediate frequency variants in the SFS, suggesting a population contraction. Conversely, a negative Tajima’s D indicates an excess of low frequency variants in the SFS, suggesting a population expansion. The dashed black line indicates a Tajima’s D of 0.</a:t>
            </a:r>
          </a:p>
          <a:p>
            <a:endParaRPr lang="en-US" dirty="0"/>
          </a:p>
          <a:p>
            <a:r>
              <a:rPr lang="en-US" dirty="0"/>
              <a:t>Of note, at small sample sizes we have a positive Tajima’s D and at large sample sizes we have a negative Tajima’s D</a:t>
            </a:r>
          </a:p>
        </p:txBody>
      </p:sp>
      <p:sp>
        <p:nvSpPr>
          <p:cNvPr id="4" name="Slide Number Placeholder 3">
            <a:extLst>
              <a:ext uri="{FF2B5EF4-FFF2-40B4-BE49-F238E27FC236}">
                <a16:creationId xmlns:a16="http://schemas.microsoft.com/office/drawing/2014/main" id="{A388C466-6120-6A8E-A3EA-FDBBC49F7766}"/>
              </a:ext>
            </a:extLst>
          </p:cNvPr>
          <p:cNvSpPr>
            <a:spLocks noGrp="1"/>
          </p:cNvSpPr>
          <p:nvPr>
            <p:ph type="sldNum" sz="quarter" idx="5"/>
          </p:nvPr>
        </p:nvSpPr>
        <p:spPr/>
        <p:txBody>
          <a:bodyPr/>
          <a:lstStyle/>
          <a:p>
            <a:fld id="{599CC9A3-A707-4B34-82D4-E64BA4C5A8D1}" type="slidenum">
              <a:rPr lang="en-US" smtClean="0"/>
              <a:t>13</a:t>
            </a:fld>
            <a:endParaRPr lang="en-US"/>
          </a:p>
        </p:txBody>
      </p:sp>
    </p:spTree>
    <p:extLst>
      <p:ext uri="{BB962C8B-B14F-4D97-AF65-F5344CB8AC3E}">
        <p14:creationId xmlns:p14="http://schemas.microsoft.com/office/powerpoint/2010/main" val="1453035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20401-1E54-256D-172B-D5062FB0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86242-C30D-01F8-1445-80EEECF82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1F54D-9DC0-A7D6-C7F2-2411D4A958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this middle panel on the left depicts how the inferred ratio of current to ancestral population size changes with the number of individuals analyzed. The dashed black line indicates a ratio of 1; thus, data below the line indicates an inferred population contraction, while data above the line indicates an inferred population expansion. As with the story of Tajima’s D, we find that the evolutionary signal is sensitive to the number of individuals analyzed, shifting from a contraction to an expansion as sample size increases.</a:t>
            </a:r>
          </a:p>
          <a:p>
            <a:endParaRPr lang="en-US" dirty="0"/>
          </a:p>
        </p:txBody>
      </p:sp>
      <p:sp>
        <p:nvSpPr>
          <p:cNvPr id="4" name="Slide Number Placeholder 3">
            <a:extLst>
              <a:ext uri="{FF2B5EF4-FFF2-40B4-BE49-F238E27FC236}">
                <a16:creationId xmlns:a16="http://schemas.microsoft.com/office/drawing/2014/main" id="{E37F0399-2B80-34D6-C954-93070835895E}"/>
              </a:ext>
            </a:extLst>
          </p:cNvPr>
          <p:cNvSpPr>
            <a:spLocks noGrp="1"/>
          </p:cNvSpPr>
          <p:nvPr>
            <p:ph type="sldNum" sz="quarter" idx="5"/>
          </p:nvPr>
        </p:nvSpPr>
        <p:spPr/>
        <p:txBody>
          <a:bodyPr/>
          <a:lstStyle/>
          <a:p>
            <a:fld id="{599CC9A3-A707-4B34-82D4-E64BA4C5A8D1}" type="slidenum">
              <a:rPr lang="en-US" smtClean="0"/>
              <a:t>14</a:t>
            </a:fld>
            <a:endParaRPr lang="en-US"/>
          </a:p>
        </p:txBody>
      </p:sp>
    </p:spTree>
    <p:extLst>
      <p:ext uri="{BB962C8B-B14F-4D97-AF65-F5344CB8AC3E}">
        <p14:creationId xmlns:p14="http://schemas.microsoft.com/office/powerpoint/2010/main" val="1351332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19F4-1497-AC44-3FFB-50FDA332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16701-49C0-E8D4-F159-88A4FE846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F3CEE-0B0A-EEE6-1E92-2830E9B4AA8A}"/>
              </a:ext>
            </a:extLst>
          </p:cNvPr>
          <p:cNvSpPr>
            <a:spLocks noGrp="1"/>
          </p:cNvSpPr>
          <p:nvPr>
            <p:ph type="body" idx="1"/>
          </p:nvPr>
        </p:nvSpPr>
        <p:spPr/>
        <p:txBody>
          <a:bodyPr/>
          <a:lstStyle/>
          <a:p>
            <a:r>
              <a:rPr lang="en-US" dirty="0"/>
              <a:t>Lastly, this bottom left panel also tells a story about how the inferred timing of the inferred population size change is ancient for a lower number of individuals analyzed and more recent for a higher number of individuals analyzed</a:t>
            </a:r>
          </a:p>
          <a:p>
            <a:endParaRPr lang="en-US" dirty="0"/>
          </a:p>
        </p:txBody>
      </p:sp>
      <p:sp>
        <p:nvSpPr>
          <p:cNvPr id="4" name="Slide Number Placeholder 3">
            <a:extLst>
              <a:ext uri="{FF2B5EF4-FFF2-40B4-BE49-F238E27FC236}">
                <a16:creationId xmlns:a16="http://schemas.microsoft.com/office/drawing/2014/main" id="{8D47CAE4-1D96-D1E1-7FC6-42719E343EDC}"/>
              </a:ext>
            </a:extLst>
          </p:cNvPr>
          <p:cNvSpPr>
            <a:spLocks noGrp="1"/>
          </p:cNvSpPr>
          <p:nvPr>
            <p:ph type="sldNum" sz="quarter" idx="5"/>
          </p:nvPr>
        </p:nvSpPr>
        <p:spPr/>
        <p:txBody>
          <a:bodyPr/>
          <a:lstStyle/>
          <a:p>
            <a:fld id="{599CC9A3-A707-4B34-82D4-E64BA4C5A8D1}" type="slidenum">
              <a:rPr lang="en-US" smtClean="0"/>
              <a:t>15</a:t>
            </a:fld>
            <a:endParaRPr lang="en-US"/>
          </a:p>
        </p:txBody>
      </p:sp>
    </p:spTree>
    <p:extLst>
      <p:ext uri="{BB962C8B-B14F-4D97-AF65-F5344CB8AC3E}">
        <p14:creationId xmlns:p14="http://schemas.microsoft.com/office/powerpoint/2010/main" val="2995073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6828-B6AB-338B-4514-C595EB78B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D30D9-16CD-8E1C-CC85-A26372A061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F766E-DE20-0F02-5CE8-6D818BE219E5}"/>
              </a:ext>
            </a:extLst>
          </p:cNvPr>
          <p:cNvSpPr>
            <a:spLocks noGrp="1"/>
          </p:cNvSpPr>
          <p:nvPr>
            <p:ph type="body" idx="1"/>
          </p:nvPr>
        </p:nvSpPr>
        <p:spPr/>
        <p:txBody>
          <a:bodyPr/>
          <a:lstStyle/>
          <a:p>
            <a:r>
              <a:rPr lang="en-US" dirty="0"/>
              <a:t>Taken together these points all indicate that when analyzing a small dataset, two-epoch inference of this scenario captures an ancient contraction, while when analyzing a large dataset, two-epoch inference instead captures a recent expansion.</a:t>
            </a:r>
          </a:p>
        </p:txBody>
      </p:sp>
      <p:sp>
        <p:nvSpPr>
          <p:cNvPr id="4" name="Slide Number Placeholder 3">
            <a:extLst>
              <a:ext uri="{FF2B5EF4-FFF2-40B4-BE49-F238E27FC236}">
                <a16:creationId xmlns:a16="http://schemas.microsoft.com/office/drawing/2014/main" id="{32E958DE-45D9-94A1-4DF8-9E4300A10B1E}"/>
              </a:ext>
            </a:extLst>
          </p:cNvPr>
          <p:cNvSpPr>
            <a:spLocks noGrp="1"/>
          </p:cNvSpPr>
          <p:nvPr>
            <p:ph type="sldNum" sz="quarter" idx="5"/>
          </p:nvPr>
        </p:nvSpPr>
        <p:spPr/>
        <p:txBody>
          <a:bodyPr/>
          <a:lstStyle/>
          <a:p>
            <a:fld id="{599CC9A3-A707-4B34-82D4-E64BA4C5A8D1}" type="slidenum">
              <a:rPr lang="en-US" smtClean="0"/>
              <a:t>16</a:t>
            </a:fld>
            <a:endParaRPr lang="en-US"/>
          </a:p>
        </p:txBody>
      </p:sp>
    </p:spTree>
    <p:extLst>
      <p:ext uri="{BB962C8B-B14F-4D97-AF65-F5344CB8AC3E}">
        <p14:creationId xmlns:p14="http://schemas.microsoft.com/office/powerpoint/2010/main" val="3247236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alternative way in which we can examine this phenomenon. On the top half of this figure I show the simulated SFS sampled at 20, 90, 100, and 700 individuals; all juxtaposed with the standard neutral model.</a:t>
            </a:r>
          </a:p>
        </p:txBody>
      </p:sp>
      <p:sp>
        <p:nvSpPr>
          <p:cNvPr id="4" name="Slide Number Placeholder 3"/>
          <p:cNvSpPr>
            <a:spLocks noGrp="1"/>
          </p:cNvSpPr>
          <p:nvPr>
            <p:ph type="sldNum" sz="quarter" idx="5"/>
          </p:nvPr>
        </p:nvSpPr>
        <p:spPr/>
        <p:txBody>
          <a:bodyPr/>
          <a:lstStyle/>
          <a:p>
            <a:fld id="{599CC9A3-A707-4B34-82D4-E64BA4C5A8D1}" type="slidenum">
              <a:rPr lang="en-US" smtClean="0"/>
              <a:t>17</a:t>
            </a:fld>
            <a:endParaRPr lang="en-US"/>
          </a:p>
        </p:txBody>
      </p:sp>
    </p:spTree>
    <p:extLst>
      <p:ext uri="{BB962C8B-B14F-4D97-AF65-F5344CB8AC3E}">
        <p14:creationId xmlns:p14="http://schemas.microsoft.com/office/powerpoint/2010/main" val="27370340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F8153-4E3D-4AF0-B835-6D091D6EE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CB4F7-1C08-DBDB-CF91-E53B20D27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0A14D-B157-D241-1100-0CF13F395C72}"/>
              </a:ext>
            </a:extLst>
          </p:cNvPr>
          <p:cNvSpPr>
            <a:spLocks noGrp="1"/>
          </p:cNvSpPr>
          <p:nvPr>
            <p:ph type="body" idx="1"/>
          </p:nvPr>
        </p:nvSpPr>
        <p:spPr/>
        <p:txBody>
          <a:bodyPr/>
          <a:lstStyle/>
          <a:p>
            <a:r>
              <a:rPr lang="en-US" dirty="0"/>
              <a:t>On the bottom half of the figure I show the MLE two-epoch demographic history inferred from these same simulated SFSs. The x-axis depicts the number of generations, while the y-axis depicts the effective population size at a given time.</a:t>
            </a:r>
          </a:p>
        </p:txBody>
      </p:sp>
      <p:sp>
        <p:nvSpPr>
          <p:cNvPr id="4" name="Slide Number Placeholder 3">
            <a:extLst>
              <a:ext uri="{FF2B5EF4-FFF2-40B4-BE49-F238E27FC236}">
                <a16:creationId xmlns:a16="http://schemas.microsoft.com/office/drawing/2014/main" id="{C6CC4402-537C-865E-5472-ADD702C926EC}"/>
              </a:ext>
            </a:extLst>
          </p:cNvPr>
          <p:cNvSpPr>
            <a:spLocks noGrp="1"/>
          </p:cNvSpPr>
          <p:nvPr>
            <p:ph type="sldNum" sz="quarter" idx="5"/>
          </p:nvPr>
        </p:nvSpPr>
        <p:spPr/>
        <p:txBody>
          <a:bodyPr/>
          <a:lstStyle/>
          <a:p>
            <a:fld id="{599CC9A3-A707-4B34-82D4-E64BA4C5A8D1}" type="slidenum">
              <a:rPr lang="en-US" smtClean="0"/>
              <a:t>18</a:t>
            </a:fld>
            <a:endParaRPr lang="en-US"/>
          </a:p>
        </p:txBody>
      </p:sp>
    </p:spTree>
    <p:extLst>
      <p:ext uri="{BB962C8B-B14F-4D97-AF65-F5344CB8AC3E}">
        <p14:creationId xmlns:p14="http://schemas.microsoft.com/office/powerpoint/2010/main" val="4804462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E92DE-D71B-C60F-37CF-711D7A7AB0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8D5B6-BDE9-2274-37F1-AF6889749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BD0A1-8AAC-A1D8-6A88-540572672DB8}"/>
              </a:ext>
            </a:extLst>
          </p:cNvPr>
          <p:cNvSpPr>
            <a:spLocks noGrp="1"/>
          </p:cNvSpPr>
          <p:nvPr>
            <p:ph type="body" idx="1"/>
          </p:nvPr>
        </p:nvSpPr>
        <p:spPr/>
        <p:txBody>
          <a:bodyPr/>
          <a:lstStyle/>
          <a:p>
            <a:r>
              <a:rPr lang="en-US" dirty="0"/>
              <a:t>To help guide your eye, I have color coded in both figures, the contractions (at n=20, n=90) as purple and the expansions (n=100, n=700) as green. The red demography plot shows the true simulated demographic history.</a:t>
            </a:r>
          </a:p>
        </p:txBody>
      </p:sp>
      <p:sp>
        <p:nvSpPr>
          <p:cNvPr id="4" name="Slide Number Placeholder 3">
            <a:extLst>
              <a:ext uri="{FF2B5EF4-FFF2-40B4-BE49-F238E27FC236}">
                <a16:creationId xmlns:a16="http://schemas.microsoft.com/office/drawing/2014/main" id="{99D09D03-CE97-2B9D-A303-B39AB5A79166}"/>
              </a:ext>
            </a:extLst>
          </p:cNvPr>
          <p:cNvSpPr>
            <a:spLocks noGrp="1"/>
          </p:cNvSpPr>
          <p:nvPr>
            <p:ph type="sldNum" sz="quarter" idx="5"/>
          </p:nvPr>
        </p:nvSpPr>
        <p:spPr/>
        <p:txBody>
          <a:bodyPr/>
          <a:lstStyle/>
          <a:p>
            <a:fld id="{599CC9A3-A707-4B34-82D4-E64BA4C5A8D1}" type="slidenum">
              <a:rPr lang="en-US" smtClean="0"/>
              <a:t>19</a:t>
            </a:fld>
            <a:endParaRPr lang="en-US"/>
          </a:p>
        </p:txBody>
      </p:sp>
    </p:spTree>
    <p:extLst>
      <p:ext uri="{BB962C8B-B14F-4D97-AF65-F5344CB8AC3E}">
        <p14:creationId xmlns:p14="http://schemas.microsoft.com/office/powerpoint/2010/main" val="16916490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1BCA7-D879-E1AD-88D7-684E64C95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ED2C3-A7F7-8F2C-8671-1D9C524D1B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801D2-5F0E-27EA-0A57-9736F2EC34B9}"/>
              </a:ext>
            </a:extLst>
          </p:cNvPr>
          <p:cNvSpPr>
            <a:spLocks noGrp="1"/>
          </p:cNvSpPr>
          <p:nvPr>
            <p:ph type="body" idx="1"/>
          </p:nvPr>
        </p:nvSpPr>
        <p:spPr/>
        <p:txBody>
          <a:bodyPr/>
          <a:lstStyle/>
          <a:p>
            <a:r>
              <a:rPr lang="en-US" dirty="0"/>
              <a:t>As we saw before, at smaller sample sizes, we infer an ancient population contraction, consistent with the simulated ancient contraction, while at larger sample sizes were instead infer a recent population expansion, consistent with the simulated recent expansion. One thing of interest to me is that our simulation sampling scheme was in increments of 10 individuals; however the change in inferred evolutionary history from 90 individuals to 100 individuals is quite drastic, even though visually their SFSs aren’t that different.</a:t>
            </a:r>
          </a:p>
        </p:txBody>
      </p:sp>
      <p:sp>
        <p:nvSpPr>
          <p:cNvPr id="4" name="Slide Number Placeholder 3">
            <a:extLst>
              <a:ext uri="{FF2B5EF4-FFF2-40B4-BE49-F238E27FC236}">
                <a16:creationId xmlns:a16="http://schemas.microsoft.com/office/drawing/2014/main" id="{3F1CD529-9827-082D-4885-DE80E40F4942}"/>
              </a:ext>
            </a:extLst>
          </p:cNvPr>
          <p:cNvSpPr>
            <a:spLocks noGrp="1"/>
          </p:cNvSpPr>
          <p:nvPr>
            <p:ph type="sldNum" sz="quarter" idx="5"/>
          </p:nvPr>
        </p:nvSpPr>
        <p:spPr/>
        <p:txBody>
          <a:bodyPr/>
          <a:lstStyle/>
          <a:p>
            <a:fld id="{599CC9A3-A707-4B34-82D4-E64BA4C5A8D1}" type="slidenum">
              <a:rPr lang="en-US" smtClean="0"/>
              <a:t>20</a:t>
            </a:fld>
            <a:endParaRPr lang="en-US"/>
          </a:p>
        </p:txBody>
      </p:sp>
    </p:spTree>
    <p:extLst>
      <p:ext uri="{BB962C8B-B14F-4D97-AF65-F5344CB8AC3E}">
        <p14:creationId xmlns:p14="http://schemas.microsoft.com/office/powerpoint/2010/main" val="4015793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sought to investigate further as to how and why this phenomenon of changing evolutionary signal arose based on the number of individuals. To do so, we considered the coalescent tree and its properties.</a:t>
            </a:r>
          </a:p>
        </p:txBody>
      </p:sp>
      <p:sp>
        <p:nvSpPr>
          <p:cNvPr id="4" name="Slide Number Placeholder 3"/>
          <p:cNvSpPr>
            <a:spLocks noGrp="1"/>
          </p:cNvSpPr>
          <p:nvPr>
            <p:ph type="sldNum" sz="quarter" idx="5"/>
          </p:nvPr>
        </p:nvSpPr>
        <p:spPr/>
        <p:txBody>
          <a:bodyPr/>
          <a:lstStyle/>
          <a:p>
            <a:fld id="{599CC9A3-A707-4B34-82D4-E64BA4C5A8D1}" type="slidenum">
              <a:rPr lang="en-US" smtClean="0"/>
              <a:t>21</a:t>
            </a:fld>
            <a:endParaRPr lang="en-US"/>
          </a:p>
        </p:txBody>
      </p:sp>
    </p:spTree>
    <p:extLst>
      <p:ext uri="{BB962C8B-B14F-4D97-AF65-F5344CB8AC3E}">
        <p14:creationId xmlns:p14="http://schemas.microsoft.com/office/powerpoint/2010/main" val="15930642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E57D-8DB6-FCF1-B623-DCBE24442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FF62C-B171-95DA-66E8-7E3F551E6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EB49-09EB-88A7-19B6-55660A61C350}"/>
              </a:ext>
            </a:extLst>
          </p:cNvPr>
          <p:cNvSpPr>
            <a:spLocks noGrp="1"/>
          </p:cNvSpPr>
          <p:nvPr>
            <p:ph type="body" idx="1"/>
          </p:nvPr>
        </p:nvSpPr>
        <p:spPr/>
        <p:txBody>
          <a:bodyPr/>
          <a:lstStyle/>
          <a:p>
            <a:r>
              <a:rPr lang="en-US" dirty="0"/>
              <a:t>Quite nicely, because we used, </a:t>
            </a:r>
            <a:r>
              <a:rPr lang="en-US" dirty="0" err="1"/>
              <a:t>MSPrime</a:t>
            </a:r>
            <a:r>
              <a:rPr lang="en-US" dirty="0"/>
              <a:t>, which is a coalescent-based simulator, we knew the ground-truth of our simulated history and calculated the proportion of branch length per epoch. To help with interpretation, I’ve provided a schematic for the simulated three-epoch demographic scenario on the right, color coded and labeled by epoch.</a:t>
            </a:r>
          </a:p>
          <a:p>
            <a:endParaRPr lang="en-US" dirty="0"/>
          </a:p>
          <a:p>
            <a:endParaRPr lang="en-US" dirty="0"/>
          </a:p>
        </p:txBody>
      </p:sp>
      <p:sp>
        <p:nvSpPr>
          <p:cNvPr id="4" name="Slide Number Placeholder 3">
            <a:extLst>
              <a:ext uri="{FF2B5EF4-FFF2-40B4-BE49-F238E27FC236}">
                <a16:creationId xmlns:a16="http://schemas.microsoft.com/office/drawing/2014/main" id="{595D411A-9FA9-B413-552B-E0B055E78E77}"/>
              </a:ext>
            </a:extLst>
          </p:cNvPr>
          <p:cNvSpPr>
            <a:spLocks noGrp="1"/>
          </p:cNvSpPr>
          <p:nvPr>
            <p:ph type="sldNum" sz="quarter" idx="5"/>
          </p:nvPr>
        </p:nvSpPr>
        <p:spPr/>
        <p:txBody>
          <a:bodyPr/>
          <a:lstStyle/>
          <a:p>
            <a:fld id="{599CC9A3-A707-4B34-82D4-E64BA4C5A8D1}" type="slidenum">
              <a:rPr lang="en-US" smtClean="0"/>
              <a:t>22</a:t>
            </a:fld>
            <a:endParaRPr lang="en-US"/>
          </a:p>
        </p:txBody>
      </p:sp>
    </p:spTree>
    <p:extLst>
      <p:ext uri="{BB962C8B-B14F-4D97-AF65-F5344CB8AC3E}">
        <p14:creationId xmlns:p14="http://schemas.microsoft.com/office/powerpoint/2010/main" val="2366492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2F71-2C46-8FC1-3522-DF626CA96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396B3-005E-6B68-F965-DB7CE05F4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5F71F-301D-FD13-C2FA-6A0F9495CC25}"/>
              </a:ext>
            </a:extLst>
          </p:cNvPr>
          <p:cNvSpPr>
            <a:spLocks noGrp="1"/>
          </p:cNvSpPr>
          <p:nvPr>
            <p:ph type="body" idx="1"/>
          </p:nvPr>
        </p:nvSpPr>
        <p:spPr/>
        <p:txBody>
          <a:bodyPr/>
          <a:lstStyle/>
          <a:p>
            <a:r>
              <a:rPr lang="en-US" dirty="0"/>
              <a:t>Data points which are solid and filled in indicate the samples from which a two-epoch demographic model inferred a population contraction, while hollow points indicate a population expansion.</a:t>
            </a:r>
          </a:p>
        </p:txBody>
      </p:sp>
      <p:sp>
        <p:nvSpPr>
          <p:cNvPr id="4" name="Slide Number Placeholder 3">
            <a:extLst>
              <a:ext uri="{FF2B5EF4-FFF2-40B4-BE49-F238E27FC236}">
                <a16:creationId xmlns:a16="http://schemas.microsoft.com/office/drawing/2014/main" id="{BA1EADFA-4DF3-99FC-FC1D-7E780815D2AC}"/>
              </a:ext>
            </a:extLst>
          </p:cNvPr>
          <p:cNvSpPr>
            <a:spLocks noGrp="1"/>
          </p:cNvSpPr>
          <p:nvPr>
            <p:ph type="sldNum" sz="quarter" idx="5"/>
          </p:nvPr>
        </p:nvSpPr>
        <p:spPr/>
        <p:txBody>
          <a:bodyPr/>
          <a:lstStyle/>
          <a:p>
            <a:fld id="{599CC9A3-A707-4B34-82D4-E64BA4C5A8D1}" type="slidenum">
              <a:rPr lang="en-US" smtClean="0"/>
              <a:t>23</a:t>
            </a:fld>
            <a:endParaRPr lang="en-US"/>
          </a:p>
        </p:txBody>
      </p:sp>
    </p:spTree>
    <p:extLst>
      <p:ext uri="{BB962C8B-B14F-4D97-AF65-F5344CB8AC3E}">
        <p14:creationId xmlns:p14="http://schemas.microsoft.com/office/powerpoint/2010/main" val="2067574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ABE5-3BD6-62E2-ACB4-3C2CCC26A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DE14C-21B6-2E70-AFA8-D32DFA75D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CC5F7-0575-8602-EFCB-3009C1A43061}"/>
              </a:ext>
            </a:extLst>
          </p:cNvPr>
          <p:cNvSpPr>
            <a:spLocks noGrp="1"/>
          </p:cNvSpPr>
          <p:nvPr>
            <p:ph type="body" idx="1"/>
          </p:nvPr>
        </p:nvSpPr>
        <p:spPr/>
        <p:txBody>
          <a:bodyPr/>
          <a:lstStyle/>
          <a:p>
            <a:r>
              <a:rPr lang="en-US" dirty="0"/>
              <a:t>Additionally, data are color-coded by the ground truth epoch in which the branch proportion fell upon the coalescent tree</a:t>
            </a:r>
          </a:p>
        </p:txBody>
      </p:sp>
      <p:sp>
        <p:nvSpPr>
          <p:cNvPr id="4" name="Slide Number Placeholder 3">
            <a:extLst>
              <a:ext uri="{FF2B5EF4-FFF2-40B4-BE49-F238E27FC236}">
                <a16:creationId xmlns:a16="http://schemas.microsoft.com/office/drawing/2014/main" id="{B5639E59-B44D-CC61-00FF-E9AF302A43C9}"/>
              </a:ext>
            </a:extLst>
          </p:cNvPr>
          <p:cNvSpPr>
            <a:spLocks noGrp="1"/>
          </p:cNvSpPr>
          <p:nvPr>
            <p:ph type="sldNum" sz="quarter" idx="5"/>
          </p:nvPr>
        </p:nvSpPr>
        <p:spPr/>
        <p:txBody>
          <a:bodyPr/>
          <a:lstStyle/>
          <a:p>
            <a:fld id="{599CC9A3-A707-4B34-82D4-E64BA4C5A8D1}" type="slidenum">
              <a:rPr lang="en-US" smtClean="0"/>
              <a:t>24</a:t>
            </a:fld>
            <a:endParaRPr lang="en-US"/>
          </a:p>
        </p:txBody>
      </p:sp>
    </p:spTree>
    <p:extLst>
      <p:ext uri="{BB962C8B-B14F-4D97-AF65-F5344CB8AC3E}">
        <p14:creationId xmlns:p14="http://schemas.microsoft.com/office/powerpoint/2010/main" val="3660836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ADB5-7F43-AFC8-2721-454845C29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F28C0-F498-3A84-B9BA-C9CE0C23E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5C642-4D61-C1E2-3D8E-493DF3F21498}"/>
              </a:ext>
            </a:extLst>
          </p:cNvPr>
          <p:cNvSpPr>
            <a:spLocks noGrp="1"/>
          </p:cNvSpPr>
          <p:nvPr>
            <p:ph type="body" idx="1"/>
          </p:nvPr>
        </p:nvSpPr>
        <p:spPr/>
        <p:txBody>
          <a:bodyPr/>
          <a:lstStyle/>
          <a:p>
            <a:r>
              <a:rPr lang="en-US" dirty="0"/>
              <a:t>Of extreme interest, we found that the </a:t>
            </a:r>
            <a:r>
              <a:rPr lang="en-US" sz="1200" b="0" i="0" u="none" strike="noStrike" kern="1200" dirty="0">
                <a:solidFill>
                  <a:schemeClr val="tx1"/>
                </a:solidFill>
                <a:effectLst/>
                <a:latin typeface="+mn-lt"/>
                <a:ea typeface="+mn-ea"/>
                <a:cs typeface="+mn-cs"/>
              </a:rPr>
              <a:t>highest mean proportion of branch lengths corresponded to the epoch whose evolutionary signal was captured by the two-epoch model. As an example, here when the teal data points overtake the orange data points is when the inferred evolutionary signal changes from an ancient bottleneck to a recent expansion.</a:t>
            </a:r>
            <a:endParaRPr lang="en-US" dirty="0"/>
          </a:p>
        </p:txBody>
      </p:sp>
      <p:sp>
        <p:nvSpPr>
          <p:cNvPr id="4" name="Slide Number Placeholder 3">
            <a:extLst>
              <a:ext uri="{FF2B5EF4-FFF2-40B4-BE49-F238E27FC236}">
                <a16:creationId xmlns:a16="http://schemas.microsoft.com/office/drawing/2014/main" id="{4F1D98E3-6F80-0CEC-C3BD-85FF91A2AE01}"/>
              </a:ext>
            </a:extLst>
          </p:cNvPr>
          <p:cNvSpPr>
            <a:spLocks noGrp="1"/>
          </p:cNvSpPr>
          <p:nvPr>
            <p:ph type="sldNum" sz="quarter" idx="5"/>
          </p:nvPr>
        </p:nvSpPr>
        <p:spPr/>
        <p:txBody>
          <a:bodyPr/>
          <a:lstStyle/>
          <a:p>
            <a:fld id="{599CC9A3-A707-4B34-82D4-E64BA4C5A8D1}" type="slidenum">
              <a:rPr lang="en-US" smtClean="0"/>
              <a:t>25</a:t>
            </a:fld>
            <a:endParaRPr lang="en-US"/>
          </a:p>
        </p:txBody>
      </p:sp>
    </p:spTree>
    <p:extLst>
      <p:ext uri="{BB962C8B-B14F-4D97-AF65-F5344CB8AC3E}">
        <p14:creationId xmlns:p14="http://schemas.microsoft.com/office/powerpoint/2010/main" val="2132918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with what little time I have left, I just want to share that we did in fact also apply this analysis to empirical human data, shown here on the right in blue, finding similarly that data sets with fewer individuals infer an ancient contraction while data sets with more individuals infer a recent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26</a:t>
            </a:fld>
            <a:endParaRPr lang="en-US"/>
          </a:p>
        </p:txBody>
      </p:sp>
    </p:spTree>
    <p:extLst>
      <p:ext uri="{BB962C8B-B14F-4D97-AF65-F5344CB8AC3E}">
        <p14:creationId xmlns:p14="http://schemas.microsoft.com/office/powerpoint/2010/main" val="1890164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my work, population genetics inference is sensitive to the number of individuals in the data set.</a:t>
            </a:r>
          </a:p>
          <a:p>
            <a:r>
              <a:rPr lang="en-US" dirty="0"/>
              <a:t>We suspect, and are testing, that the dominant evolutionary signal in a two-epoch model is determined by the epoch with the highest proportion of coalescent branch lengths</a:t>
            </a:r>
          </a:p>
          <a:p>
            <a:r>
              <a:rPr lang="en-US" dirty="0"/>
              <a:t>And lastly, this work has important implications for future population genetics studies which similarly infer demography – analyzing data sets of different sample sizes may yield complementary insights into evolutionary history.</a:t>
            </a:r>
          </a:p>
        </p:txBody>
      </p:sp>
      <p:sp>
        <p:nvSpPr>
          <p:cNvPr id="4" name="Slide Number Placeholder 3"/>
          <p:cNvSpPr>
            <a:spLocks noGrp="1"/>
          </p:cNvSpPr>
          <p:nvPr>
            <p:ph type="sldNum" sz="quarter" idx="5"/>
          </p:nvPr>
        </p:nvSpPr>
        <p:spPr/>
        <p:txBody>
          <a:bodyPr/>
          <a:lstStyle/>
          <a:p>
            <a:fld id="{599CC9A3-A707-4B34-82D4-E64BA4C5A8D1}" type="slidenum">
              <a:rPr lang="en-US" smtClean="0"/>
              <a:t>27</a:t>
            </a:fld>
            <a:endParaRPr lang="en-US"/>
          </a:p>
        </p:txBody>
      </p:sp>
    </p:spTree>
    <p:extLst>
      <p:ext uri="{BB962C8B-B14F-4D97-AF65-F5344CB8AC3E}">
        <p14:creationId xmlns:p14="http://schemas.microsoft.com/office/powerpoint/2010/main" val="788477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CD6B1-607D-6293-0592-C74213376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0F351-0649-D6D2-0A27-A8AF59BE7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87BAD-DC76-9D76-8D73-C452BA63FE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D0F42-ABB4-1EC3-5F23-6308625B9FCF}"/>
              </a:ext>
            </a:extLst>
          </p:cNvPr>
          <p:cNvSpPr>
            <a:spLocks noGrp="1"/>
          </p:cNvSpPr>
          <p:nvPr>
            <p:ph type="sldNum" sz="quarter" idx="5"/>
          </p:nvPr>
        </p:nvSpPr>
        <p:spPr/>
        <p:txBody>
          <a:bodyPr/>
          <a:lstStyle/>
          <a:p>
            <a:fld id="{599CC9A3-A707-4B34-82D4-E64BA4C5A8D1}" type="slidenum">
              <a:rPr lang="en-US" smtClean="0"/>
              <a:t>28</a:t>
            </a:fld>
            <a:endParaRPr lang="en-US"/>
          </a:p>
        </p:txBody>
      </p:sp>
    </p:spTree>
    <p:extLst>
      <p:ext uri="{BB962C8B-B14F-4D97-AF65-F5344CB8AC3E}">
        <p14:creationId xmlns:p14="http://schemas.microsoft.com/office/powerpoint/2010/main" val="23201728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1F5A7-DD2B-D60D-8159-4EB1C8188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8D0F8-13A9-7A31-8AE0-BDCB10952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1ABA7-6771-A41D-AAEF-C1ACD65482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492BB2-0412-06E5-9E5A-99D5ED5A4A62}"/>
              </a:ext>
            </a:extLst>
          </p:cNvPr>
          <p:cNvSpPr>
            <a:spLocks noGrp="1"/>
          </p:cNvSpPr>
          <p:nvPr>
            <p:ph type="sldNum" sz="quarter" idx="5"/>
          </p:nvPr>
        </p:nvSpPr>
        <p:spPr/>
        <p:txBody>
          <a:bodyPr/>
          <a:lstStyle/>
          <a:p>
            <a:fld id="{599CC9A3-A707-4B34-82D4-E64BA4C5A8D1}" type="slidenum">
              <a:rPr lang="en-US" smtClean="0"/>
              <a:t>29</a:t>
            </a:fld>
            <a:endParaRPr lang="en-US"/>
          </a:p>
        </p:txBody>
      </p:sp>
    </p:spTree>
    <p:extLst>
      <p:ext uri="{BB962C8B-B14F-4D97-AF65-F5344CB8AC3E}">
        <p14:creationId xmlns:p14="http://schemas.microsoft.com/office/powerpoint/2010/main" val="402096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0777-0AB4-C914-D562-FE424ABF9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FBEF0-8699-BFE1-F423-21739ED0C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65208-6178-4B5F-8AAD-7D0DEB5AA7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918D0F-16BB-DCE6-B5F0-92264C0E6222}"/>
              </a:ext>
            </a:extLst>
          </p:cNvPr>
          <p:cNvSpPr>
            <a:spLocks noGrp="1"/>
          </p:cNvSpPr>
          <p:nvPr>
            <p:ph type="sldNum" sz="quarter" idx="5"/>
          </p:nvPr>
        </p:nvSpPr>
        <p:spPr/>
        <p:txBody>
          <a:bodyPr/>
          <a:lstStyle/>
          <a:p>
            <a:fld id="{599CC9A3-A707-4B34-82D4-E64BA4C5A8D1}" type="slidenum">
              <a:rPr lang="en-US" smtClean="0"/>
              <a:t>30</a:t>
            </a:fld>
            <a:endParaRPr lang="en-US"/>
          </a:p>
        </p:txBody>
      </p:sp>
    </p:spTree>
    <p:extLst>
      <p:ext uri="{BB962C8B-B14F-4D97-AF65-F5344CB8AC3E}">
        <p14:creationId xmlns:p14="http://schemas.microsoft.com/office/powerpoint/2010/main" val="1615565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705-2123-D97D-A625-222C8D055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D3BF4-8FD4-21E0-6153-E90062BC1D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7841E-7F19-6317-53C8-C73D668C0A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CA5DAF-473E-0CF1-0C81-4951D79B4A9E}"/>
              </a:ext>
            </a:extLst>
          </p:cNvPr>
          <p:cNvSpPr>
            <a:spLocks noGrp="1"/>
          </p:cNvSpPr>
          <p:nvPr>
            <p:ph type="sldNum" sz="quarter" idx="5"/>
          </p:nvPr>
        </p:nvSpPr>
        <p:spPr/>
        <p:txBody>
          <a:bodyPr/>
          <a:lstStyle/>
          <a:p>
            <a:fld id="{599CC9A3-A707-4B34-82D4-E64BA4C5A8D1}" type="slidenum">
              <a:rPr lang="en-US" smtClean="0"/>
              <a:t>31</a:t>
            </a:fld>
            <a:endParaRPr lang="en-US"/>
          </a:p>
        </p:txBody>
      </p:sp>
    </p:spTree>
    <p:extLst>
      <p:ext uri="{BB962C8B-B14F-4D97-AF65-F5344CB8AC3E}">
        <p14:creationId xmlns:p14="http://schemas.microsoft.com/office/powerpoint/2010/main" val="6547951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A70C9-7C5E-9D96-BB00-C9BB91051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79986-2937-BB50-94C2-72F664D2D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4A910-F48B-6B5F-6D2C-7380B1CA6742}"/>
              </a:ext>
            </a:extLst>
          </p:cNvPr>
          <p:cNvSpPr>
            <a:spLocks noGrp="1"/>
          </p:cNvSpPr>
          <p:nvPr>
            <p:ph type="body" idx="1"/>
          </p:nvPr>
        </p:nvSpPr>
        <p:spPr/>
        <p:txBody>
          <a:bodyPr/>
          <a:lstStyle/>
          <a:p>
            <a:r>
              <a:rPr lang="en-US" dirty="0"/>
              <a:t>In my second chapter I’ll be investigating how the number of individuals in a data set can influence the evolutionary stories that we infer from population genetic data.</a:t>
            </a:r>
          </a:p>
          <a:p>
            <a:endParaRPr lang="en-US" dirty="0"/>
          </a:p>
          <a:p>
            <a:r>
              <a:rPr lang="en-US" dirty="0"/>
              <a:t>As a quick note, we do have a first draft of the manuscript, I’ve gotten comments from Kirk that I’m working on addressing, and we’re wrapping up some final </a:t>
            </a:r>
            <a:r>
              <a:rPr lang="en-US" dirty="0" err="1"/>
              <a:t>final</a:t>
            </a:r>
            <a:r>
              <a:rPr lang="en-US" dirty="0"/>
              <a:t> analysis which I’ll get into greater detail later.</a:t>
            </a:r>
          </a:p>
        </p:txBody>
      </p:sp>
      <p:sp>
        <p:nvSpPr>
          <p:cNvPr id="4" name="Slide Number Placeholder 3">
            <a:extLst>
              <a:ext uri="{FF2B5EF4-FFF2-40B4-BE49-F238E27FC236}">
                <a16:creationId xmlns:a16="http://schemas.microsoft.com/office/drawing/2014/main" id="{A939B7D9-BE4D-548C-F161-AA90F359AAEE}"/>
              </a:ext>
            </a:extLst>
          </p:cNvPr>
          <p:cNvSpPr>
            <a:spLocks noGrp="1"/>
          </p:cNvSpPr>
          <p:nvPr>
            <p:ph type="sldNum" sz="quarter" idx="5"/>
          </p:nvPr>
        </p:nvSpPr>
        <p:spPr/>
        <p:txBody>
          <a:bodyPr/>
          <a:lstStyle/>
          <a:p>
            <a:fld id="{599CC9A3-A707-4B34-82D4-E64BA4C5A8D1}" type="slidenum">
              <a:rPr lang="en-US" smtClean="0"/>
              <a:t>32</a:t>
            </a:fld>
            <a:endParaRPr lang="en-US"/>
          </a:p>
        </p:txBody>
      </p:sp>
    </p:spTree>
    <p:extLst>
      <p:ext uri="{BB962C8B-B14F-4D97-AF65-F5344CB8AC3E}">
        <p14:creationId xmlns:p14="http://schemas.microsoft.com/office/powerpoint/2010/main" val="1636792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43479" y="1981200"/>
            <a:ext cx="8117840" cy="467360"/>
          </a:xfrm>
          <a:prstGeom prst="rect">
            <a:avLst/>
          </a:prstGeom>
        </p:spPr>
        <p:txBody>
          <a:bodyPr wrap="square" lIns="0" tIns="0" rIns="0" bIns="0">
            <a:spAutoFit/>
          </a:bodyPr>
          <a:lstStyle>
            <a:lvl1pPr>
              <a:defRPr sz="2900" b="1" i="0">
                <a:solidFill>
                  <a:schemeClr val="tx1"/>
                </a:solidFill>
                <a:latin typeface="Arial"/>
                <a:cs typeface="Aria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63550" y="965200"/>
            <a:ext cx="12077700" cy="726439"/>
          </a:xfrm>
          <a:prstGeom prst="rect">
            <a:avLst/>
          </a:prstGeom>
        </p:spPr>
        <p:txBody>
          <a:bodyPr wrap="square" lIns="0" tIns="0" rIns="0" bIns="0">
            <a:spAutoFit/>
          </a:bodyPr>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a:xfrm>
            <a:off x="825500" y="2889468"/>
            <a:ext cx="11353800" cy="46977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601210" y="7206902"/>
            <a:ext cx="4187190" cy="474489"/>
          </a:xfrm>
          <a:prstGeom prst="rect">
            <a:avLst/>
          </a:prstGeom>
        </p:spPr>
        <p:txBody>
          <a:bodyPr vert="horz" wrap="square" lIns="0" tIns="12700" rIns="0" bIns="0" rtlCol="0">
            <a:spAutoFit/>
          </a:bodyPr>
          <a:lstStyle/>
          <a:p>
            <a:pPr marL="12700">
              <a:lnSpc>
                <a:spcPct val="100000"/>
              </a:lnSpc>
              <a:spcBef>
                <a:spcPts val="100"/>
              </a:spcBef>
            </a:pPr>
            <a:r>
              <a:rPr lang="en-US" sz="3000" spc="-5" dirty="0">
                <a:solidFill>
                  <a:srgbClr val="929292"/>
                </a:solidFill>
                <a:latin typeface="Yu Gothic" panose="020B0400000000000000" pitchFamily="34" charset="-128"/>
                <a:ea typeface="Yu Gothic" panose="020B0400000000000000" pitchFamily="34" charset="-128"/>
                <a:cs typeface="Arial"/>
              </a:rPr>
              <a:t>November 20</a:t>
            </a:r>
            <a:r>
              <a:rPr lang="en-US" sz="3000" spc="-5" baseline="30000" dirty="0">
                <a:solidFill>
                  <a:srgbClr val="929292"/>
                </a:solidFill>
                <a:latin typeface="Yu Gothic" panose="020B0400000000000000" pitchFamily="34" charset="-128"/>
                <a:ea typeface="Yu Gothic" panose="020B0400000000000000" pitchFamily="34" charset="-128"/>
                <a:cs typeface="Arial"/>
              </a:rPr>
              <a:t>th</a:t>
            </a:r>
            <a:r>
              <a:rPr lang="en-US" sz="3000" spc="-5" dirty="0">
                <a:solidFill>
                  <a:srgbClr val="929292"/>
                </a:solidFill>
                <a:latin typeface="Yu Gothic" panose="020B0400000000000000" pitchFamily="34" charset="-128"/>
                <a:ea typeface="Yu Gothic" panose="020B0400000000000000" pitchFamily="34" charset="-128"/>
                <a:cs typeface="Arial"/>
              </a:rPr>
              <a:t>, 2025</a:t>
            </a:r>
            <a:endParaRPr lang="en-US" sz="3000" spc="-5" baseline="30000" dirty="0">
              <a:solidFill>
                <a:srgbClr val="929292"/>
              </a:solidFill>
              <a:latin typeface="Yu Gothic" panose="020B0400000000000000" pitchFamily="34" charset="-128"/>
              <a:ea typeface="Yu Gothic" panose="020B0400000000000000" pitchFamily="34" charset="-128"/>
              <a:cs typeface="Arial"/>
            </a:endParaRPr>
          </a:p>
        </p:txBody>
      </p:sp>
      <p:sp>
        <p:nvSpPr>
          <p:cNvPr id="7" name="object 7"/>
          <p:cNvSpPr/>
          <p:nvPr/>
        </p:nvSpPr>
        <p:spPr>
          <a:xfrm>
            <a:off x="0" y="9078486"/>
            <a:ext cx="864887" cy="602562"/>
          </a:xfrm>
          <a:prstGeom prst="rect">
            <a:avLst/>
          </a:prstGeom>
          <a:blipFill>
            <a:blip r:embed="rId3" cstate="print"/>
            <a:stretch>
              <a:fillRect/>
            </a:stretch>
          </a:blipFill>
        </p:spPr>
        <p:txBody>
          <a:bodyPr wrap="square" lIns="0" tIns="0" rIns="0" bIns="0" rtlCol="0"/>
          <a:lstStyle/>
          <a:p>
            <a:endParaRPr dirty="0"/>
          </a:p>
        </p:txBody>
      </p:sp>
      <p:sp>
        <p:nvSpPr>
          <p:cNvPr id="8" name="object 8"/>
          <p:cNvSpPr txBox="1"/>
          <p:nvPr/>
        </p:nvSpPr>
        <p:spPr>
          <a:xfrm>
            <a:off x="749300" y="8636000"/>
            <a:ext cx="3070860" cy="901700"/>
          </a:xfrm>
          <a:prstGeom prst="rect">
            <a:avLst/>
          </a:prstGeom>
        </p:spPr>
        <p:txBody>
          <a:bodyPr vert="horz" wrap="square" lIns="0" tIns="12700" rIns="0" bIns="0" rtlCol="0">
            <a:spAutoFit/>
          </a:bodyPr>
          <a:lstStyle/>
          <a:p>
            <a:pPr marL="12700">
              <a:lnSpc>
                <a:spcPct val="100000"/>
              </a:lnSpc>
              <a:spcBef>
                <a:spcPts val="100"/>
              </a:spcBef>
            </a:pPr>
            <a:r>
              <a:rPr sz="2200" spc="-35" dirty="0">
                <a:latin typeface="Arial"/>
                <a:cs typeface="Arial"/>
              </a:rPr>
              <a:t>@</a:t>
            </a:r>
            <a:r>
              <a:rPr lang="en-US" sz="2200" spc="-35" dirty="0">
                <a:latin typeface="Arial"/>
                <a:cs typeface="Arial"/>
              </a:rPr>
              <a:t>jonmah_compbio</a:t>
            </a:r>
            <a:endParaRPr sz="2200" dirty="0">
              <a:latin typeface="Arial"/>
              <a:cs typeface="Arial"/>
            </a:endParaRPr>
          </a:p>
          <a:p>
            <a:pPr marL="12700">
              <a:lnSpc>
                <a:spcPct val="100000"/>
              </a:lnSpc>
              <a:spcBef>
                <a:spcPts val="1860"/>
              </a:spcBef>
            </a:pPr>
            <a:r>
              <a:rPr lang="en-US" sz="2000" spc="-15" dirty="0">
                <a:latin typeface="Arial"/>
                <a:cs typeface="Arial"/>
              </a:rPr>
              <a:t>jonmah@g.ucla.edu</a:t>
            </a:r>
            <a:endParaRPr sz="2000" dirty="0">
              <a:latin typeface="Arial"/>
              <a:cs typeface="Arial"/>
            </a:endParaRPr>
          </a:p>
        </p:txBody>
      </p:sp>
      <p:sp>
        <p:nvSpPr>
          <p:cNvPr id="10" name="Title 9">
            <a:extLst>
              <a:ext uri="{FF2B5EF4-FFF2-40B4-BE49-F238E27FC236}">
                <a16:creationId xmlns:a16="http://schemas.microsoft.com/office/drawing/2014/main" id="{AD6DB52D-17F9-4306-A1FC-B865C5238BD0}"/>
              </a:ext>
            </a:extLst>
          </p:cNvPr>
          <p:cNvSpPr>
            <a:spLocks noGrp="1"/>
          </p:cNvSpPr>
          <p:nvPr>
            <p:ph type="title"/>
          </p:nvPr>
        </p:nvSpPr>
        <p:spPr>
          <a:xfrm>
            <a:off x="463550" y="3962400"/>
            <a:ext cx="12077700" cy="2123658"/>
          </a:xfrm>
        </p:spPr>
        <p:txBody>
          <a:bodyPr/>
          <a:lstStyle/>
          <a:p>
            <a:pPr algn="ctr"/>
            <a:r>
              <a:rPr lang="en-US" dirty="0">
                <a:latin typeface="Yu Gothic" panose="020B0400000000000000" pitchFamily="34" charset="-128"/>
                <a:ea typeface="Yu Gothic" panose="020B0400000000000000" pitchFamily="34" charset="-128"/>
                <a:cs typeface="Arial" panose="020B0604020202020204" pitchFamily="34" charset="0"/>
              </a:rPr>
              <a:t>Statistical methods for inference of demography and selection within and across species</a:t>
            </a:r>
          </a:p>
        </p:txBody>
      </p:sp>
      <p:sp>
        <p:nvSpPr>
          <p:cNvPr id="11" name="TextBox 10">
            <a:extLst>
              <a:ext uri="{FF2B5EF4-FFF2-40B4-BE49-F238E27FC236}">
                <a16:creationId xmlns:a16="http://schemas.microsoft.com/office/drawing/2014/main" id="{B48B4FF3-A434-4072-B1FF-5978C4B2E3EE}"/>
              </a:ext>
            </a:extLst>
          </p:cNvPr>
          <p:cNvSpPr txBox="1"/>
          <p:nvPr/>
        </p:nvSpPr>
        <p:spPr>
          <a:xfrm>
            <a:off x="3780352" y="6129684"/>
            <a:ext cx="5444119" cy="1077218"/>
          </a:xfrm>
          <a:prstGeom prst="rect">
            <a:avLst/>
          </a:prstGeom>
          <a:noFill/>
        </p:spPr>
        <p:txBody>
          <a:bodyPr wrap="none" rtlCol="0">
            <a:spAutoFit/>
          </a:bodyPr>
          <a:lstStyle/>
          <a:p>
            <a:pPr algn="ctr"/>
            <a:r>
              <a:rPr lang="en-US" sz="3200" b="1" dirty="0">
                <a:latin typeface="Yu Gothic" panose="020B0400000000000000" pitchFamily="34" charset="-128"/>
                <a:ea typeface="Yu Gothic" panose="020B0400000000000000" pitchFamily="34" charset="-128"/>
                <a:cs typeface="Arial" panose="020B0604020202020204" pitchFamily="34" charset="0"/>
              </a:rPr>
              <a:t>Jonathan Mah</a:t>
            </a:r>
          </a:p>
          <a:p>
            <a:pPr algn="ctr"/>
            <a:r>
              <a:rPr lang="en-US" sz="3200" dirty="0">
                <a:latin typeface="Yu Gothic" panose="020B0400000000000000" pitchFamily="34" charset="-128"/>
                <a:ea typeface="Yu Gothic" panose="020B0400000000000000" pitchFamily="34" charset="-128"/>
                <a:cs typeface="Arial" panose="020B0604020202020204" pitchFamily="34" charset="0"/>
              </a:rPr>
              <a:t>Lohmueller and Garud Labs</a:t>
            </a:r>
          </a:p>
        </p:txBody>
      </p:sp>
      <p:pic>
        <p:nvPicPr>
          <p:cNvPr id="14" name="Picture 13">
            <a:extLst>
              <a:ext uri="{FF2B5EF4-FFF2-40B4-BE49-F238E27FC236}">
                <a16:creationId xmlns:a16="http://schemas.microsoft.com/office/drawing/2014/main" id="{FD5B8C46-7892-4332-A912-BB42DBE8689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543" t="2183" r="14988" b="11079"/>
          <a:stretch/>
        </p:blipFill>
        <p:spPr>
          <a:xfrm>
            <a:off x="1265729" y="496006"/>
            <a:ext cx="3962400" cy="3352800"/>
          </a:xfrm>
          <a:prstGeom prst="rect">
            <a:avLst/>
          </a:prstGeom>
          <a:ln w="38100">
            <a:noFill/>
          </a:ln>
        </p:spPr>
      </p:pic>
      <p:pic>
        <p:nvPicPr>
          <p:cNvPr id="1026" name="Picture 2" descr="UCLA Script logo">
            <a:extLst>
              <a:ext uri="{FF2B5EF4-FFF2-40B4-BE49-F238E27FC236}">
                <a16:creationId xmlns:a16="http://schemas.microsoft.com/office/drawing/2014/main" id="{50AB20AC-74B1-4E05-A141-D9EEC5E65B62}"/>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3633" t="23014" r="22461" b="21865"/>
          <a:stretch/>
        </p:blipFill>
        <p:spPr bwMode="auto">
          <a:xfrm>
            <a:off x="5465222" y="205027"/>
            <a:ext cx="1943085" cy="10349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4B711CA-D11E-48FF-B2D9-E567242ECE59}"/>
              </a:ext>
            </a:extLst>
          </p:cNvPr>
          <p:cNvPicPr>
            <a:picLocks noChangeAspect="1"/>
          </p:cNvPicPr>
          <p:nvPr/>
        </p:nvPicPr>
        <p:blipFill>
          <a:blip r:embed="rId6"/>
          <a:stretch>
            <a:fillRect/>
          </a:stretch>
        </p:blipFill>
        <p:spPr>
          <a:xfrm>
            <a:off x="7645400" y="141857"/>
            <a:ext cx="2286000" cy="3703320"/>
          </a:xfrm>
          <a:prstGeom prst="rect">
            <a:avLst/>
          </a:prstGeom>
        </p:spPr>
      </p:pic>
      <p:pic>
        <p:nvPicPr>
          <p:cNvPr id="2" name="Picture 1" descr="A black and white symbol&#10;&#10;Description automatically generated">
            <a:extLst>
              <a:ext uri="{FF2B5EF4-FFF2-40B4-BE49-F238E27FC236}">
                <a16:creationId xmlns:a16="http://schemas.microsoft.com/office/drawing/2014/main" id="{1C74A550-D954-E2EA-D13E-E68BB8DCF71A}"/>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77800" y="8564880"/>
            <a:ext cx="432262"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9">
            <a:extLst>
              <a:ext uri="{FF2B5EF4-FFF2-40B4-BE49-F238E27FC236}">
                <a16:creationId xmlns:a16="http://schemas.microsoft.com/office/drawing/2014/main" id="{2FD9DDC5-F19D-6D12-F708-19EAC3F85254}"/>
              </a:ext>
            </a:extLst>
          </p:cNvPr>
          <p:cNvSpPr txBox="1">
            <a:spLocks/>
          </p:cNvSpPr>
          <p:nvPr/>
        </p:nvSpPr>
        <p:spPr>
          <a:xfrm>
            <a:off x="463550" y="3962400"/>
            <a:ext cx="12077700" cy="707886"/>
          </a:xfrm>
          <a:prstGeom prst="rect">
            <a:avLst/>
          </a:prstGeom>
        </p:spPr>
        <p:txBody>
          <a:bodyPr wrap="square" lIns="0" tIns="0" rIns="0" bIns="0">
            <a:spAutoFit/>
          </a:bodyPr>
          <a:lstStyle>
            <a:lvl1pPr>
              <a:defRPr sz="2900" b="1" i="0">
                <a:solidFill>
                  <a:schemeClr val="tx1"/>
                </a:solidFill>
                <a:latin typeface="Arial"/>
                <a:ea typeface="+mj-ea"/>
                <a:cs typeface="Arial"/>
              </a:defRPr>
            </a:lvl1pPr>
          </a:lstStyle>
          <a:p>
            <a:pPr algn="ctr"/>
            <a:r>
              <a:rPr lang="en-US" sz="4600" kern="0" dirty="0">
                <a:latin typeface="Yu Gothic" panose="020B0400000000000000" pitchFamily="34" charset="-128"/>
                <a:ea typeface="Yu Gothic" panose="020B0400000000000000" pitchFamily="34" charset="-128"/>
                <a:cs typeface="Arial" panose="020B0604020202020204" pitchFamily="34" charset="0"/>
              </a:rPr>
              <a:t>General updates and logistics</a:t>
            </a:r>
          </a:p>
        </p:txBody>
      </p:sp>
    </p:spTree>
    <p:extLst>
      <p:ext uri="{BB962C8B-B14F-4D97-AF65-F5344CB8AC3E}">
        <p14:creationId xmlns:p14="http://schemas.microsoft.com/office/powerpoint/2010/main" val="4159860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6BAB4-57CF-B7EE-E47A-CABE1FD5A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52423-A638-F099-0452-61A94E55C1B1}"/>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I’m funded by the Dissertation Year Award</a:t>
            </a:r>
          </a:p>
        </p:txBody>
      </p:sp>
      <p:pic>
        <p:nvPicPr>
          <p:cNvPr id="5" name="Picture 4">
            <a:extLst>
              <a:ext uri="{FF2B5EF4-FFF2-40B4-BE49-F238E27FC236}">
                <a16:creationId xmlns:a16="http://schemas.microsoft.com/office/drawing/2014/main" id="{C55A5F19-DE63-EB2E-984D-49184B760E0E}"/>
              </a:ext>
            </a:extLst>
          </p:cNvPr>
          <p:cNvPicPr>
            <a:picLocks noChangeAspect="1"/>
          </p:cNvPicPr>
          <p:nvPr/>
        </p:nvPicPr>
        <p:blipFill>
          <a:blip r:embed="rId3"/>
          <a:stretch>
            <a:fillRect/>
          </a:stretch>
        </p:blipFill>
        <p:spPr>
          <a:xfrm>
            <a:off x="701675" y="2514600"/>
            <a:ext cx="11601450" cy="6468786"/>
          </a:xfrm>
          <a:prstGeom prst="rect">
            <a:avLst/>
          </a:prstGeom>
        </p:spPr>
      </p:pic>
      <p:sp>
        <p:nvSpPr>
          <p:cNvPr id="6" name="Rectangle 5">
            <a:extLst>
              <a:ext uri="{FF2B5EF4-FFF2-40B4-BE49-F238E27FC236}">
                <a16:creationId xmlns:a16="http://schemas.microsoft.com/office/drawing/2014/main" id="{9587FB5B-9CCA-C2F6-5321-D87B8BAD8409}"/>
              </a:ext>
            </a:extLst>
          </p:cNvPr>
          <p:cNvSpPr/>
          <p:nvPr/>
        </p:nvSpPr>
        <p:spPr>
          <a:xfrm>
            <a:off x="939800" y="3962400"/>
            <a:ext cx="11252200" cy="15430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1090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CB184-84BF-F388-0258-D4485092B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6BA88-8763-EE97-1336-D599E67782B8}"/>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I’m funded by the Dissertation Year Award</a:t>
            </a:r>
          </a:p>
        </p:txBody>
      </p:sp>
      <p:pic>
        <p:nvPicPr>
          <p:cNvPr id="4" name="Picture 3">
            <a:extLst>
              <a:ext uri="{FF2B5EF4-FFF2-40B4-BE49-F238E27FC236}">
                <a16:creationId xmlns:a16="http://schemas.microsoft.com/office/drawing/2014/main" id="{C9774E57-81A2-3967-D4B2-9C5982579CF1}"/>
              </a:ext>
            </a:extLst>
          </p:cNvPr>
          <p:cNvPicPr>
            <a:picLocks noChangeAspect="1"/>
          </p:cNvPicPr>
          <p:nvPr/>
        </p:nvPicPr>
        <p:blipFill>
          <a:blip r:embed="rId3"/>
          <a:stretch>
            <a:fillRect/>
          </a:stretch>
        </p:blipFill>
        <p:spPr>
          <a:xfrm>
            <a:off x="269962" y="2286000"/>
            <a:ext cx="12464876" cy="7010400"/>
          </a:xfrm>
          <a:prstGeom prst="rect">
            <a:avLst/>
          </a:prstGeom>
        </p:spPr>
      </p:pic>
    </p:spTree>
    <p:extLst>
      <p:ext uri="{BB962C8B-B14F-4D97-AF65-F5344CB8AC3E}">
        <p14:creationId xmlns:p14="http://schemas.microsoft.com/office/powerpoint/2010/main" val="4062623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69602-264E-7255-923F-835588734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7B37C-52ED-873F-AFA5-5364C6DF8BD8}"/>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Thesis chapter overview</a:t>
            </a:r>
          </a:p>
        </p:txBody>
      </p:sp>
      <p:sp>
        <p:nvSpPr>
          <p:cNvPr id="3" name="Text Placeholder 2">
            <a:extLst>
              <a:ext uri="{FF2B5EF4-FFF2-40B4-BE49-F238E27FC236}">
                <a16:creationId xmlns:a16="http://schemas.microsoft.com/office/drawing/2014/main" id="{D3CF7DDC-0562-D736-4A2E-225A746C8434}"/>
              </a:ext>
            </a:extLst>
          </p:cNvPr>
          <p:cNvSpPr>
            <a:spLocks noGrp="1"/>
          </p:cNvSpPr>
          <p:nvPr>
            <p:ph type="body" idx="1"/>
          </p:nvPr>
        </p:nvSpPr>
        <p:spPr>
          <a:xfrm>
            <a:off x="825500" y="2889468"/>
            <a:ext cx="11353800" cy="5909310"/>
          </a:xfrm>
        </p:spPr>
        <p:txBody>
          <a:bodyPr/>
          <a:lstStyle/>
          <a:p>
            <a:pPr marL="514350" indent="-514350">
              <a:buFont typeface="+mj-lt"/>
              <a:buAutoNum type="arabicPeriod"/>
            </a:pPr>
            <a:r>
              <a:rPr lang="en-US" sz="3200" b="1" dirty="0">
                <a:latin typeface="Yu Gothic" panose="020B0400000000000000" pitchFamily="34" charset="-128"/>
                <a:ea typeface="Yu Gothic" panose="020B0400000000000000" pitchFamily="34" charset="-128"/>
              </a:rPr>
              <a:t>What is the population demographic history and distribution of selective effects of human gut commensal bacteria?</a:t>
            </a:r>
            <a:br>
              <a:rPr lang="en-US" sz="3200" dirty="0">
                <a:latin typeface="Yu Gothic" panose="020B0400000000000000" pitchFamily="34" charset="-128"/>
                <a:ea typeface="Yu Gothic" panose="020B0400000000000000" pitchFamily="34" charset="-128"/>
              </a:rPr>
            </a:br>
            <a:br>
              <a:rPr lang="en-US" sz="3200" dirty="0">
                <a:latin typeface="Yu Gothic" panose="020B0400000000000000" pitchFamily="34" charset="-128"/>
                <a:ea typeface="Yu Gothic" panose="020B0400000000000000" pitchFamily="34" charset="-128"/>
              </a:rPr>
            </a:br>
            <a:endParaRPr lang="en-US" sz="3200" dirty="0">
              <a:latin typeface="Yu Gothic" panose="020B0400000000000000" pitchFamily="34" charset="-128"/>
              <a:ea typeface="Yu Gothic" panose="020B0400000000000000" pitchFamily="34" charset="-128"/>
            </a:endParaRPr>
          </a:p>
          <a:p>
            <a:pPr marL="514350" indent="-514350">
              <a:buFont typeface="+mj-lt"/>
              <a:buAutoNum type="arabicPeriod"/>
            </a:pPr>
            <a:r>
              <a:rPr lang="en-US" sz="3200"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br>
              <a:rPr lang="en-US" sz="3200" dirty="0">
                <a:latin typeface="Yu Gothic" panose="020B0400000000000000" pitchFamily="34" charset="-128"/>
                <a:ea typeface="Yu Gothic" panose="020B0400000000000000" pitchFamily="34" charset="-128"/>
                <a:cs typeface="Arial" panose="020B0604020202020204" pitchFamily="34" charset="0"/>
              </a:rPr>
            </a:br>
            <a:br>
              <a:rPr lang="en-US" sz="3200" dirty="0">
                <a:latin typeface="Yu Gothic" panose="020B0400000000000000" pitchFamily="34" charset="-128"/>
                <a:ea typeface="Yu Gothic" panose="020B0400000000000000" pitchFamily="34" charset="-128"/>
                <a:cs typeface="Arial" panose="020B0604020202020204" pitchFamily="34" charset="0"/>
              </a:rPr>
            </a:br>
            <a:endParaRPr lang="en-US" sz="3200" dirty="0">
              <a:latin typeface="Yu Gothic" panose="020B0400000000000000" pitchFamily="34" charset="-128"/>
              <a:ea typeface="Yu Gothic" panose="020B0400000000000000" pitchFamily="34" charset="-128"/>
              <a:cs typeface="Arial" panose="020B0604020202020204" pitchFamily="34" charset="0"/>
            </a:endParaRPr>
          </a:p>
          <a:p>
            <a:pPr marL="514350" indent="-514350">
              <a:buFont typeface="+mj-lt"/>
              <a:buAutoNum type="arabicPeriod"/>
            </a:pPr>
            <a:r>
              <a:rPr lang="en-US" sz="3200" dirty="0">
                <a:latin typeface="Yu Gothic" panose="020B0400000000000000" pitchFamily="34" charset="-128"/>
                <a:ea typeface="Yu Gothic" panose="020B0400000000000000" pitchFamily="34" charset="-128"/>
                <a:cs typeface="Arial" panose="020B0604020202020204" pitchFamily="34" charset="0"/>
              </a:rPr>
              <a:t>How do differences between population genetic datasets affect their distribution of fitness effects?</a:t>
            </a:r>
            <a:endParaRPr lang="en-US" sz="3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951066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BC793-C33E-9EA8-F56C-9D458641E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211CE-FB5E-1069-5E40-0CAD909F5A89}"/>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Thesis chapter 1 is published in </a:t>
            </a:r>
            <a:r>
              <a:rPr lang="en-US" i="1" dirty="0">
                <a:latin typeface="Yu Gothic" panose="020B0400000000000000" pitchFamily="34" charset="-128"/>
                <a:ea typeface="Yu Gothic" panose="020B0400000000000000" pitchFamily="34" charset="-128"/>
              </a:rPr>
              <a:t>Molecular Biology and Evolution</a:t>
            </a:r>
            <a:endParaRPr lang="en-US" dirty="0">
              <a:latin typeface="Yu Gothic" panose="020B0400000000000000" pitchFamily="34" charset="-128"/>
              <a:ea typeface="Yu Gothic" panose="020B0400000000000000" pitchFamily="34" charset="-128"/>
            </a:endParaRPr>
          </a:p>
        </p:txBody>
      </p:sp>
      <p:pic>
        <p:nvPicPr>
          <p:cNvPr id="5" name="Picture 4">
            <a:extLst>
              <a:ext uri="{FF2B5EF4-FFF2-40B4-BE49-F238E27FC236}">
                <a16:creationId xmlns:a16="http://schemas.microsoft.com/office/drawing/2014/main" id="{0226EB26-88B1-B0EF-AA57-AECDBF45CA94}"/>
              </a:ext>
            </a:extLst>
          </p:cNvPr>
          <p:cNvPicPr>
            <a:picLocks noChangeAspect="1"/>
          </p:cNvPicPr>
          <p:nvPr/>
        </p:nvPicPr>
        <p:blipFill>
          <a:blip r:embed="rId2"/>
          <a:stretch>
            <a:fillRect/>
          </a:stretch>
        </p:blipFill>
        <p:spPr>
          <a:xfrm>
            <a:off x="339059" y="2895600"/>
            <a:ext cx="12202191" cy="5334000"/>
          </a:xfrm>
          <a:prstGeom prst="rect">
            <a:avLst/>
          </a:prstGeom>
        </p:spPr>
      </p:pic>
    </p:spTree>
    <p:extLst>
      <p:ext uri="{BB962C8B-B14F-4D97-AF65-F5344CB8AC3E}">
        <p14:creationId xmlns:p14="http://schemas.microsoft.com/office/powerpoint/2010/main" val="398749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72BB0-E6CB-B209-3578-B9231446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8EB43-EC54-0C89-337A-4132004ED25D}"/>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Thesis chapter overview</a:t>
            </a:r>
          </a:p>
        </p:txBody>
      </p:sp>
      <p:sp>
        <p:nvSpPr>
          <p:cNvPr id="3" name="Text Placeholder 2">
            <a:extLst>
              <a:ext uri="{FF2B5EF4-FFF2-40B4-BE49-F238E27FC236}">
                <a16:creationId xmlns:a16="http://schemas.microsoft.com/office/drawing/2014/main" id="{A2339E6B-4AA7-8AE9-865C-DC799A4FF8F4}"/>
              </a:ext>
            </a:extLst>
          </p:cNvPr>
          <p:cNvSpPr>
            <a:spLocks noGrp="1"/>
          </p:cNvSpPr>
          <p:nvPr>
            <p:ph type="body" idx="1"/>
          </p:nvPr>
        </p:nvSpPr>
        <p:spPr>
          <a:xfrm>
            <a:off x="825500" y="2889468"/>
            <a:ext cx="11353800" cy="5909310"/>
          </a:xfrm>
        </p:spPr>
        <p:txBody>
          <a:bodyPr/>
          <a:lstStyle/>
          <a:p>
            <a:pPr marL="514350" indent="-514350">
              <a:buFont typeface="+mj-lt"/>
              <a:buAutoNum type="arabicPeriod"/>
            </a:pPr>
            <a:r>
              <a:rPr lang="en-US" sz="3200" dirty="0">
                <a:latin typeface="Yu Gothic" panose="020B0400000000000000" pitchFamily="34" charset="-128"/>
                <a:ea typeface="Yu Gothic" panose="020B0400000000000000" pitchFamily="34" charset="-128"/>
              </a:rPr>
              <a:t>What is the population demographic history and distribution of selective effects of human gut commensal bacteria?</a:t>
            </a:r>
            <a:br>
              <a:rPr lang="en-US" sz="3200" dirty="0">
                <a:latin typeface="Yu Gothic" panose="020B0400000000000000" pitchFamily="34" charset="-128"/>
                <a:ea typeface="Yu Gothic" panose="020B0400000000000000" pitchFamily="34" charset="-128"/>
              </a:rPr>
            </a:br>
            <a:br>
              <a:rPr lang="en-US" sz="3200" dirty="0">
                <a:latin typeface="Yu Gothic" panose="020B0400000000000000" pitchFamily="34" charset="-128"/>
                <a:ea typeface="Yu Gothic" panose="020B0400000000000000" pitchFamily="34" charset="-128"/>
              </a:rPr>
            </a:br>
            <a:endParaRPr lang="en-US" sz="3200" dirty="0">
              <a:latin typeface="Yu Gothic" panose="020B0400000000000000" pitchFamily="34" charset="-128"/>
              <a:ea typeface="Yu Gothic" panose="020B0400000000000000" pitchFamily="34" charset="-128"/>
            </a:endParaRPr>
          </a:p>
          <a:p>
            <a:pPr marL="514350" indent="-514350">
              <a:buFont typeface="+mj-lt"/>
              <a:buAutoNum type="arabicPeriod"/>
            </a:pPr>
            <a:r>
              <a:rPr lang="en-US" sz="3200" b="1"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br>
              <a:rPr lang="en-US" sz="3200" dirty="0">
                <a:latin typeface="Yu Gothic" panose="020B0400000000000000" pitchFamily="34" charset="-128"/>
                <a:ea typeface="Yu Gothic" panose="020B0400000000000000" pitchFamily="34" charset="-128"/>
                <a:cs typeface="Arial" panose="020B0604020202020204" pitchFamily="34" charset="0"/>
              </a:rPr>
            </a:br>
            <a:br>
              <a:rPr lang="en-US" sz="3200" dirty="0">
                <a:latin typeface="Yu Gothic" panose="020B0400000000000000" pitchFamily="34" charset="-128"/>
                <a:ea typeface="Yu Gothic" panose="020B0400000000000000" pitchFamily="34" charset="-128"/>
                <a:cs typeface="Arial" panose="020B0604020202020204" pitchFamily="34" charset="0"/>
              </a:rPr>
            </a:br>
            <a:endParaRPr lang="en-US" sz="3200" dirty="0">
              <a:latin typeface="Yu Gothic" panose="020B0400000000000000" pitchFamily="34" charset="-128"/>
              <a:ea typeface="Yu Gothic" panose="020B0400000000000000" pitchFamily="34" charset="-128"/>
              <a:cs typeface="Arial" panose="020B0604020202020204" pitchFamily="34" charset="0"/>
            </a:endParaRPr>
          </a:p>
          <a:p>
            <a:pPr marL="514350" indent="-514350">
              <a:buFont typeface="+mj-lt"/>
              <a:buAutoNum type="arabicPeriod"/>
            </a:pPr>
            <a:r>
              <a:rPr lang="en-US" sz="3200" dirty="0">
                <a:latin typeface="Yu Gothic" panose="020B0400000000000000" pitchFamily="34" charset="-128"/>
                <a:ea typeface="Yu Gothic" panose="020B0400000000000000" pitchFamily="34" charset="-128"/>
                <a:cs typeface="Arial" panose="020B0604020202020204" pitchFamily="34" charset="0"/>
              </a:rPr>
              <a:t>How do differences between population genetic datasets affect their distribution of fitness effects?</a:t>
            </a:r>
            <a:endParaRPr lang="en-US" sz="3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428314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D1E6-21AE-5C5B-357B-8CDF78C269A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5" name="Picture 14">
            <a:extLst>
              <a:ext uri="{FF2B5EF4-FFF2-40B4-BE49-F238E27FC236}">
                <a16:creationId xmlns:a16="http://schemas.microsoft.com/office/drawing/2014/main" id="{6C63651E-ADAD-D7A6-E14E-B5CCD36234E2}"/>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27" name="TextBox 26">
            <a:extLst>
              <a:ext uri="{FF2B5EF4-FFF2-40B4-BE49-F238E27FC236}">
                <a16:creationId xmlns:a16="http://schemas.microsoft.com/office/drawing/2014/main" id="{8AE58726-3671-7029-C3AC-C46B99E729FC}"/>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801234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C025-9215-413D-4418-4DED7E798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43215-5809-96F6-A4B0-D9AC89AB330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4" name="Picture 13">
            <a:extLst>
              <a:ext uri="{FF2B5EF4-FFF2-40B4-BE49-F238E27FC236}">
                <a16:creationId xmlns:a16="http://schemas.microsoft.com/office/drawing/2014/main" id="{2B2ADDBB-C15C-13A0-EE04-FDE25C88EE45}"/>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3" name="TextBox 2">
            <a:extLst>
              <a:ext uri="{FF2B5EF4-FFF2-40B4-BE49-F238E27FC236}">
                <a16:creationId xmlns:a16="http://schemas.microsoft.com/office/drawing/2014/main" id="{7FE11778-2C55-C8E7-D3D0-86D712F67F33}"/>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DF0D1FC4-85A7-BA0F-BA0B-39C8253A9CB2}"/>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B94B0DC8-A33A-6ED8-EF36-AAFC952EB8AA}"/>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26048C6-A6C1-E272-B252-DA3BDAE2E584}"/>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FBAA6B6D-AA13-0EB0-828A-BC95E0BA867C}"/>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853ADDF-DBA0-7F75-350B-D5C5F14A0F40}"/>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9" name="TextBox 8">
            <a:extLst>
              <a:ext uri="{FF2B5EF4-FFF2-40B4-BE49-F238E27FC236}">
                <a16:creationId xmlns:a16="http://schemas.microsoft.com/office/drawing/2014/main" id="{FE511508-2871-C572-464B-9A9B2AC56E98}"/>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0" name="TextBox 9">
            <a:extLst>
              <a:ext uri="{FF2B5EF4-FFF2-40B4-BE49-F238E27FC236}">
                <a16:creationId xmlns:a16="http://schemas.microsoft.com/office/drawing/2014/main" id="{5EE4B1C6-CC33-5EB5-A508-624319B57BAD}"/>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1" name="TextBox 10">
            <a:extLst>
              <a:ext uri="{FF2B5EF4-FFF2-40B4-BE49-F238E27FC236}">
                <a16:creationId xmlns:a16="http://schemas.microsoft.com/office/drawing/2014/main" id="{D77AF1D9-B9F2-E1D0-CCA8-C91AF1A8D972}"/>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2" name="Rectangle 11">
            <a:extLst>
              <a:ext uri="{FF2B5EF4-FFF2-40B4-BE49-F238E27FC236}">
                <a16:creationId xmlns:a16="http://schemas.microsoft.com/office/drawing/2014/main" id="{356CE52B-1E65-D667-0F9E-923F4FCF5BD5}"/>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E87FAC5-9BDB-C881-AC9F-213AC3B8207C}"/>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4A8F31F-7704-74B0-681D-C6D24F412E97}"/>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129644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2E42-8138-AC99-07FE-FABB7F9A8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4C0F5-EC8B-06EF-966B-45F017E9FFA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7" name="Picture 6">
            <a:extLst>
              <a:ext uri="{FF2B5EF4-FFF2-40B4-BE49-F238E27FC236}">
                <a16:creationId xmlns:a16="http://schemas.microsoft.com/office/drawing/2014/main" id="{EBF9FBF0-BFF6-1C17-0EB6-FD1998C84573}"/>
              </a:ext>
            </a:extLst>
          </p:cNvPr>
          <p:cNvPicPr>
            <a:picLocks noChangeAspect="1"/>
          </p:cNvPicPr>
          <p:nvPr/>
        </p:nvPicPr>
        <p:blipFill>
          <a:blip r:embed="rId3"/>
          <a:stretch>
            <a:fillRect/>
          </a:stretch>
        </p:blipFill>
        <p:spPr>
          <a:xfrm>
            <a:off x="463549" y="6800572"/>
            <a:ext cx="9260545" cy="1415772"/>
          </a:xfrm>
          <a:prstGeom prst="rect">
            <a:avLst/>
          </a:prstGeom>
        </p:spPr>
      </p:pic>
      <p:pic>
        <p:nvPicPr>
          <p:cNvPr id="4" name="Picture 3">
            <a:extLst>
              <a:ext uri="{FF2B5EF4-FFF2-40B4-BE49-F238E27FC236}">
                <a16:creationId xmlns:a16="http://schemas.microsoft.com/office/drawing/2014/main" id="{7667B9D2-7346-61D8-681C-402FC8769A64}"/>
              </a:ext>
            </a:extLst>
          </p:cNvPr>
          <p:cNvPicPr>
            <a:picLocks noChangeAspect="1"/>
          </p:cNvPicPr>
          <p:nvPr/>
        </p:nvPicPr>
        <p:blipFill>
          <a:blip r:embed="rId4"/>
          <a:stretch>
            <a:fillRect/>
          </a:stretch>
        </p:blipFill>
        <p:spPr>
          <a:xfrm>
            <a:off x="463549" y="8467546"/>
            <a:ext cx="8087854" cy="1286054"/>
          </a:xfrm>
          <a:prstGeom prst="rect">
            <a:avLst/>
          </a:prstGeom>
        </p:spPr>
      </p:pic>
      <p:sp>
        <p:nvSpPr>
          <p:cNvPr id="5" name="TextBox 4">
            <a:extLst>
              <a:ext uri="{FF2B5EF4-FFF2-40B4-BE49-F238E27FC236}">
                <a16:creationId xmlns:a16="http://schemas.microsoft.com/office/drawing/2014/main" id="{F39475E8-F527-141B-22C8-78CC4AE0A529}"/>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pic>
        <p:nvPicPr>
          <p:cNvPr id="6" name="Picture 5">
            <a:extLst>
              <a:ext uri="{FF2B5EF4-FFF2-40B4-BE49-F238E27FC236}">
                <a16:creationId xmlns:a16="http://schemas.microsoft.com/office/drawing/2014/main" id="{E1F68A8A-0027-D817-CEB7-6D3D85FC6019}"/>
              </a:ext>
            </a:extLst>
          </p:cNvPr>
          <p:cNvPicPr>
            <a:picLocks noChangeAspect="1"/>
          </p:cNvPicPr>
          <p:nvPr/>
        </p:nvPicPr>
        <p:blipFill>
          <a:blip r:embed="rId5"/>
          <a:stretch>
            <a:fillRect/>
          </a:stretch>
        </p:blipFill>
        <p:spPr>
          <a:xfrm>
            <a:off x="139739" y="2486844"/>
            <a:ext cx="8194506" cy="4220394"/>
          </a:xfrm>
          <a:prstGeom prst="rect">
            <a:avLst/>
          </a:prstGeom>
        </p:spPr>
      </p:pic>
      <p:sp>
        <p:nvSpPr>
          <p:cNvPr id="8" name="TextBox 7">
            <a:extLst>
              <a:ext uri="{FF2B5EF4-FFF2-40B4-BE49-F238E27FC236}">
                <a16:creationId xmlns:a16="http://schemas.microsoft.com/office/drawing/2014/main" id="{3BA49B86-FBBB-30D3-2A2C-F0E090E70599}"/>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9" name="Rectangle 8">
            <a:extLst>
              <a:ext uri="{FF2B5EF4-FFF2-40B4-BE49-F238E27FC236}">
                <a16:creationId xmlns:a16="http://schemas.microsoft.com/office/drawing/2014/main" id="{0AA982FD-B25A-7E4C-B506-721FDCD086B1}"/>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4114B027-A007-1615-38F6-F423B57C6535}"/>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9CE1E3C7-63A1-ACD3-700A-1E28707A1D41}"/>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1A948A9D-6C6A-0874-C4B6-AFCA6D11DF82}"/>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407D9EF-EDC4-4BDE-A53F-49EE892CC9F6}"/>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5" name="TextBox 14">
            <a:extLst>
              <a:ext uri="{FF2B5EF4-FFF2-40B4-BE49-F238E27FC236}">
                <a16:creationId xmlns:a16="http://schemas.microsoft.com/office/drawing/2014/main" id="{CAC82466-0ECD-3301-6E44-611C920DBD8A}"/>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6" name="TextBox 15">
            <a:extLst>
              <a:ext uri="{FF2B5EF4-FFF2-40B4-BE49-F238E27FC236}">
                <a16:creationId xmlns:a16="http://schemas.microsoft.com/office/drawing/2014/main" id="{E34A8F2A-7BF8-4498-2753-6C334174E50B}"/>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7" name="TextBox 16">
            <a:extLst>
              <a:ext uri="{FF2B5EF4-FFF2-40B4-BE49-F238E27FC236}">
                <a16:creationId xmlns:a16="http://schemas.microsoft.com/office/drawing/2014/main" id="{86CD7915-4926-79AD-EC32-EE21EF6D321D}"/>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8" name="Rectangle 17">
            <a:extLst>
              <a:ext uri="{FF2B5EF4-FFF2-40B4-BE49-F238E27FC236}">
                <a16:creationId xmlns:a16="http://schemas.microsoft.com/office/drawing/2014/main" id="{04416EB3-C8EF-C960-48E8-18AC15DE1AB4}"/>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6214B19-91FA-F0E0-F4C2-A2CD6CC2F2DA}"/>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988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E0A6-77FF-A37E-E860-D07E4E7C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E664B-448C-34B5-0F5A-BD637E267420}"/>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33D7DD6-6282-6ACE-7DD8-05503B2166ED}"/>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5074DD06-9E22-B4F8-0053-FD7B85A3AEAC}"/>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8648D608-B22A-0701-4A66-13859ED18DFB}"/>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D3F4BCA-5ECA-DC67-6D5B-C9830BBF79AD}"/>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12CDC3E-29B4-FCB2-84D2-879552A19387}"/>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52DF1E52-4DEB-CEAD-9C28-2C104E3C2EDA}"/>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F176FC13-5F59-C40E-72CE-FA0B0BA642A7}"/>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19FAF50-7ABE-37E8-2F2D-55352E9D6172}"/>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92167DB3-A572-46D7-6CFA-7EFA55A58846}"/>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71F8EBBC-0106-C6C5-ED8E-A420A536B044}"/>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28F7495A-0F96-D363-0ED1-DE7B30E9E567}"/>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D4D5E2-839B-8425-4DD0-8D9B8B89408A}"/>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C00040B0-8724-CDF5-AAB7-979D6D469555}"/>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6CA14627-A2DA-3E38-52C7-202E859F9CF0}"/>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E73CF25-367A-F898-36F7-518E4B0E7BA0}"/>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573883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3076-4B1D-8A2B-5EB4-E71FD5C06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BB331-E26A-EEB4-FAF1-B9A0063C58B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1E35B37-795E-3799-6E93-288AA4A14CFC}"/>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89FC6E9D-2275-7612-DA3F-0DC2A3D6650F}"/>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06754B9D-D795-F60E-8E96-4A12ED3D83CA}"/>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B434123-C0DC-ABA9-A7DD-DDAB5B4E247A}"/>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443251D-FEBD-65D1-C9C3-00056598FEEA}"/>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A85B04A-AE85-5233-721D-446554AC432F}"/>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671F2DFB-B415-9D7E-2889-19FD01DE7BDE}"/>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42F7899-07CD-272C-98AE-050C92200988}"/>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3D980BE5-DB01-D597-1AE8-4EA1A111D0A1}"/>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8D2B518C-97A9-E715-90F2-D0F16C16F163}"/>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C38BD50F-4195-C4C1-42FE-F7A902F67E74}"/>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FF88A39-3D02-415E-F332-19E3F5AE8FBC}"/>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9B8FE08-36F0-94FB-F99A-39ACFECE41DD}"/>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FA44A6E1-1F5E-6A49-E06A-337BAB46A8DC}"/>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775E87EE-9817-F767-2114-74C776B65904}"/>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839355AE-AC49-382A-8C09-A209B8969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Tree>
    <p:extLst>
      <p:ext uri="{BB962C8B-B14F-4D97-AF65-F5344CB8AC3E}">
        <p14:creationId xmlns:p14="http://schemas.microsoft.com/office/powerpoint/2010/main" val="452727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3298-E1AA-7FD9-B6B7-A9C498204175}"/>
            </a:ext>
          </a:extLst>
        </p:cNvPr>
        <p:cNvGrpSpPr/>
        <p:nvPr/>
      </p:nvGrpSpPr>
      <p:grpSpPr>
        <a:xfrm>
          <a:off x="0" y="0"/>
          <a:ext cx="0" cy="0"/>
          <a:chOff x="0" y="0"/>
          <a:chExt cx="0" cy="0"/>
        </a:xfrm>
      </p:grpSpPr>
      <p:pic>
        <p:nvPicPr>
          <p:cNvPr id="24" name="Picture 23" descr="A graph of different sizes and numbers&#10;&#10;AI-generated content may be incorrect.">
            <a:extLst>
              <a:ext uri="{FF2B5EF4-FFF2-40B4-BE49-F238E27FC236}">
                <a16:creationId xmlns:a16="http://schemas.microsoft.com/office/drawing/2014/main" id="{0D2FB44E-E98B-4564-66D3-95ACFDC83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 name="Title 1">
            <a:extLst>
              <a:ext uri="{FF2B5EF4-FFF2-40B4-BE49-F238E27FC236}">
                <a16:creationId xmlns:a16="http://schemas.microsoft.com/office/drawing/2014/main" id="{CAF755F9-3266-B0CA-7024-F49DD2AF9B1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Rectangle 2">
            <a:extLst>
              <a:ext uri="{FF2B5EF4-FFF2-40B4-BE49-F238E27FC236}">
                <a16:creationId xmlns:a16="http://schemas.microsoft.com/office/drawing/2014/main" id="{44673768-C344-456F-C605-8F84D413E299}"/>
              </a:ext>
            </a:extLst>
          </p:cNvPr>
          <p:cNvSpPr/>
          <p:nvPr/>
        </p:nvSpPr>
        <p:spPr>
          <a:xfrm>
            <a:off x="1300385" y="2567402"/>
            <a:ext cx="5306873"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685991-2E4B-7C41-CECF-014CF76A9458}"/>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C6FB1BCF-3C64-2885-A1D2-8FE3B6C0FD30}"/>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70BA36-846C-EE04-FD6F-49068AAB800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2693CE-2B2F-E865-FF4F-64DD6F713CF7}"/>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4E9FEA35-6B57-A8D4-DC44-51E71673DC2D}"/>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DB802047-7246-F52A-9AA3-49F8D1BF3699}"/>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2E553E69-BC2D-297F-CF67-89BD1F3562D5}"/>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B4E5D356-ECEE-9DD3-882D-F1C7AB4E01A9}"/>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4F598E28-0EF9-DF29-F76C-042C60AB75AA}"/>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CA0D6575-2E19-EF0B-1ED4-B6538038DCD8}"/>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43C17504-7B04-5EB9-C41F-FEC905DE4E2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B0169C-2BBD-A1E3-FC4E-A92A272E7A2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F0471B80-EB77-EE79-A67A-BD8425A45741}"/>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E95334A5-2773-D46D-A617-DAED91CD2AC6}"/>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A72AEB83-3B0B-EE9C-67D9-163C2E0048C8}"/>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263723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BE58F-C185-F7C0-0075-5C52EAD8B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781AB-6D24-ECF5-53A8-876425BCFB14}"/>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21418D5-2F82-B622-0C2F-EBACA279A4E9}"/>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6EAD5C32-8148-953C-CE3B-888EEFF586D9}"/>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979CD41-E06D-F431-9A16-70717D97B69B}"/>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3731E59-477B-09FB-6FCB-650163AE71C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32EE343D-CD19-6B8C-203D-C532C01B036E}"/>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51D42FB-ED5F-5599-1DC6-085F5D1ECF88}"/>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E47E0CD9-76DD-1D29-46F3-A7E2124E97F6}"/>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949435D5-C6B3-FF8D-F9D6-9A178F344DFE}"/>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561BD5B3-458B-E4DB-63F2-ABC84DAEDB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39B604D-940A-4E0D-FBA9-56DEC7193F27}"/>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E18273-76AB-03D6-3023-0AED28BF353A}"/>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318D5F-98B9-5244-6149-F94158AE6DE6}"/>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09237949-DB75-A534-B648-581CAC8F41D6}"/>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119FBB12-B387-440A-7BCF-05FD62DD7D9A}"/>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2639AECB-AFAC-EC51-21CD-AAC70374E64C}"/>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02666F9B-B588-A6A7-259C-30DE47851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D9CD594-2D81-69BB-C8B5-33A4094C8897}"/>
              </a:ext>
            </a:extLst>
          </p:cNvPr>
          <p:cNvSpPr/>
          <p:nvPr/>
        </p:nvSpPr>
        <p:spPr>
          <a:xfrm>
            <a:off x="1300385" y="4876800"/>
            <a:ext cx="5306873" cy="22743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75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3AE3-C0F1-DD76-C585-10A7EEA0D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A6C8A-EFFC-18D4-658D-09745BF8D47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8D0A52F3-023E-CA9F-6166-2CC51DC6D2CE}"/>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3603E434-A010-A64C-4F96-403169D7CEB5}"/>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84D49EC-244E-A863-0ED3-01A7628735B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502785CA-89BB-1F74-3300-4FBAED07B48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DA0A26D3-5C18-54EB-BD9E-88ED9342700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13E9B4A-3C4E-70F5-FE41-103FD73E2CD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FD28BC4F-E698-6277-B8D6-C84EE66E8264}"/>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238575A9-CAD1-19DA-51E6-7A03078918FC}"/>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C9935C80-5EF0-1387-C97B-6DF1170B30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7F02A55-09C4-7A4F-2C4C-D7006A6CB260}"/>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FCAA7218-3204-0C69-538C-CE9E2F6D9BE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3BD91A7-DA37-8FBF-ED84-D73F08AE4A01}"/>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1E854AED-A3BE-2B47-B22F-68E5CB65AD99}"/>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37338D96-8A17-FCF2-0FBD-309D3C329210}"/>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7C51CE0-70E0-FF16-97DC-E75B7D39365E}"/>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FEAAACEB-F48A-609A-C1E7-A7835776D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3DD02E8-C266-059D-E1A5-E1B1FE40B992}"/>
              </a:ext>
            </a:extLst>
          </p:cNvPr>
          <p:cNvSpPr/>
          <p:nvPr/>
        </p:nvSpPr>
        <p:spPr>
          <a:xfrm>
            <a:off x="1300385" y="7162800"/>
            <a:ext cx="5306873" cy="2514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5525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2DE1-4432-354D-187A-66C5B34AD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6E05-899A-436D-D6B0-BAB5F34301C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4EA74EC-297A-2448-D3A0-2CDF6F55F087}"/>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B4B09915-9B5D-43C0-E9BA-D0463E39C49D}"/>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F7F2E53C-1185-1DEE-E29B-370C59344CDF}"/>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E962C81-24D6-D8A6-E1A5-D878EC2BCCEC}"/>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B45453E2-5B8D-325C-FC4E-60B72385601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65E320A-2D07-8DDB-7AF9-320322A81B1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88C8083F-F0C2-B714-AEF5-8049A80EB37E}"/>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A9D3D8C2-05E4-3962-143B-2380F411F9E0}"/>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BFE26096-B314-6895-6164-C02AF2B19BB7}"/>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F77CD5CE-40BC-9E98-D4E9-885DB2DAFA79}"/>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2FDDD02-2C1D-1039-4A01-EDFBA85DA709}"/>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9A5829B-32F1-1404-A248-DF7295DA03E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5C9C9791-3E2C-0391-9DA2-779E48E4BC94}"/>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512B9368-C3DF-D96A-631D-6B92366FB135}"/>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10E3D10-4759-0D45-823C-5BA302A79891}"/>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931E3665-B02B-AA97-2D03-FFFF7DE68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F32BA21D-6620-5935-AC6A-9A8A6F541DB9}"/>
              </a:ext>
            </a:extLst>
          </p:cNvPr>
          <p:cNvSpPr/>
          <p:nvPr/>
        </p:nvSpPr>
        <p:spPr>
          <a:xfrm>
            <a:off x="1300385" y="2622146"/>
            <a:ext cx="5306873" cy="70768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51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F1B24-4EA4-4C1E-B865-4D1838A0881E}"/>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52B3925F-8ED8-759E-5CA3-AA31E108D1ED}"/>
              </a:ext>
            </a:extLst>
          </p:cNvPr>
          <p:cNvPicPr>
            <a:picLocks noChangeAspect="1"/>
          </p:cNvPicPr>
          <p:nvPr/>
        </p:nvPicPr>
        <p:blipFill>
          <a:blip r:embed="rId3">
            <a:alphaModFix amt="35000"/>
          </a:blip>
          <a:stretch>
            <a:fillRect/>
          </a:stretch>
        </p:blipFill>
        <p:spPr>
          <a:xfrm>
            <a:off x="0" y="2971800"/>
            <a:ext cx="13004800" cy="7092662"/>
          </a:xfrm>
          <a:prstGeom prst="rect">
            <a:avLst/>
          </a:prstGeom>
        </p:spPr>
      </p:pic>
      <p:pic>
        <p:nvPicPr>
          <p:cNvPr id="10" name="Picture 9">
            <a:extLst>
              <a:ext uri="{FF2B5EF4-FFF2-40B4-BE49-F238E27FC236}">
                <a16:creationId xmlns:a16="http://schemas.microsoft.com/office/drawing/2014/main" id="{2223C934-0884-4E69-45CD-066871300DC5}"/>
              </a:ext>
            </a:extLst>
          </p:cNvPr>
          <p:cNvPicPr>
            <a:picLocks noChangeAspect="1"/>
          </p:cNvPicPr>
          <p:nvPr/>
        </p:nvPicPr>
        <p:blipFill>
          <a:blip r:embed="rId3"/>
          <a:srcRect b="49506"/>
          <a:stretch>
            <a:fillRect/>
          </a:stretch>
        </p:blipFill>
        <p:spPr>
          <a:xfrm>
            <a:off x="25400" y="2971800"/>
            <a:ext cx="13004800" cy="3581400"/>
          </a:xfrm>
          <a:prstGeom prst="rect">
            <a:avLst/>
          </a:prstGeom>
        </p:spPr>
      </p:pic>
    </p:spTree>
    <p:extLst>
      <p:ext uri="{BB962C8B-B14F-4D97-AF65-F5344CB8AC3E}">
        <p14:creationId xmlns:p14="http://schemas.microsoft.com/office/powerpoint/2010/main" val="2526190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3338-FCD1-BBA5-8436-14DD5926C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A73A-9F59-BD45-D283-B7F7DE30FBC1}"/>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49C3E2BE-13EB-1F49-6858-3DF6C51E886B}"/>
              </a:ext>
            </a:extLst>
          </p:cNvPr>
          <p:cNvPicPr>
            <a:picLocks noChangeAspect="1"/>
          </p:cNvPicPr>
          <p:nvPr/>
        </p:nvPicPr>
        <p:blipFill>
          <a:blip r:embed="rId3">
            <a:alphaModFix amt="35000"/>
          </a:blip>
          <a:stretch>
            <a:fillRect/>
          </a:stretch>
        </p:blipFill>
        <p:spPr>
          <a:xfrm>
            <a:off x="0" y="2971800"/>
            <a:ext cx="13004800" cy="7092662"/>
          </a:xfrm>
          <a:prstGeom prst="rect">
            <a:avLst/>
          </a:prstGeom>
        </p:spPr>
      </p:pic>
      <p:pic>
        <p:nvPicPr>
          <p:cNvPr id="3" name="Picture 2">
            <a:extLst>
              <a:ext uri="{FF2B5EF4-FFF2-40B4-BE49-F238E27FC236}">
                <a16:creationId xmlns:a16="http://schemas.microsoft.com/office/drawing/2014/main" id="{7DE5EF4A-1C0E-DA33-B907-E34B3A885FB1}"/>
              </a:ext>
            </a:extLst>
          </p:cNvPr>
          <p:cNvPicPr>
            <a:picLocks noChangeAspect="1"/>
          </p:cNvPicPr>
          <p:nvPr/>
        </p:nvPicPr>
        <p:blipFill>
          <a:blip r:embed="rId3"/>
          <a:srcRect t="50495"/>
          <a:stretch>
            <a:fillRect/>
          </a:stretch>
        </p:blipFill>
        <p:spPr>
          <a:xfrm>
            <a:off x="0" y="6553200"/>
            <a:ext cx="13004800" cy="3511262"/>
          </a:xfrm>
          <a:prstGeom prst="rect">
            <a:avLst/>
          </a:prstGeom>
        </p:spPr>
      </p:pic>
    </p:spTree>
    <p:extLst>
      <p:ext uri="{BB962C8B-B14F-4D97-AF65-F5344CB8AC3E}">
        <p14:creationId xmlns:p14="http://schemas.microsoft.com/office/powerpoint/2010/main" val="699070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56DAE-BE7F-37C6-4241-582D8BABA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30BA2-A9C0-C990-1B9C-A1738F43278C}"/>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65EF3D08-790A-9AE9-8B52-1CE4938ABC0A}"/>
              </a:ext>
            </a:extLst>
          </p:cNvPr>
          <p:cNvPicPr>
            <a:picLocks noChangeAspect="1"/>
          </p:cNvPicPr>
          <p:nvPr/>
        </p:nvPicPr>
        <p:blipFill>
          <a:blip r:embed="rId3"/>
          <a:stretch>
            <a:fillRect/>
          </a:stretch>
        </p:blipFill>
        <p:spPr>
          <a:xfrm>
            <a:off x="0" y="2971800"/>
            <a:ext cx="13004800" cy="7092662"/>
          </a:xfrm>
          <a:prstGeom prst="rect">
            <a:avLst/>
          </a:prstGeom>
        </p:spPr>
      </p:pic>
      <p:sp>
        <p:nvSpPr>
          <p:cNvPr id="3" name="Rectangle 2">
            <a:extLst>
              <a:ext uri="{FF2B5EF4-FFF2-40B4-BE49-F238E27FC236}">
                <a16:creationId xmlns:a16="http://schemas.microsoft.com/office/drawing/2014/main" id="{5FDDD5AB-6AFB-02F2-F6E5-ED28797BCF66}"/>
              </a:ext>
            </a:extLst>
          </p:cNvPr>
          <p:cNvSpPr/>
          <p:nvPr/>
        </p:nvSpPr>
        <p:spPr>
          <a:xfrm>
            <a:off x="11912600" y="7315200"/>
            <a:ext cx="914400" cy="17526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931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26BB4-31E7-A52D-4798-0B58E26B5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C3449-4E39-057F-869D-BEA78258EAE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538DBD6D-BE28-EBC7-0084-8F35301B3229}"/>
              </a:ext>
            </a:extLst>
          </p:cNvPr>
          <p:cNvPicPr>
            <a:picLocks noChangeAspect="1"/>
          </p:cNvPicPr>
          <p:nvPr/>
        </p:nvPicPr>
        <p:blipFill>
          <a:blip r:embed="rId3"/>
          <a:stretch>
            <a:fillRect/>
          </a:stretch>
        </p:blipFill>
        <p:spPr>
          <a:xfrm>
            <a:off x="0" y="2971800"/>
            <a:ext cx="13004800" cy="7092662"/>
          </a:xfrm>
          <a:prstGeom prst="rect">
            <a:avLst/>
          </a:prstGeom>
        </p:spPr>
      </p:pic>
      <p:sp>
        <p:nvSpPr>
          <p:cNvPr id="3" name="Rectangle 2">
            <a:extLst>
              <a:ext uri="{FF2B5EF4-FFF2-40B4-BE49-F238E27FC236}">
                <a16:creationId xmlns:a16="http://schemas.microsoft.com/office/drawing/2014/main" id="{D629003F-CB14-1E81-3DC8-EB00BEA447F3}"/>
              </a:ext>
            </a:extLst>
          </p:cNvPr>
          <p:cNvSpPr/>
          <p:nvPr/>
        </p:nvSpPr>
        <p:spPr>
          <a:xfrm>
            <a:off x="3149600" y="2819400"/>
            <a:ext cx="5867400" cy="37338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2190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E6BB-58FE-A4D3-A46F-D958F01C11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Tree>
    <p:extLst>
      <p:ext uri="{BB962C8B-B14F-4D97-AF65-F5344CB8AC3E}">
        <p14:creationId xmlns:p14="http://schemas.microsoft.com/office/powerpoint/2010/main" val="26424758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E248-CC57-2F7D-5FB0-2DA48E918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B3ABF-80F0-4F28-1580-A959AADCFAF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088684A2-3A76-BC2A-7CF5-49143AC9DDAA}"/>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BDF4481-EA7C-B668-DB14-A5E05EE08744}"/>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2FC0001A-C08B-8E4C-0689-AF18228140FC}"/>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38C4190-D4D4-85EF-478E-EF255727E0C7}"/>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3281DE32-05B3-1E49-40B7-AB4442E592FF}"/>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3BD41D0E-C5F6-AFD5-E824-84FCCDB77FF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pic>
        <p:nvPicPr>
          <p:cNvPr id="5" name="Picture 4">
            <a:extLst>
              <a:ext uri="{FF2B5EF4-FFF2-40B4-BE49-F238E27FC236}">
                <a16:creationId xmlns:a16="http://schemas.microsoft.com/office/drawing/2014/main" id="{58C94974-A01F-09F8-7DDC-6688BC03A310}"/>
              </a:ext>
            </a:extLst>
          </p:cNvPr>
          <p:cNvPicPr>
            <a:picLocks noChangeAspect="1"/>
          </p:cNvPicPr>
          <p:nvPr/>
        </p:nvPicPr>
        <p:blipFill>
          <a:blip r:embed="rId3"/>
          <a:stretch>
            <a:fillRect/>
          </a:stretch>
        </p:blipFill>
        <p:spPr>
          <a:xfrm>
            <a:off x="305439" y="3333023"/>
            <a:ext cx="8093309" cy="5780935"/>
          </a:xfrm>
          <a:prstGeom prst="rect">
            <a:avLst/>
          </a:prstGeom>
        </p:spPr>
      </p:pic>
    </p:spTree>
    <p:extLst>
      <p:ext uri="{BB962C8B-B14F-4D97-AF65-F5344CB8AC3E}">
        <p14:creationId xmlns:p14="http://schemas.microsoft.com/office/powerpoint/2010/main" val="2013949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F679-9A07-FCD5-2709-C69F6BF386E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EC46661-F4E7-9546-C964-B97F652AE811}"/>
              </a:ext>
            </a:extLst>
          </p:cNvPr>
          <p:cNvPicPr>
            <a:picLocks noChangeAspect="1"/>
          </p:cNvPicPr>
          <p:nvPr/>
        </p:nvPicPr>
        <p:blipFill>
          <a:blip r:embed="rId3"/>
          <a:stretch>
            <a:fillRect/>
          </a:stretch>
        </p:blipFill>
        <p:spPr>
          <a:xfrm>
            <a:off x="305439" y="3333023"/>
            <a:ext cx="8093309" cy="5780935"/>
          </a:xfrm>
          <a:prstGeom prst="rect">
            <a:avLst/>
          </a:prstGeom>
        </p:spPr>
      </p:pic>
      <p:sp>
        <p:nvSpPr>
          <p:cNvPr id="2" name="Title 1">
            <a:extLst>
              <a:ext uri="{FF2B5EF4-FFF2-40B4-BE49-F238E27FC236}">
                <a16:creationId xmlns:a16="http://schemas.microsoft.com/office/drawing/2014/main" id="{69C40722-2106-129B-DE22-52EED731F59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60F1E1D8-3096-6234-C065-5B7876D4AD52}"/>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8225B8A-2BB5-5DB2-E497-E890A241A610}"/>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7FD2496-C5F8-0EBC-2842-D42B8B0B0BF6}"/>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61A4616-85CF-A2AB-1299-BDC5303E8700}"/>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C701D8D-4943-3B6D-7114-F4C3E44EB5DD}"/>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1F82A94E-A265-07CB-CEA8-E66717DFA2A4}"/>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252FE87C-DA2B-A89E-E6CE-3E5DE01239DD}"/>
              </a:ext>
            </a:extLst>
          </p:cNvPr>
          <p:cNvSpPr/>
          <p:nvPr/>
        </p:nvSpPr>
        <p:spPr>
          <a:xfrm>
            <a:off x="6245099" y="4942651"/>
            <a:ext cx="2153649" cy="12808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581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B2519-7C8C-3B37-5D03-31E5528D60D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41B6DC2-3F91-8433-EC48-52C2380D51E4}"/>
              </a:ext>
            </a:extLst>
          </p:cNvPr>
          <p:cNvPicPr>
            <a:picLocks noChangeAspect="1"/>
          </p:cNvPicPr>
          <p:nvPr/>
        </p:nvPicPr>
        <p:blipFill>
          <a:blip r:embed="rId3"/>
          <a:stretch>
            <a:fillRect/>
          </a:stretch>
        </p:blipFill>
        <p:spPr>
          <a:xfrm>
            <a:off x="305439" y="3333023"/>
            <a:ext cx="8093309" cy="5780935"/>
          </a:xfrm>
          <a:prstGeom prst="rect">
            <a:avLst/>
          </a:prstGeom>
        </p:spPr>
      </p:pic>
      <p:sp>
        <p:nvSpPr>
          <p:cNvPr id="2" name="Title 1">
            <a:extLst>
              <a:ext uri="{FF2B5EF4-FFF2-40B4-BE49-F238E27FC236}">
                <a16:creationId xmlns:a16="http://schemas.microsoft.com/office/drawing/2014/main" id="{E579A76E-8A32-835E-FA57-C662886ED67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BB51FDFB-755F-C24D-921C-6F535B8FB66C}"/>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4834A376-D87E-12B3-0F0C-8553E9427E05}"/>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ADC4C22-EDB9-C5F6-799D-D3E7B3630589}"/>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FC8CAE9-C6D0-69E3-973B-AA220895D9C1}"/>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4B4C5F8-3203-166C-9E7C-26E9469C1B22}"/>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062E8146-7C10-6681-5A36-D71C666B4E56}"/>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12A808E6-B05C-8895-95BD-6580B0F8789D}"/>
              </a:ext>
            </a:extLst>
          </p:cNvPr>
          <p:cNvSpPr/>
          <p:nvPr/>
        </p:nvSpPr>
        <p:spPr>
          <a:xfrm>
            <a:off x="6155448" y="6398070"/>
            <a:ext cx="2243299" cy="10364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7994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55C4-5025-BA11-2F9B-A96A4695917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5EAD526-DAEF-2BCB-11DC-D2EF154F8CA5}"/>
              </a:ext>
            </a:extLst>
          </p:cNvPr>
          <p:cNvPicPr>
            <a:picLocks noChangeAspect="1"/>
          </p:cNvPicPr>
          <p:nvPr/>
        </p:nvPicPr>
        <p:blipFill>
          <a:blip r:embed="rId3"/>
          <a:stretch>
            <a:fillRect/>
          </a:stretch>
        </p:blipFill>
        <p:spPr>
          <a:xfrm>
            <a:off x="305439" y="3333023"/>
            <a:ext cx="8093309" cy="5780935"/>
          </a:xfrm>
          <a:prstGeom prst="rect">
            <a:avLst/>
          </a:prstGeom>
        </p:spPr>
      </p:pic>
      <p:sp>
        <p:nvSpPr>
          <p:cNvPr id="2" name="Title 1">
            <a:extLst>
              <a:ext uri="{FF2B5EF4-FFF2-40B4-BE49-F238E27FC236}">
                <a16:creationId xmlns:a16="http://schemas.microsoft.com/office/drawing/2014/main" id="{8C8E8B85-0505-F360-03C0-4331D57F73FF}"/>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3C798A7E-862C-6CF0-AD65-1535BA56A59B}"/>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153A8D8-90BC-FF7A-E2B8-D4DEB6975F88}"/>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E941B5A6-508F-D78F-F773-2E398A2FD734}"/>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ECD99AA-492C-B378-7F4E-479B3CE57FC9}"/>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ECAF11FC-EAE5-8643-C1D3-3574C18699EE}"/>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A57A5040-F570-FDC2-8A88-9905F9FCD42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5ED55A9F-0648-D163-874C-F7223FAB5107}"/>
              </a:ext>
            </a:extLst>
          </p:cNvPr>
          <p:cNvSpPr/>
          <p:nvPr/>
        </p:nvSpPr>
        <p:spPr>
          <a:xfrm>
            <a:off x="1549400" y="3614324"/>
            <a:ext cx="304800" cy="51740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CD2233-92F6-8D7D-BBAB-CCF2DB0DFCC2}"/>
              </a:ext>
            </a:extLst>
          </p:cNvPr>
          <p:cNvSpPr/>
          <p:nvPr/>
        </p:nvSpPr>
        <p:spPr>
          <a:xfrm>
            <a:off x="9321801" y="5257800"/>
            <a:ext cx="3411246"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462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8E197-DDC8-BDA6-3380-EE82CBB68E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sp>
        <p:nvSpPr>
          <p:cNvPr id="7" name="TextBox 6">
            <a:extLst>
              <a:ext uri="{FF2B5EF4-FFF2-40B4-BE49-F238E27FC236}">
                <a16:creationId xmlns:a16="http://schemas.microsoft.com/office/drawing/2014/main" id="{D5EF7D0C-BE7F-9298-0047-1A7B1E8A8D65}"/>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FF1CA0E8-652D-54C9-2F60-6535D9804687}"/>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pic>
        <p:nvPicPr>
          <p:cNvPr id="3" name="Picture 2" descr="A graph of different sizes and numbers&#10;&#10;AI-generated content may be incorrect.">
            <a:extLst>
              <a:ext uri="{FF2B5EF4-FFF2-40B4-BE49-F238E27FC236}">
                <a16:creationId xmlns:a16="http://schemas.microsoft.com/office/drawing/2014/main" id="{B61A08DD-1268-2A4B-E65E-EE3FE77AF135}"/>
              </a:ext>
            </a:extLst>
          </p:cNvPr>
          <p:cNvPicPr>
            <a:picLocks noChangeAspect="1"/>
          </p:cNvPicPr>
          <p:nvPr/>
        </p:nvPicPr>
        <p:blipFill>
          <a:blip r:embed="rId3">
            <a:extLst>
              <a:ext uri="{28A0092B-C50C-407E-A947-70E740481C1C}">
                <a14:useLocalDpi xmlns:a14="http://schemas.microsoft.com/office/drawing/2010/main" val="0"/>
              </a:ext>
            </a:extLst>
          </a:blip>
          <a:srcRect t="31860"/>
          <a:stretch>
            <a:fillRect/>
          </a:stretch>
        </p:blipFill>
        <p:spPr>
          <a:xfrm>
            <a:off x="345522" y="3353004"/>
            <a:ext cx="5425656" cy="4929416"/>
          </a:xfrm>
          <a:prstGeom prst="rect">
            <a:avLst/>
          </a:prstGeom>
        </p:spPr>
      </p:pic>
      <p:pic>
        <p:nvPicPr>
          <p:cNvPr id="11" name="Picture 10" descr="A graph of a number of people&#10;&#10;AI-generated content may be incorrect.">
            <a:extLst>
              <a:ext uri="{FF2B5EF4-FFF2-40B4-BE49-F238E27FC236}">
                <a16:creationId xmlns:a16="http://schemas.microsoft.com/office/drawing/2014/main" id="{F667711A-01FC-1C85-F487-8C3208DCF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806" y="3254200"/>
            <a:ext cx="5167928" cy="5167928"/>
          </a:xfrm>
          <a:prstGeom prst="rect">
            <a:avLst/>
          </a:prstGeom>
        </p:spPr>
      </p:pic>
    </p:spTree>
    <p:extLst>
      <p:ext uri="{BB962C8B-B14F-4D97-AF65-F5344CB8AC3E}">
        <p14:creationId xmlns:p14="http://schemas.microsoft.com/office/powerpoint/2010/main" val="484017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a:extLst>
              <a:ext uri="{FF2B5EF4-FFF2-40B4-BE49-F238E27FC236}">
                <a16:creationId xmlns:a16="http://schemas.microsoft.com/office/drawing/2014/main" id="{1D7E532B-C587-79E9-2BB4-2E08A2C7C890}"/>
              </a:ext>
            </a:extLst>
          </p:cNvPr>
          <p:cNvSpPr txBox="1">
            <a:spLocks/>
          </p:cNvSpPr>
          <p:nvPr/>
        </p:nvSpPr>
        <p:spPr>
          <a:xfrm>
            <a:off x="724620" y="2098696"/>
            <a:ext cx="11416580" cy="2347798"/>
          </a:xfrm>
          <a:prstGeom prst="rect">
            <a:avLst/>
          </a:prstGeom>
        </p:spPr>
        <p:txBody>
          <a:bodyPr>
            <a:normAutofit/>
          </a:bodyPr>
          <a:lstStyle>
            <a:lvl1pPr marL="243848" indent="-243848" algn="l" defTabSz="975390"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r>
              <a:rPr lang="en-US" sz="2400" dirty="0">
                <a:latin typeface="Yu Gothic" panose="020B0400000000000000" pitchFamily="34" charset="-128"/>
                <a:ea typeface="Yu Gothic" panose="020B0400000000000000" pitchFamily="34" charset="-128"/>
              </a:rPr>
              <a:t>Population demographic inference is sensitive to the number of individuals.</a:t>
            </a:r>
          </a:p>
          <a:p>
            <a:r>
              <a:rPr lang="en-US" sz="2400" dirty="0">
                <a:latin typeface="Yu Gothic" panose="020B0400000000000000" pitchFamily="34" charset="-128"/>
                <a:ea typeface="Yu Gothic" panose="020B0400000000000000" pitchFamily="34" charset="-128"/>
              </a:rPr>
              <a:t>Dominant evolutionary signals may reflect the distribution of coalescent branch lengths across time</a:t>
            </a:r>
          </a:p>
          <a:p>
            <a:r>
              <a:rPr lang="en-US" sz="2400" dirty="0">
                <a:latin typeface="Yu Gothic" panose="020B0400000000000000" pitchFamily="34" charset="-128"/>
                <a:ea typeface="Yu Gothic" panose="020B0400000000000000" pitchFamily="34" charset="-128"/>
              </a:rPr>
              <a:t>Analyzing data sets consisting of differing numbers of individuals may reveal complementary facets of evolutionary history.</a:t>
            </a:r>
          </a:p>
        </p:txBody>
      </p:sp>
      <p:sp>
        <p:nvSpPr>
          <p:cNvPr id="21" name="Title 1">
            <a:extLst>
              <a:ext uri="{FF2B5EF4-FFF2-40B4-BE49-F238E27FC236}">
                <a16:creationId xmlns:a16="http://schemas.microsoft.com/office/drawing/2014/main" id="{0FC6429E-CE99-196A-3487-0389812D521F}"/>
              </a:ext>
            </a:extLst>
          </p:cNvPr>
          <p:cNvSpPr txBox="1">
            <a:spLocks/>
          </p:cNvSpPr>
          <p:nvPr/>
        </p:nvSpPr>
        <p:spPr>
          <a:xfrm>
            <a:off x="463550" y="965200"/>
            <a:ext cx="12077700" cy="1415772"/>
          </a:xfrm>
          <a:prstGeom prst="rect">
            <a:avLst/>
          </a:prstGeom>
        </p:spPr>
        <p:txBody>
          <a:bodyPr vert="horz" lIns="91440" tIns="45720" rIns="91440" bIns="45720" rtlCol="0" anchor="ctr">
            <a:normAutofit/>
          </a:bodyPr>
          <a:lstStyle>
            <a:lvl1pPr algn="l" defTabSz="975390" rtl="0" eaLnBrk="1" latinLnBrk="0" hangingPunct="1">
              <a:lnSpc>
                <a:spcPct val="90000"/>
              </a:lnSpc>
              <a:spcBef>
                <a:spcPct val="0"/>
              </a:spcBef>
              <a:buNone/>
              <a:defRPr sz="4693" kern="1200">
                <a:solidFill>
                  <a:schemeClr val="tx1"/>
                </a:solidFill>
                <a:latin typeface="+mj-lt"/>
                <a:ea typeface="+mj-ea"/>
                <a:cs typeface="+mj-cs"/>
              </a:defRPr>
            </a:lvl1pPr>
          </a:lstStyle>
          <a:p>
            <a:r>
              <a:rPr lang="en-US" dirty="0">
                <a:latin typeface="Yu Gothic" panose="020B0400000000000000" pitchFamily="34" charset="-128"/>
                <a:ea typeface="Yu Gothic" panose="020B0400000000000000" pitchFamily="34" charset="-128"/>
              </a:rPr>
              <a:t>Current Takeaways</a:t>
            </a:r>
          </a:p>
        </p:txBody>
      </p:sp>
      <p:sp>
        <p:nvSpPr>
          <p:cNvPr id="3" name="Title 1">
            <a:extLst>
              <a:ext uri="{FF2B5EF4-FFF2-40B4-BE49-F238E27FC236}">
                <a16:creationId xmlns:a16="http://schemas.microsoft.com/office/drawing/2014/main" id="{CE124C3B-11DA-6CD2-7BC4-EDE686697EAF}"/>
              </a:ext>
            </a:extLst>
          </p:cNvPr>
          <p:cNvSpPr txBox="1">
            <a:spLocks/>
          </p:cNvSpPr>
          <p:nvPr/>
        </p:nvSpPr>
        <p:spPr>
          <a:xfrm>
            <a:off x="463550" y="3962400"/>
            <a:ext cx="12077700" cy="1415772"/>
          </a:xfrm>
          <a:prstGeom prst="rect">
            <a:avLst/>
          </a:prstGeom>
        </p:spPr>
        <p:txBody>
          <a:bodyPr vert="horz" lIns="91440" tIns="45720" rIns="91440" bIns="45720" rtlCol="0" anchor="ctr">
            <a:normAutofit/>
          </a:bodyPr>
          <a:lstStyle>
            <a:lvl1pPr algn="l" defTabSz="975390" rtl="0" eaLnBrk="1" latinLnBrk="0" hangingPunct="1">
              <a:lnSpc>
                <a:spcPct val="90000"/>
              </a:lnSpc>
              <a:spcBef>
                <a:spcPct val="0"/>
              </a:spcBef>
              <a:buNone/>
              <a:defRPr sz="4693" kern="1200">
                <a:solidFill>
                  <a:schemeClr val="tx1"/>
                </a:solidFill>
                <a:latin typeface="+mj-lt"/>
                <a:ea typeface="+mj-ea"/>
                <a:cs typeface="+mj-cs"/>
              </a:defRPr>
            </a:lvl1pPr>
          </a:lstStyle>
          <a:p>
            <a:r>
              <a:rPr lang="en-US" dirty="0">
                <a:latin typeface="Yu Gothic" panose="020B0400000000000000" pitchFamily="34" charset="-128"/>
                <a:ea typeface="Yu Gothic" panose="020B0400000000000000" pitchFamily="34" charset="-128"/>
              </a:rPr>
              <a:t>Further Analysis</a:t>
            </a:r>
          </a:p>
        </p:txBody>
      </p:sp>
      <p:sp>
        <p:nvSpPr>
          <p:cNvPr id="4" name="Content Placeholder 2">
            <a:extLst>
              <a:ext uri="{FF2B5EF4-FFF2-40B4-BE49-F238E27FC236}">
                <a16:creationId xmlns:a16="http://schemas.microsoft.com/office/drawing/2014/main" id="{CA08201A-4F35-DC80-76CD-33C074353AE4}"/>
              </a:ext>
            </a:extLst>
          </p:cNvPr>
          <p:cNvSpPr txBox="1">
            <a:spLocks/>
          </p:cNvSpPr>
          <p:nvPr/>
        </p:nvSpPr>
        <p:spPr>
          <a:xfrm>
            <a:off x="724620" y="5454484"/>
            <a:ext cx="11416580" cy="2347798"/>
          </a:xfrm>
          <a:prstGeom prst="rect">
            <a:avLst/>
          </a:prstGeom>
        </p:spPr>
        <p:txBody>
          <a:bodyPr>
            <a:normAutofit/>
          </a:bodyPr>
          <a:lstStyle>
            <a:lvl1pPr marL="243848" indent="-243848" algn="l" defTabSz="975390"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r>
              <a:rPr lang="en-US" sz="2400" dirty="0">
                <a:latin typeface="Yu Gothic" panose="020B0400000000000000" pitchFamily="34" charset="-128"/>
                <a:ea typeface="Yu Gothic" panose="020B0400000000000000" pitchFamily="34" charset="-128"/>
              </a:rPr>
              <a:t>Testing our hypothesis that the distribution of coalescent branch lengths is the primary determining factor for the dominant signal of two-epoch inference from a more complex demographic history</a:t>
            </a:r>
          </a:p>
        </p:txBody>
      </p:sp>
    </p:spTree>
    <p:extLst>
      <p:ext uri="{BB962C8B-B14F-4D97-AF65-F5344CB8AC3E}">
        <p14:creationId xmlns:p14="http://schemas.microsoft.com/office/powerpoint/2010/main" val="1521993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81D50-9A03-CC9D-15DD-9C3BD96AF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A7D47-60AB-ACF4-B53B-77E7CF9ED50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6" name="Picture 5">
            <a:extLst>
              <a:ext uri="{FF2B5EF4-FFF2-40B4-BE49-F238E27FC236}">
                <a16:creationId xmlns:a16="http://schemas.microsoft.com/office/drawing/2014/main" id="{25994D67-68F2-04D5-8EF5-951FEB1DB04B}"/>
              </a:ext>
            </a:extLst>
          </p:cNvPr>
          <p:cNvPicPr>
            <a:picLocks noChangeAspect="1"/>
          </p:cNvPicPr>
          <p:nvPr/>
        </p:nvPicPr>
        <p:blipFill>
          <a:blip r:embed="rId3"/>
          <a:stretch>
            <a:fillRect/>
          </a:stretch>
        </p:blipFill>
        <p:spPr>
          <a:xfrm>
            <a:off x="0" y="2660938"/>
            <a:ext cx="13004800" cy="7092662"/>
          </a:xfrm>
          <a:prstGeom prst="rect">
            <a:avLst/>
          </a:prstGeom>
        </p:spPr>
      </p:pic>
      <p:sp>
        <p:nvSpPr>
          <p:cNvPr id="7" name="Rectangle 6">
            <a:extLst>
              <a:ext uri="{FF2B5EF4-FFF2-40B4-BE49-F238E27FC236}">
                <a16:creationId xmlns:a16="http://schemas.microsoft.com/office/drawing/2014/main" id="{014DFEF0-B518-7BC0-FEB6-EFAAA14C9CE9}"/>
              </a:ext>
            </a:extLst>
          </p:cNvPr>
          <p:cNvSpPr/>
          <p:nvPr/>
        </p:nvSpPr>
        <p:spPr>
          <a:xfrm>
            <a:off x="1854200" y="6477000"/>
            <a:ext cx="533400" cy="28194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8542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7905A-7071-FE96-7E1D-94115E5BB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F00E4-AC15-D32C-B4F9-00658F22F9B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14338" name="Picture 2">
            <a:extLst>
              <a:ext uri="{FF2B5EF4-FFF2-40B4-BE49-F238E27FC236}">
                <a16:creationId xmlns:a16="http://schemas.microsoft.com/office/drawing/2014/main" id="{2ACDC222-F645-19FA-A32B-D3508CCCA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2660650"/>
            <a:ext cx="13004800" cy="70929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A1A1D45-BE7F-2F28-76BE-5F17CC77DD27}"/>
              </a:ext>
            </a:extLst>
          </p:cNvPr>
          <p:cNvSpPr/>
          <p:nvPr/>
        </p:nvSpPr>
        <p:spPr>
          <a:xfrm>
            <a:off x="2311400" y="6477000"/>
            <a:ext cx="1066800" cy="28194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1192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4C88E-B885-CA7A-31B4-68361C7F3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DE761-4632-7830-8726-09CF0FBDFF19}"/>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15362" name="Picture 2">
            <a:extLst>
              <a:ext uri="{FF2B5EF4-FFF2-40B4-BE49-F238E27FC236}">
                <a16:creationId xmlns:a16="http://schemas.microsoft.com/office/drawing/2014/main" id="{85141CC9-85BF-2491-E36A-789C4BB85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79700"/>
            <a:ext cx="13004800" cy="70929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B0F0ACE-19D3-386C-3502-D4F98AE03CC9}"/>
              </a:ext>
            </a:extLst>
          </p:cNvPr>
          <p:cNvSpPr/>
          <p:nvPr/>
        </p:nvSpPr>
        <p:spPr>
          <a:xfrm>
            <a:off x="3378200" y="6477000"/>
            <a:ext cx="533400" cy="28194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6476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970E7-A9F3-5FE8-3E81-321FC2691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249D2-3704-858E-BAC8-82A7114CFEBE}"/>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12290" name="Picture 2">
            <a:extLst>
              <a:ext uri="{FF2B5EF4-FFF2-40B4-BE49-F238E27FC236}">
                <a16:creationId xmlns:a16="http://schemas.microsoft.com/office/drawing/2014/main" id="{F92AA19A-E87C-F410-8158-06693B698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 y="2660650"/>
            <a:ext cx="13004800" cy="70929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CAEE833-8C6D-365B-05E8-E2225F232927}"/>
              </a:ext>
            </a:extLst>
          </p:cNvPr>
          <p:cNvSpPr/>
          <p:nvPr/>
        </p:nvSpPr>
        <p:spPr>
          <a:xfrm>
            <a:off x="787400" y="6477000"/>
            <a:ext cx="1143000" cy="28194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010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97A16-7188-C210-0373-3BAB351E2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8BB6F-0A06-7CF9-1369-868B07AA38B6}"/>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Thesis chapter overview</a:t>
            </a:r>
          </a:p>
        </p:txBody>
      </p:sp>
      <p:sp>
        <p:nvSpPr>
          <p:cNvPr id="3" name="Text Placeholder 2">
            <a:extLst>
              <a:ext uri="{FF2B5EF4-FFF2-40B4-BE49-F238E27FC236}">
                <a16:creationId xmlns:a16="http://schemas.microsoft.com/office/drawing/2014/main" id="{AE5F2952-4796-0651-5A8B-61C44A57B993}"/>
              </a:ext>
            </a:extLst>
          </p:cNvPr>
          <p:cNvSpPr>
            <a:spLocks noGrp="1"/>
          </p:cNvSpPr>
          <p:nvPr>
            <p:ph type="body" idx="1"/>
          </p:nvPr>
        </p:nvSpPr>
        <p:spPr>
          <a:xfrm>
            <a:off x="825500" y="2889468"/>
            <a:ext cx="11353800" cy="5909310"/>
          </a:xfrm>
        </p:spPr>
        <p:txBody>
          <a:bodyPr/>
          <a:lstStyle/>
          <a:p>
            <a:pPr marL="514350" indent="-514350">
              <a:buFont typeface="+mj-lt"/>
              <a:buAutoNum type="arabicPeriod"/>
            </a:pPr>
            <a:r>
              <a:rPr lang="en-US" sz="3200" dirty="0">
                <a:latin typeface="Yu Gothic" panose="020B0400000000000000" pitchFamily="34" charset="-128"/>
                <a:ea typeface="Yu Gothic" panose="020B0400000000000000" pitchFamily="34" charset="-128"/>
              </a:rPr>
              <a:t>What is the population demographic history and distribution of selective effects of human gut commensal bacteria?</a:t>
            </a:r>
            <a:br>
              <a:rPr lang="en-US" sz="3200" dirty="0">
                <a:latin typeface="Yu Gothic" panose="020B0400000000000000" pitchFamily="34" charset="-128"/>
                <a:ea typeface="Yu Gothic" panose="020B0400000000000000" pitchFamily="34" charset="-128"/>
              </a:rPr>
            </a:br>
            <a:br>
              <a:rPr lang="en-US" sz="3200" dirty="0">
                <a:latin typeface="Yu Gothic" panose="020B0400000000000000" pitchFamily="34" charset="-128"/>
                <a:ea typeface="Yu Gothic" panose="020B0400000000000000" pitchFamily="34" charset="-128"/>
              </a:rPr>
            </a:br>
            <a:endParaRPr lang="en-US" sz="3200" dirty="0">
              <a:latin typeface="Yu Gothic" panose="020B0400000000000000" pitchFamily="34" charset="-128"/>
              <a:ea typeface="Yu Gothic" panose="020B0400000000000000" pitchFamily="34" charset="-128"/>
            </a:endParaRPr>
          </a:p>
          <a:p>
            <a:pPr marL="514350" indent="-514350">
              <a:buFont typeface="+mj-lt"/>
              <a:buAutoNum type="arabicPeriod"/>
            </a:pPr>
            <a:r>
              <a:rPr lang="en-US" sz="3200"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br>
              <a:rPr lang="en-US" sz="3200" dirty="0">
                <a:latin typeface="Yu Gothic" panose="020B0400000000000000" pitchFamily="34" charset="-128"/>
                <a:ea typeface="Yu Gothic" panose="020B0400000000000000" pitchFamily="34" charset="-128"/>
                <a:cs typeface="Arial" panose="020B0604020202020204" pitchFamily="34" charset="0"/>
              </a:rPr>
            </a:br>
            <a:br>
              <a:rPr lang="en-US" sz="3200" dirty="0">
                <a:latin typeface="Yu Gothic" panose="020B0400000000000000" pitchFamily="34" charset="-128"/>
                <a:ea typeface="Yu Gothic" panose="020B0400000000000000" pitchFamily="34" charset="-128"/>
                <a:cs typeface="Arial" panose="020B0604020202020204" pitchFamily="34" charset="0"/>
              </a:rPr>
            </a:br>
            <a:endParaRPr lang="en-US" sz="3200" dirty="0">
              <a:latin typeface="Yu Gothic" panose="020B0400000000000000" pitchFamily="34" charset="-128"/>
              <a:ea typeface="Yu Gothic" panose="020B0400000000000000" pitchFamily="34" charset="-128"/>
              <a:cs typeface="Arial" panose="020B0604020202020204" pitchFamily="34" charset="0"/>
            </a:endParaRPr>
          </a:p>
          <a:p>
            <a:pPr marL="514350" indent="-514350">
              <a:buFont typeface="+mj-lt"/>
              <a:buAutoNum type="arabicPeriod"/>
            </a:pPr>
            <a:r>
              <a:rPr lang="en-US" sz="3200" b="1" dirty="0">
                <a:latin typeface="Yu Gothic" panose="020B0400000000000000" pitchFamily="34" charset="-128"/>
                <a:ea typeface="Yu Gothic" panose="020B0400000000000000" pitchFamily="34" charset="-128"/>
                <a:cs typeface="Arial" panose="020B0604020202020204" pitchFamily="34" charset="0"/>
              </a:rPr>
              <a:t>How do differences between population genetic datasets affect their distribution of fitness effects?</a:t>
            </a:r>
            <a:endParaRPr lang="en-US" sz="3200" b="1"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269459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C2BE5-B639-E6E8-0016-87DCB6DB52A1}"/>
              </a:ext>
            </a:extLst>
          </p:cNvPr>
          <p:cNvSpPr>
            <a:spLocks noGrp="1"/>
          </p:cNvSpPr>
          <p:nvPr>
            <p:ph type="title"/>
          </p:nvPr>
        </p:nvSpPr>
        <p:spPr>
          <a:xfrm>
            <a:off x="463550" y="965200"/>
            <a:ext cx="12077700" cy="2123658"/>
          </a:xfrm>
        </p:spPr>
        <p:txBody>
          <a:bodyPr/>
          <a:lstStyle/>
          <a:p>
            <a:r>
              <a:rPr lang="en-US" dirty="0">
                <a:latin typeface="Yu Gothic" panose="020B0400000000000000" pitchFamily="34" charset="-128"/>
                <a:ea typeface="Yu Gothic" panose="020B0400000000000000" pitchFamily="34" charset="-128"/>
              </a:rPr>
              <a:t>Human genomes are well-studied in terms of their genetic variation, yielding multiple huge datasets</a:t>
            </a:r>
          </a:p>
        </p:txBody>
      </p:sp>
      <p:pic>
        <p:nvPicPr>
          <p:cNvPr id="5" name="Picture 4">
            <a:extLst>
              <a:ext uri="{FF2B5EF4-FFF2-40B4-BE49-F238E27FC236}">
                <a16:creationId xmlns:a16="http://schemas.microsoft.com/office/drawing/2014/main" id="{CF169580-787F-7A5C-2CB2-9FCEC3C289E5}"/>
              </a:ext>
            </a:extLst>
          </p:cNvPr>
          <p:cNvPicPr>
            <a:picLocks noChangeAspect="1"/>
          </p:cNvPicPr>
          <p:nvPr/>
        </p:nvPicPr>
        <p:blipFill>
          <a:blip r:embed="rId2"/>
          <a:stretch>
            <a:fillRect/>
          </a:stretch>
        </p:blipFill>
        <p:spPr>
          <a:xfrm>
            <a:off x="2616200" y="3276386"/>
            <a:ext cx="6668431" cy="3067478"/>
          </a:xfrm>
          <a:prstGeom prst="rect">
            <a:avLst/>
          </a:prstGeom>
        </p:spPr>
      </p:pic>
      <p:pic>
        <p:nvPicPr>
          <p:cNvPr id="7" name="Picture 6">
            <a:extLst>
              <a:ext uri="{FF2B5EF4-FFF2-40B4-BE49-F238E27FC236}">
                <a16:creationId xmlns:a16="http://schemas.microsoft.com/office/drawing/2014/main" id="{92F7421B-4C1F-0CD4-DA67-247220091ED2}"/>
              </a:ext>
            </a:extLst>
          </p:cNvPr>
          <p:cNvPicPr>
            <a:picLocks noChangeAspect="1"/>
          </p:cNvPicPr>
          <p:nvPr/>
        </p:nvPicPr>
        <p:blipFill>
          <a:blip r:embed="rId3"/>
          <a:srcRect r="3523"/>
          <a:stretch>
            <a:fillRect/>
          </a:stretch>
        </p:blipFill>
        <p:spPr>
          <a:xfrm>
            <a:off x="6707870" y="5635406"/>
            <a:ext cx="6258830" cy="3105583"/>
          </a:xfrm>
          <a:prstGeom prst="rect">
            <a:avLst/>
          </a:prstGeom>
        </p:spPr>
      </p:pic>
      <p:pic>
        <p:nvPicPr>
          <p:cNvPr id="9" name="Picture 8">
            <a:extLst>
              <a:ext uri="{FF2B5EF4-FFF2-40B4-BE49-F238E27FC236}">
                <a16:creationId xmlns:a16="http://schemas.microsoft.com/office/drawing/2014/main" id="{F64CCF08-1BFC-2F92-36E1-A38CD56D56F5}"/>
              </a:ext>
            </a:extLst>
          </p:cNvPr>
          <p:cNvPicPr>
            <a:picLocks noChangeAspect="1"/>
          </p:cNvPicPr>
          <p:nvPr/>
        </p:nvPicPr>
        <p:blipFill>
          <a:blip r:embed="rId4"/>
          <a:stretch>
            <a:fillRect/>
          </a:stretch>
        </p:blipFill>
        <p:spPr>
          <a:xfrm>
            <a:off x="25400" y="6645692"/>
            <a:ext cx="6582694" cy="2657846"/>
          </a:xfrm>
          <a:prstGeom prst="rect">
            <a:avLst/>
          </a:prstGeom>
        </p:spPr>
      </p:pic>
    </p:spTree>
    <p:extLst>
      <p:ext uri="{BB962C8B-B14F-4D97-AF65-F5344CB8AC3E}">
        <p14:creationId xmlns:p14="http://schemas.microsoft.com/office/powerpoint/2010/main" val="1046608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68408-7A0A-D07C-A62D-F4949CC2F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F7B7B-1161-9DEE-2D47-E5447F94EC0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I’m investigating two of these datasets (1KG sampled at two different times)</a:t>
            </a:r>
          </a:p>
        </p:txBody>
      </p:sp>
      <p:pic>
        <p:nvPicPr>
          <p:cNvPr id="5" name="Picture 4">
            <a:extLst>
              <a:ext uri="{FF2B5EF4-FFF2-40B4-BE49-F238E27FC236}">
                <a16:creationId xmlns:a16="http://schemas.microsoft.com/office/drawing/2014/main" id="{5FAA9731-E343-FB01-F0EF-764800DA1F76}"/>
              </a:ext>
            </a:extLst>
          </p:cNvPr>
          <p:cNvPicPr>
            <a:picLocks noChangeAspect="1"/>
          </p:cNvPicPr>
          <p:nvPr/>
        </p:nvPicPr>
        <p:blipFill>
          <a:blip r:embed="rId2"/>
          <a:stretch>
            <a:fillRect/>
          </a:stretch>
        </p:blipFill>
        <p:spPr>
          <a:xfrm>
            <a:off x="2616200" y="3276386"/>
            <a:ext cx="6668431" cy="3067478"/>
          </a:xfrm>
          <a:prstGeom prst="rect">
            <a:avLst/>
          </a:prstGeom>
          <a:ln w="76200">
            <a:solidFill>
              <a:srgbClr val="FF0000"/>
            </a:solidFill>
          </a:ln>
        </p:spPr>
      </p:pic>
      <p:pic>
        <p:nvPicPr>
          <p:cNvPr id="7" name="Picture 6">
            <a:extLst>
              <a:ext uri="{FF2B5EF4-FFF2-40B4-BE49-F238E27FC236}">
                <a16:creationId xmlns:a16="http://schemas.microsoft.com/office/drawing/2014/main" id="{BCB916BB-4092-9E49-B29C-503AF69E63DB}"/>
              </a:ext>
            </a:extLst>
          </p:cNvPr>
          <p:cNvPicPr>
            <a:picLocks noChangeAspect="1"/>
          </p:cNvPicPr>
          <p:nvPr/>
        </p:nvPicPr>
        <p:blipFill>
          <a:blip r:embed="rId3"/>
          <a:srcRect r="3523"/>
          <a:stretch>
            <a:fillRect/>
          </a:stretch>
        </p:blipFill>
        <p:spPr>
          <a:xfrm>
            <a:off x="6707870" y="5635406"/>
            <a:ext cx="6258830" cy="3105583"/>
          </a:xfrm>
          <a:prstGeom prst="rect">
            <a:avLst/>
          </a:prstGeom>
          <a:ln w="76200">
            <a:solidFill>
              <a:srgbClr val="FF0000"/>
            </a:solidFill>
          </a:ln>
        </p:spPr>
      </p:pic>
      <p:pic>
        <p:nvPicPr>
          <p:cNvPr id="9" name="Picture 8">
            <a:extLst>
              <a:ext uri="{FF2B5EF4-FFF2-40B4-BE49-F238E27FC236}">
                <a16:creationId xmlns:a16="http://schemas.microsoft.com/office/drawing/2014/main" id="{3A4A3857-386A-E625-B669-B3F560BF34FF}"/>
              </a:ext>
            </a:extLst>
          </p:cNvPr>
          <p:cNvPicPr>
            <a:picLocks noChangeAspect="1"/>
          </p:cNvPicPr>
          <p:nvPr/>
        </p:nvPicPr>
        <p:blipFill>
          <a:blip r:embed="rId4"/>
          <a:stretch>
            <a:fillRect/>
          </a:stretch>
        </p:blipFill>
        <p:spPr>
          <a:xfrm>
            <a:off x="25400" y="6645692"/>
            <a:ext cx="6582694" cy="2657846"/>
          </a:xfrm>
          <a:prstGeom prst="rect">
            <a:avLst/>
          </a:prstGeom>
        </p:spPr>
      </p:pic>
    </p:spTree>
    <p:extLst>
      <p:ext uri="{BB962C8B-B14F-4D97-AF65-F5344CB8AC3E}">
        <p14:creationId xmlns:p14="http://schemas.microsoft.com/office/powerpoint/2010/main" val="36145465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D7A5-AFF5-B013-9D89-FC2DA938538E}"/>
              </a:ext>
            </a:extLst>
          </p:cNvPr>
          <p:cNvSpPr>
            <a:spLocks noGrp="1"/>
          </p:cNvSpPr>
          <p:nvPr>
            <p:ph type="title"/>
          </p:nvPr>
        </p:nvSpPr>
        <p:spPr>
          <a:xfrm>
            <a:off x="463550" y="28074"/>
            <a:ext cx="12077700" cy="2123658"/>
          </a:xfrm>
        </p:spPr>
        <p:txBody>
          <a:bodyPr/>
          <a:lstStyle/>
          <a:p>
            <a:r>
              <a:rPr lang="en-US" dirty="0">
                <a:latin typeface="Yu Gothic" panose="020B0400000000000000" pitchFamily="34" charset="-128"/>
                <a:ea typeface="Yu Gothic" panose="020B0400000000000000" pitchFamily="34" charset="-128"/>
              </a:rPr>
              <a:t>I am isolating “dataset-specific” factors by controlling for sample size and population structure (EUR)</a:t>
            </a:r>
          </a:p>
        </p:txBody>
      </p:sp>
      <p:pic>
        <p:nvPicPr>
          <p:cNvPr id="6" name="Picture 5">
            <a:extLst>
              <a:ext uri="{FF2B5EF4-FFF2-40B4-BE49-F238E27FC236}">
                <a16:creationId xmlns:a16="http://schemas.microsoft.com/office/drawing/2014/main" id="{FF8797F8-CF56-0D05-73F4-2026B041FAC7}"/>
              </a:ext>
            </a:extLst>
          </p:cNvPr>
          <p:cNvPicPr>
            <a:picLocks noChangeAspect="1"/>
          </p:cNvPicPr>
          <p:nvPr/>
        </p:nvPicPr>
        <p:blipFill>
          <a:blip r:embed="rId2"/>
          <a:stretch>
            <a:fillRect/>
          </a:stretch>
        </p:blipFill>
        <p:spPr>
          <a:xfrm>
            <a:off x="0" y="2613814"/>
            <a:ext cx="13004800" cy="7092662"/>
          </a:xfrm>
          <a:prstGeom prst="rect">
            <a:avLst/>
          </a:prstGeom>
        </p:spPr>
      </p:pic>
    </p:spTree>
    <p:extLst>
      <p:ext uri="{BB962C8B-B14F-4D97-AF65-F5344CB8AC3E}">
        <p14:creationId xmlns:p14="http://schemas.microsoft.com/office/powerpoint/2010/main" val="1552516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FADFA-23F7-9616-AE25-9A19E1621C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2846A-7DB8-372C-350A-E34B185D8BA2}"/>
              </a:ext>
            </a:extLst>
          </p:cNvPr>
          <p:cNvSpPr>
            <a:spLocks noGrp="1"/>
          </p:cNvSpPr>
          <p:nvPr>
            <p:ph type="title"/>
          </p:nvPr>
        </p:nvSpPr>
        <p:spPr>
          <a:xfrm>
            <a:off x="463550" y="28074"/>
            <a:ext cx="12077700" cy="2123658"/>
          </a:xfrm>
        </p:spPr>
        <p:txBody>
          <a:bodyPr/>
          <a:lstStyle/>
          <a:p>
            <a:r>
              <a:rPr lang="en-US" dirty="0">
                <a:latin typeface="Yu Gothic" panose="020B0400000000000000" pitchFamily="34" charset="-128"/>
                <a:ea typeface="Yu Gothic" panose="020B0400000000000000" pitchFamily="34" charset="-128"/>
              </a:rPr>
              <a:t>I am isolating “dataset-specific” factors by controlling for sample size and population structure (EUR)</a:t>
            </a:r>
          </a:p>
        </p:txBody>
      </p:sp>
      <p:pic>
        <p:nvPicPr>
          <p:cNvPr id="5" name="Picture 4">
            <a:extLst>
              <a:ext uri="{FF2B5EF4-FFF2-40B4-BE49-F238E27FC236}">
                <a16:creationId xmlns:a16="http://schemas.microsoft.com/office/drawing/2014/main" id="{C69689AB-7261-C2DD-15DC-F2A986560838}"/>
              </a:ext>
            </a:extLst>
          </p:cNvPr>
          <p:cNvPicPr>
            <a:picLocks noChangeAspect="1"/>
          </p:cNvPicPr>
          <p:nvPr/>
        </p:nvPicPr>
        <p:blipFill>
          <a:blip r:embed="rId2"/>
          <a:stretch>
            <a:fillRect/>
          </a:stretch>
        </p:blipFill>
        <p:spPr>
          <a:xfrm>
            <a:off x="0" y="2660938"/>
            <a:ext cx="13004800" cy="7092662"/>
          </a:xfrm>
          <a:prstGeom prst="rect">
            <a:avLst/>
          </a:prstGeom>
        </p:spPr>
      </p:pic>
    </p:spTree>
    <p:extLst>
      <p:ext uri="{BB962C8B-B14F-4D97-AF65-F5344CB8AC3E}">
        <p14:creationId xmlns:p14="http://schemas.microsoft.com/office/powerpoint/2010/main" val="24349927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C79F3-5C53-D37D-C359-1DA420BA4C43}"/>
              </a:ext>
            </a:extLst>
          </p:cNvPr>
          <p:cNvSpPr>
            <a:spLocks noGrp="1"/>
          </p:cNvSpPr>
          <p:nvPr>
            <p:ph type="title"/>
          </p:nvPr>
        </p:nvSpPr>
        <p:spPr>
          <a:xfrm>
            <a:off x="463550" y="965200"/>
            <a:ext cx="12077700" cy="1415772"/>
          </a:xfrm>
        </p:spPr>
        <p:txBody>
          <a:bodyPr/>
          <a:lstStyle/>
          <a:p>
            <a:r>
              <a:rPr lang="en-US" dirty="0"/>
              <a:t>Dataset choice yields different inferred population demographic histories.</a:t>
            </a:r>
          </a:p>
        </p:txBody>
      </p:sp>
      <p:pic>
        <p:nvPicPr>
          <p:cNvPr id="5" name="Picture 4">
            <a:extLst>
              <a:ext uri="{FF2B5EF4-FFF2-40B4-BE49-F238E27FC236}">
                <a16:creationId xmlns:a16="http://schemas.microsoft.com/office/drawing/2014/main" id="{F257A29F-0A31-6FFC-3BDA-A64C7717267A}"/>
              </a:ext>
            </a:extLst>
          </p:cNvPr>
          <p:cNvPicPr>
            <a:picLocks noChangeAspect="1"/>
          </p:cNvPicPr>
          <p:nvPr/>
        </p:nvPicPr>
        <p:blipFill>
          <a:blip r:embed="rId2"/>
          <a:stretch>
            <a:fillRect/>
          </a:stretch>
        </p:blipFill>
        <p:spPr>
          <a:xfrm>
            <a:off x="0" y="2660938"/>
            <a:ext cx="13004800" cy="7092662"/>
          </a:xfrm>
          <a:prstGeom prst="rect">
            <a:avLst/>
          </a:prstGeom>
        </p:spPr>
      </p:pic>
    </p:spTree>
    <p:extLst>
      <p:ext uri="{BB962C8B-B14F-4D97-AF65-F5344CB8AC3E}">
        <p14:creationId xmlns:p14="http://schemas.microsoft.com/office/powerpoint/2010/main" val="15976626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79E08-3C86-08A9-8F71-AB7285CED211}"/>
              </a:ext>
            </a:extLst>
          </p:cNvPr>
          <p:cNvSpPr>
            <a:spLocks noGrp="1"/>
          </p:cNvSpPr>
          <p:nvPr>
            <p:ph type="title"/>
          </p:nvPr>
        </p:nvSpPr>
        <p:spPr>
          <a:xfrm>
            <a:off x="463550" y="965200"/>
            <a:ext cx="12077700" cy="1415772"/>
          </a:xfrm>
        </p:spPr>
        <p:txBody>
          <a:bodyPr/>
          <a:lstStyle/>
          <a:p>
            <a:r>
              <a:rPr lang="en-US" dirty="0"/>
              <a:t>Dataset choice yields differently inferred gamma-distributed DFEs</a:t>
            </a:r>
          </a:p>
        </p:txBody>
      </p:sp>
      <p:pic>
        <p:nvPicPr>
          <p:cNvPr id="5" name="Picture 4">
            <a:extLst>
              <a:ext uri="{FF2B5EF4-FFF2-40B4-BE49-F238E27FC236}">
                <a16:creationId xmlns:a16="http://schemas.microsoft.com/office/drawing/2014/main" id="{2838643D-6337-2CAD-4A95-C70E536CDF4E}"/>
              </a:ext>
            </a:extLst>
          </p:cNvPr>
          <p:cNvPicPr>
            <a:picLocks noChangeAspect="1"/>
          </p:cNvPicPr>
          <p:nvPr/>
        </p:nvPicPr>
        <p:blipFill>
          <a:blip r:embed="rId2"/>
          <a:stretch>
            <a:fillRect/>
          </a:stretch>
        </p:blipFill>
        <p:spPr>
          <a:xfrm>
            <a:off x="6350" y="2819400"/>
            <a:ext cx="13004800" cy="7092662"/>
          </a:xfrm>
          <a:prstGeom prst="rect">
            <a:avLst/>
          </a:prstGeom>
        </p:spPr>
      </p:pic>
    </p:spTree>
    <p:extLst>
      <p:ext uri="{BB962C8B-B14F-4D97-AF65-F5344CB8AC3E}">
        <p14:creationId xmlns:p14="http://schemas.microsoft.com/office/powerpoint/2010/main" val="24821360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51F52-03B7-894F-1AED-E3EAB7CD0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71D94-8648-0AA6-6813-21E3CB2D7EF0}"/>
              </a:ext>
            </a:extLst>
          </p:cNvPr>
          <p:cNvSpPr>
            <a:spLocks noGrp="1"/>
          </p:cNvSpPr>
          <p:nvPr>
            <p:ph type="title"/>
          </p:nvPr>
        </p:nvSpPr>
        <p:spPr>
          <a:xfrm>
            <a:off x="463550" y="965200"/>
            <a:ext cx="12077700" cy="1415772"/>
          </a:xfrm>
        </p:spPr>
        <p:txBody>
          <a:bodyPr/>
          <a:lstStyle/>
          <a:p>
            <a:r>
              <a:rPr lang="en-US" dirty="0"/>
              <a:t>Dataset choice yields differently inferred neutral + gamma-distributed DFEs</a:t>
            </a:r>
          </a:p>
        </p:txBody>
      </p:sp>
      <p:pic>
        <p:nvPicPr>
          <p:cNvPr id="4" name="Picture 3">
            <a:extLst>
              <a:ext uri="{FF2B5EF4-FFF2-40B4-BE49-F238E27FC236}">
                <a16:creationId xmlns:a16="http://schemas.microsoft.com/office/drawing/2014/main" id="{CB668BEE-5B75-D9FB-BC22-3A5674599774}"/>
              </a:ext>
            </a:extLst>
          </p:cNvPr>
          <p:cNvPicPr>
            <a:picLocks noChangeAspect="1"/>
          </p:cNvPicPr>
          <p:nvPr/>
        </p:nvPicPr>
        <p:blipFill>
          <a:blip r:embed="rId2"/>
          <a:stretch>
            <a:fillRect/>
          </a:stretch>
        </p:blipFill>
        <p:spPr>
          <a:xfrm>
            <a:off x="0" y="2660938"/>
            <a:ext cx="13004800" cy="7092662"/>
          </a:xfrm>
          <a:prstGeom prst="rect">
            <a:avLst/>
          </a:prstGeom>
        </p:spPr>
      </p:pic>
    </p:spTree>
    <p:extLst>
      <p:ext uri="{BB962C8B-B14F-4D97-AF65-F5344CB8AC3E}">
        <p14:creationId xmlns:p14="http://schemas.microsoft.com/office/powerpoint/2010/main" val="3485836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55715-4A21-7D05-BD03-C79660FCC1CC}"/>
            </a:ext>
          </a:extLst>
        </p:cNvPr>
        <p:cNvGrpSpPr/>
        <p:nvPr/>
      </p:nvGrpSpPr>
      <p:grpSpPr>
        <a:xfrm>
          <a:off x="0" y="0"/>
          <a:ext cx="0" cy="0"/>
          <a:chOff x="0" y="0"/>
          <a:chExt cx="0" cy="0"/>
        </a:xfrm>
      </p:grpSpPr>
      <p:sp>
        <p:nvSpPr>
          <p:cNvPr id="7" name="Title 9">
            <a:extLst>
              <a:ext uri="{FF2B5EF4-FFF2-40B4-BE49-F238E27FC236}">
                <a16:creationId xmlns:a16="http://schemas.microsoft.com/office/drawing/2014/main" id="{F2029FEA-A245-046E-3C33-3360DE0AF2EB}"/>
              </a:ext>
            </a:extLst>
          </p:cNvPr>
          <p:cNvSpPr txBox="1">
            <a:spLocks/>
          </p:cNvSpPr>
          <p:nvPr/>
        </p:nvSpPr>
        <p:spPr>
          <a:xfrm>
            <a:off x="463550" y="3962400"/>
            <a:ext cx="12077700" cy="707886"/>
          </a:xfrm>
          <a:prstGeom prst="rect">
            <a:avLst/>
          </a:prstGeom>
        </p:spPr>
        <p:txBody>
          <a:bodyPr wrap="square" lIns="0" tIns="0" rIns="0" bIns="0">
            <a:spAutoFit/>
          </a:bodyPr>
          <a:lstStyle>
            <a:lvl1pPr>
              <a:defRPr sz="2900" b="1" i="0">
                <a:solidFill>
                  <a:schemeClr val="tx1"/>
                </a:solidFill>
                <a:latin typeface="Arial"/>
                <a:ea typeface="+mj-ea"/>
                <a:cs typeface="Arial"/>
              </a:defRPr>
            </a:lvl1pPr>
          </a:lstStyle>
          <a:p>
            <a:pPr algn="ctr"/>
            <a:r>
              <a:rPr lang="en-US" sz="4600" kern="0" dirty="0">
                <a:latin typeface="Yu Gothic" panose="020B0400000000000000" pitchFamily="34" charset="-128"/>
                <a:ea typeface="Yu Gothic" panose="020B0400000000000000" pitchFamily="34" charset="-128"/>
                <a:cs typeface="Arial" panose="020B0604020202020204" pitchFamily="34" charset="0"/>
              </a:rPr>
              <a:t>Post-graduation Plans</a:t>
            </a:r>
          </a:p>
        </p:txBody>
      </p:sp>
    </p:spTree>
    <p:extLst>
      <p:ext uri="{BB962C8B-B14F-4D97-AF65-F5344CB8AC3E}">
        <p14:creationId xmlns:p14="http://schemas.microsoft.com/office/powerpoint/2010/main" val="2740824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7AAAC-3C8A-388F-3943-A7BA3C009DE9}"/>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Postgraduation Plans</a:t>
            </a:r>
          </a:p>
        </p:txBody>
      </p:sp>
      <p:sp>
        <p:nvSpPr>
          <p:cNvPr id="3" name="Text Placeholder 2">
            <a:extLst>
              <a:ext uri="{FF2B5EF4-FFF2-40B4-BE49-F238E27FC236}">
                <a16:creationId xmlns:a16="http://schemas.microsoft.com/office/drawing/2014/main" id="{54B0DEA1-C0F9-F5C0-C574-8C46D50FA8D3}"/>
              </a:ext>
            </a:extLst>
          </p:cNvPr>
          <p:cNvSpPr>
            <a:spLocks noGrp="1"/>
          </p:cNvSpPr>
          <p:nvPr>
            <p:ph type="body" idx="1"/>
          </p:nvPr>
        </p:nvSpPr>
        <p:spPr>
          <a:xfrm>
            <a:off x="825500" y="2889468"/>
            <a:ext cx="11353800" cy="6463308"/>
          </a:xfrm>
        </p:spPr>
        <p:txBody>
          <a:bodyPr/>
          <a:lstStyle/>
          <a:p>
            <a:pPr marL="285750" indent="-285750">
              <a:buFont typeface="Arial" panose="020B0604020202020204" pitchFamily="34" charset="0"/>
              <a:buChar char="•"/>
            </a:pPr>
            <a:r>
              <a:rPr lang="en-US" sz="2800" dirty="0">
                <a:latin typeface="Yu Gothic" panose="020B0400000000000000" pitchFamily="34" charset="-128"/>
                <a:ea typeface="Yu Gothic" panose="020B0400000000000000" pitchFamily="34" charset="-128"/>
              </a:rPr>
              <a:t>I’ve done a lot of </a:t>
            </a:r>
            <a:r>
              <a:rPr lang="en-US" sz="2800" i="1" dirty="0" err="1">
                <a:latin typeface="Yu Gothic" panose="020B0400000000000000" pitchFamily="34" charset="-128"/>
                <a:ea typeface="Yu Gothic" panose="020B0400000000000000" pitchFamily="34" charset="-128"/>
              </a:rPr>
              <a:t>schmroozing</a:t>
            </a:r>
            <a:r>
              <a:rPr lang="en-US" sz="2800" dirty="0">
                <a:latin typeface="Yu Gothic" panose="020B0400000000000000" pitchFamily="34" charset="-128"/>
                <a:ea typeface="Yu Gothic" panose="020B0400000000000000" pitchFamily="34" charset="-128"/>
              </a:rPr>
              <a:t>  (i.e., rubbing elbows) with politicians at the city and state level through some science policy work. I don’t want to do this full time as I dislike the people.</a:t>
            </a:r>
            <a:br>
              <a:rPr lang="en-US" sz="2800" dirty="0">
                <a:latin typeface="Yu Gothic" panose="020B0400000000000000" pitchFamily="34" charset="-128"/>
                <a:ea typeface="Yu Gothic" panose="020B0400000000000000" pitchFamily="34" charset="-128"/>
              </a:rPr>
            </a:br>
            <a:endParaRPr lang="en-US" sz="2800" dirty="0">
              <a:latin typeface="Yu Gothic" panose="020B0400000000000000" pitchFamily="34" charset="-128"/>
              <a:ea typeface="Yu Gothic" panose="020B0400000000000000" pitchFamily="34" charset="-128"/>
            </a:endParaRPr>
          </a:p>
          <a:p>
            <a:pPr marL="285750" indent="-285750">
              <a:buFont typeface="Arial" panose="020B0604020202020204" pitchFamily="34" charset="0"/>
              <a:buChar char="•"/>
            </a:pPr>
            <a:r>
              <a:rPr lang="en-US" sz="2800" dirty="0">
                <a:latin typeface="Yu Gothic" panose="020B0400000000000000" pitchFamily="34" charset="-128"/>
                <a:ea typeface="Yu Gothic" panose="020B0400000000000000" pitchFamily="34" charset="-128"/>
              </a:rPr>
              <a:t>I’m looking at applying for government research and/or analysis jobs at the city / county / state level, with an emphasis on county jobs, based on my discussions with other scientists in these roles.</a:t>
            </a:r>
          </a:p>
          <a:p>
            <a:pPr marL="285750" indent="-285750">
              <a:buFont typeface="Arial" panose="020B0604020202020204" pitchFamily="34" charset="0"/>
              <a:buChar char="•"/>
            </a:pPr>
            <a:endParaRPr lang="en-US" sz="2800" dirty="0">
              <a:latin typeface="Yu Gothic" panose="020B0400000000000000" pitchFamily="34" charset="-128"/>
              <a:ea typeface="Yu Gothic" panose="020B0400000000000000" pitchFamily="34" charset="-128"/>
            </a:endParaRPr>
          </a:p>
          <a:p>
            <a:pPr marL="285750" indent="-285750">
              <a:buFont typeface="Arial" panose="020B0604020202020204" pitchFamily="34" charset="0"/>
              <a:buChar char="•"/>
            </a:pPr>
            <a:r>
              <a:rPr lang="en-US" sz="2800" dirty="0">
                <a:latin typeface="Yu Gothic" panose="020B0400000000000000" pitchFamily="34" charset="-128"/>
                <a:ea typeface="Yu Gothic" panose="020B0400000000000000" pitchFamily="34" charset="-128"/>
              </a:rPr>
              <a:t>My dream career would be something like a covid (or other infectious disease) wastewater genomics analyst, incorporating population genetics, microbiology, and public health.</a:t>
            </a:r>
            <a:br>
              <a:rPr lang="en-US" sz="2800" dirty="0">
                <a:latin typeface="Yu Gothic" panose="020B0400000000000000" pitchFamily="34" charset="-128"/>
                <a:ea typeface="Yu Gothic" panose="020B0400000000000000" pitchFamily="34" charset="-128"/>
              </a:rPr>
            </a:br>
            <a:endParaRPr lang="en-US" sz="2800" dirty="0">
              <a:latin typeface="Yu Gothic" panose="020B0400000000000000" pitchFamily="34" charset="-128"/>
              <a:ea typeface="Yu Gothic" panose="020B0400000000000000" pitchFamily="34" charset="-128"/>
            </a:endParaRPr>
          </a:p>
          <a:p>
            <a:pPr marL="285750" indent="-285750">
              <a:buFont typeface="Arial" panose="020B0604020202020204" pitchFamily="34" charset="0"/>
              <a:buChar char="•"/>
            </a:pPr>
            <a:r>
              <a:rPr lang="en-US" sz="2800" dirty="0">
                <a:latin typeface="Yu Gothic" panose="020B0400000000000000" pitchFamily="34" charset="-128"/>
                <a:ea typeface="Yu Gothic" panose="020B0400000000000000" pitchFamily="34" charset="-128"/>
              </a:rPr>
              <a:t>These jobs have a 6-month lockout for their minimum-qualification exam, so I plan to apply starting in December and land a job by June.</a:t>
            </a:r>
          </a:p>
        </p:txBody>
      </p:sp>
    </p:spTree>
    <p:extLst>
      <p:ext uri="{BB962C8B-B14F-4D97-AF65-F5344CB8AC3E}">
        <p14:creationId xmlns:p14="http://schemas.microsoft.com/office/powerpoint/2010/main" val="25769436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E1A4-5636-FD65-FE17-9D5AB411739D}"/>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5" name="Picture 4" descr="A screenshot of a computer&#10;&#10;AI-generated content may be incorrect.">
            <a:extLst>
              <a:ext uri="{FF2B5EF4-FFF2-40B4-BE49-F238E27FC236}">
                <a16:creationId xmlns:a16="http://schemas.microsoft.com/office/drawing/2014/main" id="{A8B5420C-A326-E0DC-E00E-3A1622F8B4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5472" y="1543317"/>
            <a:ext cx="9013855" cy="8210283"/>
          </a:xfrm>
          <a:prstGeom prst="rect">
            <a:avLst/>
          </a:prstGeom>
        </p:spPr>
      </p:pic>
    </p:spTree>
    <p:extLst>
      <p:ext uri="{BB962C8B-B14F-4D97-AF65-F5344CB8AC3E}">
        <p14:creationId xmlns:p14="http://schemas.microsoft.com/office/powerpoint/2010/main" val="33161216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7EE1C-9DCA-3844-4555-6CC1A108F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0A995-D051-4C60-857F-729F8E6B8FC7}"/>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4" name="Picture 3" descr="A group of graphs showing different types of numbers&#10;&#10;AI-generated content may be incorrect.">
            <a:extLst>
              <a:ext uri="{FF2B5EF4-FFF2-40B4-BE49-F238E27FC236}">
                <a16:creationId xmlns:a16="http://schemas.microsoft.com/office/drawing/2014/main" id="{0DD61615-662A-2B91-B76A-7696DE0CA7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602" y="1981200"/>
            <a:ext cx="11431595" cy="7621064"/>
          </a:xfrm>
          <a:prstGeom prst="rect">
            <a:avLst/>
          </a:prstGeom>
        </p:spPr>
      </p:pic>
    </p:spTree>
    <p:extLst>
      <p:ext uri="{BB962C8B-B14F-4D97-AF65-F5344CB8AC3E}">
        <p14:creationId xmlns:p14="http://schemas.microsoft.com/office/powerpoint/2010/main" val="36041367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2A37-7C1A-740B-4CC2-F41CB79D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4881D-E7E8-54E2-ED02-D5E1C800A435}"/>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6" name="Picture 5" descr="A screenshot of a graph&#10;&#10;AI-generated content may be incorrect.">
            <a:extLst>
              <a:ext uri="{FF2B5EF4-FFF2-40B4-BE49-F238E27FC236}">
                <a16:creationId xmlns:a16="http://schemas.microsoft.com/office/drawing/2014/main" id="{D02EBE56-547A-9D1E-FFC5-42FE1E7D4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1393371"/>
            <a:ext cx="9753600" cy="8360229"/>
          </a:xfrm>
          <a:prstGeom prst="rect">
            <a:avLst/>
          </a:prstGeom>
        </p:spPr>
      </p:pic>
    </p:spTree>
    <p:extLst>
      <p:ext uri="{BB962C8B-B14F-4D97-AF65-F5344CB8AC3E}">
        <p14:creationId xmlns:p14="http://schemas.microsoft.com/office/powerpoint/2010/main" val="11444935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1F9C-CCDA-D1E8-77BA-2497DD004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90C1B-BDFD-F049-D525-DD09075557AE}"/>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4" name="Picture 3" descr="A graph of a function&#10;&#10;AI-generated content may be incorrect.">
            <a:extLst>
              <a:ext uri="{FF2B5EF4-FFF2-40B4-BE49-F238E27FC236}">
                <a16:creationId xmlns:a16="http://schemas.microsoft.com/office/drawing/2014/main" id="{50BDCA3F-7C6C-24DC-EA85-56F36AEE8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868" y="2113486"/>
            <a:ext cx="7621064" cy="7621064"/>
          </a:xfrm>
          <a:prstGeom prst="rect">
            <a:avLst/>
          </a:prstGeom>
        </p:spPr>
      </p:pic>
    </p:spTree>
    <p:extLst>
      <p:ext uri="{BB962C8B-B14F-4D97-AF65-F5344CB8AC3E}">
        <p14:creationId xmlns:p14="http://schemas.microsoft.com/office/powerpoint/2010/main" val="19535606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6787-2A6E-3827-0E00-22B294AAB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7D8AD-D125-BFCE-14F6-6DA708E89715}"/>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4" name="Picture 3" descr="A graph of different types of numbers&#10;&#10;AI-generated content may be incorrect.">
            <a:extLst>
              <a:ext uri="{FF2B5EF4-FFF2-40B4-BE49-F238E27FC236}">
                <a16:creationId xmlns:a16="http://schemas.microsoft.com/office/drawing/2014/main" id="{6615D7E7-901A-429E-B526-F6729EACE8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602" y="1981200"/>
            <a:ext cx="11431595" cy="7621064"/>
          </a:xfrm>
          <a:prstGeom prst="rect">
            <a:avLst/>
          </a:prstGeom>
        </p:spPr>
      </p:pic>
    </p:spTree>
    <p:extLst>
      <p:ext uri="{BB962C8B-B14F-4D97-AF65-F5344CB8AC3E}">
        <p14:creationId xmlns:p14="http://schemas.microsoft.com/office/powerpoint/2010/main" val="2125608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14428</TotalTime>
  <Words>2516</Words>
  <Application>Microsoft Office PowerPoint</Application>
  <PresentationFormat>Custom</PresentationFormat>
  <Paragraphs>203</Paragraphs>
  <Slides>46</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Yu Gothic</vt:lpstr>
      <vt:lpstr>Arial</vt:lpstr>
      <vt:lpstr>Calibri</vt:lpstr>
      <vt:lpstr>Office Theme</vt:lpstr>
      <vt:lpstr>Statistical methods for inference of demography and selection within and across species</vt:lpstr>
      <vt:lpstr>PowerPoint Presentation</vt:lpstr>
      <vt:lpstr>I’m funded by the Dissertation Year Award</vt:lpstr>
      <vt:lpstr>I’m funded by the Dissertation Year Award</vt:lpstr>
      <vt:lpstr>Thesis chapter overview</vt:lpstr>
      <vt:lpstr>Thesis chapter 1 is published in Molecular Biology and Evolution</vt:lpstr>
      <vt:lpstr>Thesis chapter overview</vt:lpstr>
      <vt:lpstr>Inferred demographic models may depend on the number of individuals analyzed</vt:lpstr>
      <vt:lpstr>Inferred demographic models may depend on the number of individuals analyzed</vt:lpstr>
      <vt:lpstr>Inferred demographic models may depend on the number of individuals analyzed</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Inferred two-epoch demographic history is sensitive to the number of individuals</vt:lpstr>
      <vt:lpstr>Inferred two-epoch demographic history is sensitive to the number of individuals</vt:lpstr>
      <vt:lpstr>Inferred two-epoch demographic history is sensitive to the number of individuals</vt:lpstr>
      <vt:lpstr>Inferred two-epoch demographic history is sensitive to the number of individuals</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Demographic inference of empirical data is sensitive to the number of individuals</vt:lpstr>
      <vt:lpstr>PowerPoint Presentation</vt:lpstr>
      <vt:lpstr>Additional coalescent tree analysis (I’m curious about your opinions!)</vt:lpstr>
      <vt:lpstr>Additional coalescent tree analysis (I’m curious about your opinions!)</vt:lpstr>
      <vt:lpstr>Additional coalescent tree analysis (I’m curious about your opinions!)</vt:lpstr>
      <vt:lpstr>Additional coalescent tree analysis (I’m curious about your opinions!)</vt:lpstr>
      <vt:lpstr>Thesis chapter overview</vt:lpstr>
      <vt:lpstr>Human genomes are well-studied in terms of their genetic variation, yielding multiple huge datasets</vt:lpstr>
      <vt:lpstr>I’m investigating two of these datasets (1KG sampled at two different times)</vt:lpstr>
      <vt:lpstr>I am isolating “dataset-specific” factors by controlling for sample size and population structure (EUR)</vt:lpstr>
      <vt:lpstr>I am isolating “dataset-specific” factors by controlling for sample size and population structure (EUR)</vt:lpstr>
      <vt:lpstr>Dataset choice yields different inferred population demographic histories.</vt:lpstr>
      <vt:lpstr>Dataset choice yields differently inferred gamma-distributed DFEs</vt:lpstr>
      <vt:lpstr>Dataset choice yields differently inferred neutral + gamma-distributed DFEs</vt:lpstr>
      <vt:lpstr>PowerPoint Presentation</vt:lpstr>
      <vt:lpstr>Postgraduation Plans</vt:lpstr>
      <vt:lpstr>That’s a great question!</vt:lpstr>
      <vt:lpstr>That’s a great question!</vt:lpstr>
      <vt:lpstr>That’s a great question!</vt:lpstr>
      <vt:lpstr>That’s a great question!</vt:lpstr>
      <vt:lpstr>That’s a great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Domestication on the DFE  and Mutation Spectrum of Canids</dc:title>
  <dc:creator>Jonathan Mah</dc:creator>
  <cp:lastModifiedBy>Jonathan Mah</cp:lastModifiedBy>
  <cp:revision>313</cp:revision>
  <dcterms:created xsi:type="dcterms:W3CDTF">2019-09-10T15:46:25Z</dcterms:created>
  <dcterms:modified xsi:type="dcterms:W3CDTF">2025-11-20T02:22:43Z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2019-09-10T00:00:00Z</vt:filetime>
  </property>
</Properties>
</file>